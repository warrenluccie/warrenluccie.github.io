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1349" r:id="rId3"/>
    <p:sldId id="1606" r:id="rId5"/>
    <p:sldId id="1379" r:id="rId6"/>
    <p:sldId id="1416" r:id="rId7"/>
    <p:sldId id="1417" r:id="rId8"/>
    <p:sldId id="1063" r:id="rId9"/>
    <p:sldId id="285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75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orient="horz" pos="2154" userDrawn="1">
          <p15:clr>
            <a:srgbClr val="A4A3A4"/>
          </p15:clr>
        </p15:guide>
        <p15:guide id="5" pos="176" userDrawn="1">
          <p15:clr>
            <a:srgbClr val="A4A3A4"/>
          </p15:clr>
        </p15:guide>
        <p15:guide id="6" pos="7482" userDrawn="1">
          <p15:clr>
            <a:srgbClr val="A4A3A4"/>
          </p15:clr>
        </p15:guide>
        <p15:guide id="7" orient="horz" pos="1680" userDrawn="1">
          <p15:clr>
            <a:srgbClr val="A4A3A4"/>
          </p15:clr>
        </p15:guide>
        <p15:guide id="8" orient="horz" pos="1990" userDrawn="1">
          <p15:clr>
            <a:srgbClr val="A4A3A4"/>
          </p15:clr>
        </p15:guide>
        <p15:guide id="9" orient="horz" pos="42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瑾" initials="瑾" lastIdx="3" clrIdx="0"/>
  <p:cmAuthor id="2" name="连桐杉" initials="连桐杉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DCDB"/>
    <a:srgbClr val="F8D9B6"/>
    <a:srgbClr val="000000"/>
    <a:srgbClr val="FF99CC"/>
    <a:srgbClr val="E0F1FF"/>
    <a:srgbClr val="DBCA9B"/>
    <a:srgbClr val="594F8C"/>
    <a:srgbClr val="A6A6A6"/>
    <a:srgbClr val="E4E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4" autoAdjust="0"/>
    <p:restoredTop sz="96301"/>
  </p:normalViewPr>
  <p:slideViewPr>
    <p:cSldViewPr snapToGrid="0" showGuides="1">
      <p:cViewPr varScale="1">
        <p:scale>
          <a:sx n="117" d="100"/>
          <a:sy n="117" d="100"/>
        </p:scale>
        <p:origin x="176" y="352"/>
      </p:cViewPr>
      <p:guideLst>
        <p:guide orient="horz" pos="4075"/>
        <p:guide pos="3817"/>
        <p:guide orient="horz" pos="2154"/>
        <p:guide pos="176"/>
        <p:guide pos="7482"/>
        <p:guide orient="horz" pos="1680"/>
        <p:guide orient="horz" pos="1990"/>
        <p:guide orient="horz" pos="42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4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file:///D:\&#27993;&#21830;&#35777;&#21048;\AA&#27573;&#23376;\20260203&#24213;&#31295;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86155\xwechat_files\wxid_x5trdktfcu2l22_16fd\msg\file\2026-02\&#26085;&#26412;-&#26085;&#20803;&#25237;&#26426;&#24615;&#20928;&#31354;&#22836;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655540201337941"/>
          <c:y val="0.129600102070575"/>
          <c:w val="0.87013823272091"/>
          <c:h val="0.699149897929425"/>
        </c:manualLayout>
      </c:layout>
      <c:lineChart>
        <c:grouping val="standard"/>
        <c:varyColors val="0"/>
        <c:ser>
          <c:idx val="1"/>
          <c:order val="0"/>
          <c:tx>
            <c:strRef>
              <c:f>'[20260203底稿.xlsx]日元对冲（粘贴版）'!$C$3</c:f>
              <c:strCache>
                <c:ptCount val="1"/>
                <c:pt idx="0">
                  <c:v>日元汇率对冲后美债收益率</c:v>
                </c:pt>
              </c:strCache>
            </c:strRef>
          </c:tx>
          <c:spPr>
            <a:ln w="19050" cap="rnd" cmpd="dbl" algn="ctr">
              <a:solidFill>
                <a:srgbClr val="00206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'[20260203底稿.xlsx]日元对冲（粘贴版）'!$A$7:$A$4525</c:f>
              <c:numCache>
                <c:formatCode>yyyy/m/d</c:formatCode>
                <c:ptCount val="4519"/>
                <c:pt idx="0" c:formatCode="yyyy/m/d">
                  <c:v>46050</c:v>
                </c:pt>
                <c:pt idx="1" c:formatCode="yyyy/m/d">
                  <c:v>46049</c:v>
                </c:pt>
                <c:pt idx="2" c:formatCode="yyyy/m/d">
                  <c:v>46048</c:v>
                </c:pt>
                <c:pt idx="3" c:formatCode="yyyy/m/d">
                  <c:v>46045</c:v>
                </c:pt>
                <c:pt idx="4" c:formatCode="yyyy/m/d">
                  <c:v>46044</c:v>
                </c:pt>
                <c:pt idx="5" c:formatCode="yyyy/m/d">
                  <c:v>46043</c:v>
                </c:pt>
                <c:pt idx="6" c:formatCode="yyyy/m/d">
                  <c:v>46042</c:v>
                </c:pt>
                <c:pt idx="7" c:formatCode="yyyy/m/d">
                  <c:v>46041</c:v>
                </c:pt>
                <c:pt idx="8" c:formatCode="yyyy/m/d">
                  <c:v>46038</c:v>
                </c:pt>
                <c:pt idx="9" c:formatCode="yyyy/m/d">
                  <c:v>46037</c:v>
                </c:pt>
                <c:pt idx="10" c:formatCode="yyyy/m/d">
                  <c:v>46036</c:v>
                </c:pt>
                <c:pt idx="11" c:formatCode="yyyy/m/d">
                  <c:v>46035</c:v>
                </c:pt>
                <c:pt idx="12" c:formatCode="yyyy/m/d">
                  <c:v>46034</c:v>
                </c:pt>
                <c:pt idx="13" c:formatCode="yyyy/m/d">
                  <c:v>46031</c:v>
                </c:pt>
                <c:pt idx="14" c:formatCode="yyyy/m/d">
                  <c:v>46030</c:v>
                </c:pt>
                <c:pt idx="15" c:formatCode="yyyy/m/d">
                  <c:v>46029</c:v>
                </c:pt>
                <c:pt idx="16" c:formatCode="yyyy/m/d">
                  <c:v>46028</c:v>
                </c:pt>
                <c:pt idx="17" c:formatCode="yyyy/m/d">
                  <c:v>46027</c:v>
                </c:pt>
                <c:pt idx="18" c:formatCode="yyyy/m/d">
                  <c:v>46024</c:v>
                </c:pt>
                <c:pt idx="19" c:formatCode="yyyy/m/d">
                  <c:v>46023</c:v>
                </c:pt>
                <c:pt idx="20" c:formatCode="yyyy/m/d">
                  <c:v>46022</c:v>
                </c:pt>
                <c:pt idx="21" c:formatCode="yyyy/m/d">
                  <c:v>46021</c:v>
                </c:pt>
                <c:pt idx="22" c:formatCode="yyyy/m/d">
                  <c:v>46020</c:v>
                </c:pt>
                <c:pt idx="23" c:formatCode="yyyy/m/d">
                  <c:v>46017</c:v>
                </c:pt>
                <c:pt idx="24" c:formatCode="yyyy/m/d">
                  <c:v>46016</c:v>
                </c:pt>
                <c:pt idx="25" c:formatCode="yyyy/m/d">
                  <c:v>46015</c:v>
                </c:pt>
                <c:pt idx="26" c:formatCode="yyyy/m/d">
                  <c:v>46014</c:v>
                </c:pt>
                <c:pt idx="27" c:formatCode="yyyy/m/d">
                  <c:v>46013</c:v>
                </c:pt>
                <c:pt idx="28" c:formatCode="yyyy/m/d">
                  <c:v>46010</c:v>
                </c:pt>
                <c:pt idx="29" c:formatCode="yyyy/m/d">
                  <c:v>46009</c:v>
                </c:pt>
                <c:pt idx="30" c:formatCode="yyyy/m/d">
                  <c:v>46008</c:v>
                </c:pt>
                <c:pt idx="31" c:formatCode="yyyy/m/d">
                  <c:v>46007</c:v>
                </c:pt>
                <c:pt idx="32" c:formatCode="yyyy/m/d">
                  <c:v>46006</c:v>
                </c:pt>
                <c:pt idx="33" c:formatCode="yyyy/m/d">
                  <c:v>46003</c:v>
                </c:pt>
                <c:pt idx="34" c:formatCode="yyyy/m/d">
                  <c:v>46002</c:v>
                </c:pt>
                <c:pt idx="35" c:formatCode="yyyy/m/d">
                  <c:v>46001</c:v>
                </c:pt>
                <c:pt idx="36" c:formatCode="yyyy/m/d">
                  <c:v>46000</c:v>
                </c:pt>
                <c:pt idx="37" c:formatCode="yyyy/m/d">
                  <c:v>45999</c:v>
                </c:pt>
                <c:pt idx="38" c:formatCode="yyyy/m/d">
                  <c:v>45996</c:v>
                </c:pt>
                <c:pt idx="39" c:formatCode="yyyy/m/d">
                  <c:v>45995</c:v>
                </c:pt>
                <c:pt idx="40" c:formatCode="yyyy/m/d">
                  <c:v>45994</c:v>
                </c:pt>
                <c:pt idx="41" c:formatCode="yyyy/m/d">
                  <c:v>45993</c:v>
                </c:pt>
                <c:pt idx="42" c:formatCode="yyyy/m/d">
                  <c:v>45992</c:v>
                </c:pt>
                <c:pt idx="43" c:formatCode="yyyy/m/d">
                  <c:v>45989</c:v>
                </c:pt>
                <c:pt idx="44" c:formatCode="yyyy/m/d">
                  <c:v>45988</c:v>
                </c:pt>
                <c:pt idx="45" c:formatCode="yyyy/m/d">
                  <c:v>45987</c:v>
                </c:pt>
                <c:pt idx="46" c:formatCode="yyyy/m/d">
                  <c:v>45986</c:v>
                </c:pt>
                <c:pt idx="47" c:formatCode="yyyy/m/d">
                  <c:v>45985</c:v>
                </c:pt>
                <c:pt idx="48" c:formatCode="yyyy/m/d">
                  <c:v>45982</c:v>
                </c:pt>
                <c:pt idx="49" c:formatCode="yyyy/m/d">
                  <c:v>45981</c:v>
                </c:pt>
                <c:pt idx="50" c:formatCode="yyyy/m/d">
                  <c:v>45980</c:v>
                </c:pt>
                <c:pt idx="51" c:formatCode="yyyy/m/d">
                  <c:v>45979</c:v>
                </c:pt>
                <c:pt idx="52" c:formatCode="yyyy/m/d">
                  <c:v>45978</c:v>
                </c:pt>
                <c:pt idx="53" c:formatCode="yyyy/m/d">
                  <c:v>45975</c:v>
                </c:pt>
                <c:pt idx="54" c:formatCode="yyyy/m/d">
                  <c:v>45974</c:v>
                </c:pt>
                <c:pt idx="55" c:formatCode="yyyy/m/d">
                  <c:v>45973</c:v>
                </c:pt>
                <c:pt idx="56" c:formatCode="yyyy/m/d">
                  <c:v>45972</c:v>
                </c:pt>
                <c:pt idx="57" c:formatCode="yyyy/m/d">
                  <c:v>45971</c:v>
                </c:pt>
                <c:pt idx="58" c:formatCode="yyyy/m/d">
                  <c:v>45968</c:v>
                </c:pt>
                <c:pt idx="59" c:formatCode="yyyy/m/d">
                  <c:v>45967</c:v>
                </c:pt>
                <c:pt idx="60" c:formatCode="yyyy/m/d">
                  <c:v>45966</c:v>
                </c:pt>
                <c:pt idx="61" c:formatCode="yyyy/m/d">
                  <c:v>45965</c:v>
                </c:pt>
                <c:pt idx="62" c:formatCode="yyyy/m/d">
                  <c:v>45964</c:v>
                </c:pt>
                <c:pt idx="63" c:formatCode="yyyy/m/d">
                  <c:v>45961</c:v>
                </c:pt>
                <c:pt idx="64" c:formatCode="yyyy/m/d">
                  <c:v>45960</c:v>
                </c:pt>
                <c:pt idx="65" c:formatCode="yyyy/m/d">
                  <c:v>45959</c:v>
                </c:pt>
                <c:pt idx="66" c:formatCode="yyyy/m/d">
                  <c:v>45958</c:v>
                </c:pt>
                <c:pt idx="67" c:formatCode="yyyy/m/d">
                  <c:v>45957</c:v>
                </c:pt>
                <c:pt idx="68" c:formatCode="yyyy/m/d">
                  <c:v>45954</c:v>
                </c:pt>
                <c:pt idx="69" c:formatCode="yyyy/m/d">
                  <c:v>45953</c:v>
                </c:pt>
                <c:pt idx="70" c:formatCode="yyyy/m/d">
                  <c:v>45952</c:v>
                </c:pt>
                <c:pt idx="71" c:formatCode="yyyy/m/d">
                  <c:v>45951</c:v>
                </c:pt>
                <c:pt idx="72" c:formatCode="yyyy/m/d">
                  <c:v>45950</c:v>
                </c:pt>
                <c:pt idx="73" c:formatCode="yyyy/m/d">
                  <c:v>45947</c:v>
                </c:pt>
                <c:pt idx="74" c:formatCode="yyyy/m/d">
                  <c:v>45946</c:v>
                </c:pt>
                <c:pt idx="75" c:formatCode="yyyy/m/d">
                  <c:v>45945</c:v>
                </c:pt>
                <c:pt idx="76" c:formatCode="yyyy/m/d">
                  <c:v>45944</c:v>
                </c:pt>
                <c:pt idx="77" c:formatCode="yyyy/m/d">
                  <c:v>45943</c:v>
                </c:pt>
                <c:pt idx="78" c:formatCode="yyyy/m/d">
                  <c:v>45940</c:v>
                </c:pt>
                <c:pt idx="79" c:formatCode="yyyy/m/d">
                  <c:v>45939</c:v>
                </c:pt>
                <c:pt idx="80" c:formatCode="yyyy/m/d">
                  <c:v>45938</c:v>
                </c:pt>
                <c:pt idx="81" c:formatCode="yyyy/m/d">
                  <c:v>45937</c:v>
                </c:pt>
                <c:pt idx="82" c:formatCode="yyyy/m/d">
                  <c:v>45936</c:v>
                </c:pt>
                <c:pt idx="83" c:formatCode="yyyy/m/d">
                  <c:v>45933</c:v>
                </c:pt>
                <c:pt idx="84" c:formatCode="yyyy/m/d">
                  <c:v>45932</c:v>
                </c:pt>
                <c:pt idx="85" c:formatCode="yyyy/m/d">
                  <c:v>45931</c:v>
                </c:pt>
                <c:pt idx="86" c:formatCode="yyyy/m/d">
                  <c:v>45930</c:v>
                </c:pt>
                <c:pt idx="87" c:formatCode="yyyy/m/d">
                  <c:v>45929</c:v>
                </c:pt>
                <c:pt idx="88" c:formatCode="yyyy/m/d">
                  <c:v>45926</c:v>
                </c:pt>
                <c:pt idx="89" c:formatCode="yyyy/m/d">
                  <c:v>45925</c:v>
                </c:pt>
                <c:pt idx="90" c:formatCode="yyyy/m/d">
                  <c:v>45924</c:v>
                </c:pt>
                <c:pt idx="91" c:formatCode="yyyy/m/d">
                  <c:v>45923</c:v>
                </c:pt>
                <c:pt idx="92" c:formatCode="yyyy/m/d">
                  <c:v>45922</c:v>
                </c:pt>
                <c:pt idx="93" c:formatCode="yyyy/m/d">
                  <c:v>45919</c:v>
                </c:pt>
                <c:pt idx="94" c:formatCode="yyyy/m/d">
                  <c:v>45918</c:v>
                </c:pt>
                <c:pt idx="95" c:formatCode="yyyy/m/d">
                  <c:v>45917</c:v>
                </c:pt>
                <c:pt idx="96" c:formatCode="yyyy/m/d">
                  <c:v>45916</c:v>
                </c:pt>
                <c:pt idx="97" c:formatCode="yyyy/m/d">
                  <c:v>45915</c:v>
                </c:pt>
                <c:pt idx="98" c:formatCode="yyyy/m/d">
                  <c:v>45912</c:v>
                </c:pt>
                <c:pt idx="99" c:formatCode="yyyy/m/d">
                  <c:v>45911</c:v>
                </c:pt>
                <c:pt idx="100" c:formatCode="yyyy/m/d">
                  <c:v>45910</c:v>
                </c:pt>
                <c:pt idx="101" c:formatCode="yyyy/m/d">
                  <c:v>45909</c:v>
                </c:pt>
                <c:pt idx="102" c:formatCode="yyyy/m/d">
                  <c:v>45908</c:v>
                </c:pt>
                <c:pt idx="103" c:formatCode="yyyy/m/d">
                  <c:v>45905</c:v>
                </c:pt>
                <c:pt idx="104" c:formatCode="yyyy/m/d">
                  <c:v>45904</c:v>
                </c:pt>
                <c:pt idx="105" c:formatCode="yyyy/m/d">
                  <c:v>45903</c:v>
                </c:pt>
                <c:pt idx="106" c:formatCode="yyyy/m/d">
                  <c:v>45902</c:v>
                </c:pt>
                <c:pt idx="107" c:formatCode="yyyy/m/d">
                  <c:v>45901</c:v>
                </c:pt>
                <c:pt idx="108" c:formatCode="yyyy/m/d">
                  <c:v>45898</c:v>
                </c:pt>
                <c:pt idx="109" c:formatCode="yyyy/m/d">
                  <c:v>45897</c:v>
                </c:pt>
                <c:pt idx="110" c:formatCode="yyyy/m/d">
                  <c:v>45896</c:v>
                </c:pt>
                <c:pt idx="111" c:formatCode="yyyy/m/d">
                  <c:v>45895</c:v>
                </c:pt>
                <c:pt idx="112" c:formatCode="yyyy/m/d">
                  <c:v>45894</c:v>
                </c:pt>
                <c:pt idx="113" c:formatCode="yyyy/m/d">
                  <c:v>45891</c:v>
                </c:pt>
                <c:pt idx="114" c:formatCode="yyyy/m/d">
                  <c:v>45890</c:v>
                </c:pt>
                <c:pt idx="115" c:formatCode="yyyy/m/d">
                  <c:v>45889</c:v>
                </c:pt>
                <c:pt idx="116" c:formatCode="yyyy/m/d">
                  <c:v>45888</c:v>
                </c:pt>
                <c:pt idx="117" c:formatCode="yyyy/m/d">
                  <c:v>45887</c:v>
                </c:pt>
                <c:pt idx="118" c:formatCode="yyyy/m/d">
                  <c:v>45884</c:v>
                </c:pt>
                <c:pt idx="119" c:formatCode="yyyy/m/d">
                  <c:v>45883</c:v>
                </c:pt>
                <c:pt idx="120" c:formatCode="yyyy/m/d">
                  <c:v>45882</c:v>
                </c:pt>
                <c:pt idx="121" c:formatCode="yyyy/m/d">
                  <c:v>45881</c:v>
                </c:pt>
                <c:pt idx="122" c:formatCode="yyyy/m/d">
                  <c:v>45880</c:v>
                </c:pt>
                <c:pt idx="123" c:formatCode="yyyy/m/d">
                  <c:v>45877</c:v>
                </c:pt>
                <c:pt idx="124" c:formatCode="yyyy/m/d">
                  <c:v>45876</c:v>
                </c:pt>
                <c:pt idx="125" c:formatCode="yyyy/m/d">
                  <c:v>45875</c:v>
                </c:pt>
                <c:pt idx="126" c:formatCode="yyyy/m/d">
                  <c:v>45874</c:v>
                </c:pt>
                <c:pt idx="127" c:formatCode="yyyy/m/d">
                  <c:v>45873</c:v>
                </c:pt>
                <c:pt idx="128" c:formatCode="yyyy/m/d">
                  <c:v>45870</c:v>
                </c:pt>
                <c:pt idx="129" c:formatCode="yyyy/m/d">
                  <c:v>45869</c:v>
                </c:pt>
                <c:pt idx="130" c:formatCode="yyyy/m/d">
                  <c:v>45868</c:v>
                </c:pt>
                <c:pt idx="131" c:formatCode="yyyy/m/d">
                  <c:v>45867</c:v>
                </c:pt>
                <c:pt idx="132" c:formatCode="yyyy/m/d">
                  <c:v>45866</c:v>
                </c:pt>
                <c:pt idx="133" c:formatCode="yyyy/m/d">
                  <c:v>45863</c:v>
                </c:pt>
                <c:pt idx="134" c:formatCode="yyyy/m/d">
                  <c:v>45862</c:v>
                </c:pt>
                <c:pt idx="135" c:formatCode="yyyy/m/d">
                  <c:v>45861</c:v>
                </c:pt>
                <c:pt idx="136" c:formatCode="yyyy/m/d">
                  <c:v>45860</c:v>
                </c:pt>
                <c:pt idx="137" c:formatCode="yyyy/m/d">
                  <c:v>45859</c:v>
                </c:pt>
                <c:pt idx="138" c:formatCode="yyyy/m/d">
                  <c:v>45856</c:v>
                </c:pt>
                <c:pt idx="139" c:formatCode="yyyy/m/d">
                  <c:v>45855</c:v>
                </c:pt>
                <c:pt idx="140" c:formatCode="yyyy/m/d">
                  <c:v>45854</c:v>
                </c:pt>
                <c:pt idx="141" c:formatCode="yyyy/m/d">
                  <c:v>45853</c:v>
                </c:pt>
                <c:pt idx="142" c:formatCode="yyyy/m/d">
                  <c:v>45852</c:v>
                </c:pt>
                <c:pt idx="143" c:formatCode="yyyy/m/d">
                  <c:v>45849</c:v>
                </c:pt>
                <c:pt idx="144" c:formatCode="yyyy/m/d">
                  <c:v>45848</c:v>
                </c:pt>
                <c:pt idx="145" c:formatCode="yyyy/m/d">
                  <c:v>45847</c:v>
                </c:pt>
                <c:pt idx="146" c:formatCode="yyyy/m/d">
                  <c:v>45846</c:v>
                </c:pt>
                <c:pt idx="147" c:formatCode="yyyy/m/d">
                  <c:v>45845</c:v>
                </c:pt>
                <c:pt idx="148" c:formatCode="yyyy/m/d">
                  <c:v>45842</c:v>
                </c:pt>
                <c:pt idx="149" c:formatCode="yyyy/m/d">
                  <c:v>45841</c:v>
                </c:pt>
                <c:pt idx="150" c:formatCode="yyyy/m/d">
                  <c:v>45840</c:v>
                </c:pt>
                <c:pt idx="151" c:formatCode="yyyy/m/d">
                  <c:v>45839</c:v>
                </c:pt>
                <c:pt idx="152" c:formatCode="yyyy/m/d">
                  <c:v>45838</c:v>
                </c:pt>
                <c:pt idx="153" c:formatCode="yyyy/m/d">
                  <c:v>45835</c:v>
                </c:pt>
                <c:pt idx="154" c:formatCode="yyyy/m/d">
                  <c:v>45834</c:v>
                </c:pt>
                <c:pt idx="155" c:formatCode="yyyy/m/d">
                  <c:v>45833</c:v>
                </c:pt>
                <c:pt idx="156" c:formatCode="yyyy/m/d">
                  <c:v>45832</c:v>
                </c:pt>
                <c:pt idx="157" c:formatCode="yyyy/m/d">
                  <c:v>45831</c:v>
                </c:pt>
                <c:pt idx="158" c:formatCode="yyyy/m/d">
                  <c:v>45828</c:v>
                </c:pt>
                <c:pt idx="159" c:formatCode="yyyy/m/d">
                  <c:v>45827</c:v>
                </c:pt>
                <c:pt idx="160" c:formatCode="yyyy/m/d">
                  <c:v>45826</c:v>
                </c:pt>
                <c:pt idx="161" c:formatCode="yyyy/m/d">
                  <c:v>45825</c:v>
                </c:pt>
                <c:pt idx="162" c:formatCode="yyyy/m/d">
                  <c:v>45824</c:v>
                </c:pt>
                <c:pt idx="163" c:formatCode="yyyy/m/d">
                  <c:v>45821</c:v>
                </c:pt>
                <c:pt idx="164" c:formatCode="yyyy/m/d">
                  <c:v>45820</c:v>
                </c:pt>
                <c:pt idx="165" c:formatCode="yyyy/m/d">
                  <c:v>45819</c:v>
                </c:pt>
                <c:pt idx="166" c:formatCode="yyyy/m/d">
                  <c:v>45818</c:v>
                </c:pt>
                <c:pt idx="167" c:formatCode="yyyy/m/d">
                  <c:v>45817</c:v>
                </c:pt>
                <c:pt idx="168" c:formatCode="yyyy/m/d">
                  <c:v>45814</c:v>
                </c:pt>
                <c:pt idx="169" c:formatCode="yyyy/m/d">
                  <c:v>45813</c:v>
                </c:pt>
                <c:pt idx="170" c:formatCode="yyyy/m/d">
                  <c:v>45812</c:v>
                </c:pt>
                <c:pt idx="171" c:formatCode="yyyy/m/d">
                  <c:v>45811</c:v>
                </c:pt>
                <c:pt idx="172" c:formatCode="yyyy/m/d">
                  <c:v>45810</c:v>
                </c:pt>
                <c:pt idx="173" c:formatCode="yyyy/m/d">
                  <c:v>45807</c:v>
                </c:pt>
                <c:pt idx="174" c:formatCode="yyyy/m/d">
                  <c:v>45806</c:v>
                </c:pt>
                <c:pt idx="175" c:formatCode="yyyy/m/d">
                  <c:v>45805</c:v>
                </c:pt>
                <c:pt idx="176" c:formatCode="yyyy/m/d">
                  <c:v>45804</c:v>
                </c:pt>
                <c:pt idx="177" c:formatCode="yyyy/m/d">
                  <c:v>45803</c:v>
                </c:pt>
                <c:pt idx="178" c:formatCode="yyyy/m/d">
                  <c:v>45800</c:v>
                </c:pt>
                <c:pt idx="179" c:formatCode="yyyy/m/d">
                  <c:v>45799</c:v>
                </c:pt>
                <c:pt idx="180" c:formatCode="yyyy/m/d">
                  <c:v>45798</c:v>
                </c:pt>
                <c:pt idx="181" c:formatCode="yyyy/m/d">
                  <c:v>45797</c:v>
                </c:pt>
                <c:pt idx="182" c:formatCode="yyyy/m/d">
                  <c:v>45796</c:v>
                </c:pt>
                <c:pt idx="183" c:formatCode="yyyy/m/d">
                  <c:v>45793</c:v>
                </c:pt>
                <c:pt idx="184" c:formatCode="yyyy/m/d">
                  <c:v>45792</c:v>
                </c:pt>
                <c:pt idx="185" c:formatCode="yyyy/m/d">
                  <c:v>45791</c:v>
                </c:pt>
                <c:pt idx="186" c:formatCode="yyyy/m/d">
                  <c:v>45790</c:v>
                </c:pt>
                <c:pt idx="187" c:formatCode="yyyy/m/d">
                  <c:v>45789</c:v>
                </c:pt>
                <c:pt idx="188" c:formatCode="yyyy/m/d">
                  <c:v>45786</c:v>
                </c:pt>
                <c:pt idx="189" c:formatCode="yyyy/m/d">
                  <c:v>45785</c:v>
                </c:pt>
                <c:pt idx="190" c:formatCode="yyyy/m/d">
                  <c:v>45784</c:v>
                </c:pt>
                <c:pt idx="191" c:formatCode="yyyy/m/d">
                  <c:v>45783</c:v>
                </c:pt>
                <c:pt idx="192" c:formatCode="yyyy/m/d">
                  <c:v>45782</c:v>
                </c:pt>
                <c:pt idx="193" c:formatCode="yyyy/m/d">
                  <c:v>45779</c:v>
                </c:pt>
                <c:pt idx="194" c:formatCode="yyyy/m/d">
                  <c:v>45778</c:v>
                </c:pt>
                <c:pt idx="195" c:formatCode="yyyy/m/d">
                  <c:v>45777</c:v>
                </c:pt>
                <c:pt idx="196" c:formatCode="yyyy/m/d">
                  <c:v>45776</c:v>
                </c:pt>
                <c:pt idx="197" c:formatCode="yyyy/m/d">
                  <c:v>45775</c:v>
                </c:pt>
                <c:pt idx="198" c:formatCode="yyyy/m/d">
                  <c:v>45772</c:v>
                </c:pt>
                <c:pt idx="199" c:formatCode="yyyy/m/d">
                  <c:v>45771</c:v>
                </c:pt>
                <c:pt idx="200" c:formatCode="yyyy/m/d">
                  <c:v>45770</c:v>
                </c:pt>
                <c:pt idx="201" c:formatCode="yyyy/m/d">
                  <c:v>45769</c:v>
                </c:pt>
                <c:pt idx="202" c:formatCode="yyyy/m/d">
                  <c:v>45768</c:v>
                </c:pt>
                <c:pt idx="203" c:formatCode="yyyy/m/d">
                  <c:v>45765</c:v>
                </c:pt>
                <c:pt idx="204" c:formatCode="yyyy/m/d">
                  <c:v>45764</c:v>
                </c:pt>
                <c:pt idx="205" c:formatCode="yyyy/m/d">
                  <c:v>45763</c:v>
                </c:pt>
                <c:pt idx="206" c:formatCode="yyyy/m/d">
                  <c:v>45762</c:v>
                </c:pt>
                <c:pt idx="207" c:formatCode="yyyy/m/d">
                  <c:v>45761</c:v>
                </c:pt>
                <c:pt idx="208" c:formatCode="yyyy/m/d">
                  <c:v>45758</c:v>
                </c:pt>
                <c:pt idx="209" c:formatCode="yyyy/m/d">
                  <c:v>45757</c:v>
                </c:pt>
                <c:pt idx="210" c:formatCode="yyyy/m/d">
                  <c:v>45756</c:v>
                </c:pt>
                <c:pt idx="211" c:formatCode="yyyy/m/d">
                  <c:v>45755</c:v>
                </c:pt>
                <c:pt idx="212" c:formatCode="yyyy/m/d">
                  <c:v>45754</c:v>
                </c:pt>
                <c:pt idx="213" c:formatCode="yyyy/m/d">
                  <c:v>45751</c:v>
                </c:pt>
                <c:pt idx="214" c:formatCode="yyyy/m/d">
                  <c:v>45750</c:v>
                </c:pt>
                <c:pt idx="215" c:formatCode="yyyy/m/d">
                  <c:v>45749</c:v>
                </c:pt>
                <c:pt idx="216" c:formatCode="yyyy/m/d">
                  <c:v>45748</c:v>
                </c:pt>
                <c:pt idx="217" c:formatCode="yyyy/m/d">
                  <c:v>45747</c:v>
                </c:pt>
                <c:pt idx="218" c:formatCode="yyyy/m/d">
                  <c:v>45744</c:v>
                </c:pt>
                <c:pt idx="219" c:formatCode="yyyy/m/d">
                  <c:v>45743</c:v>
                </c:pt>
                <c:pt idx="220" c:formatCode="yyyy/m/d">
                  <c:v>45742</c:v>
                </c:pt>
                <c:pt idx="221" c:formatCode="yyyy/m/d">
                  <c:v>45741</c:v>
                </c:pt>
                <c:pt idx="222" c:formatCode="yyyy/m/d">
                  <c:v>45740</c:v>
                </c:pt>
                <c:pt idx="223" c:formatCode="yyyy/m/d">
                  <c:v>45737</c:v>
                </c:pt>
                <c:pt idx="224" c:formatCode="yyyy/m/d">
                  <c:v>45736</c:v>
                </c:pt>
                <c:pt idx="225" c:formatCode="yyyy/m/d">
                  <c:v>45735</c:v>
                </c:pt>
                <c:pt idx="226" c:formatCode="yyyy/m/d">
                  <c:v>45734</c:v>
                </c:pt>
                <c:pt idx="227" c:formatCode="yyyy/m/d">
                  <c:v>45733</c:v>
                </c:pt>
                <c:pt idx="228" c:formatCode="yyyy/m/d">
                  <c:v>45730</c:v>
                </c:pt>
                <c:pt idx="229" c:formatCode="yyyy/m/d">
                  <c:v>45729</c:v>
                </c:pt>
                <c:pt idx="230" c:formatCode="yyyy/m/d">
                  <c:v>45728</c:v>
                </c:pt>
                <c:pt idx="231" c:formatCode="yyyy/m/d">
                  <c:v>45727</c:v>
                </c:pt>
                <c:pt idx="232" c:formatCode="yyyy/m/d">
                  <c:v>45726</c:v>
                </c:pt>
                <c:pt idx="233" c:formatCode="yyyy/m/d">
                  <c:v>45723</c:v>
                </c:pt>
                <c:pt idx="234" c:formatCode="yyyy/m/d">
                  <c:v>45722</c:v>
                </c:pt>
                <c:pt idx="235" c:formatCode="yyyy/m/d">
                  <c:v>45721</c:v>
                </c:pt>
                <c:pt idx="236" c:formatCode="yyyy/m/d">
                  <c:v>45720</c:v>
                </c:pt>
                <c:pt idx="237" c:formatCode="yyyy/m/d">
                  <c:v>45719</c:v>
                </c:pt>
                <c:pt idx="238" c:formatCode="yyyy/m/d">
                  <c:v>45716</c:v>
                </c:pt>
                <c:pt idx="239" c:formatCode="yyyy/m/d">
                  <c:v>45715</c:v>
                </c:pt>
                <c:pt idx="240" c:formatCode="yyyy/m/d">
                  <c:v>45714</c:v>
                </c:pt>
                <c:pt idx="241" c:formatCode="yyyy/m/d">
                  <c:v>45713</c:v>
                </c:pt>
                <c:pt idx="242" c:formatCode="yyyy/m/d">
                  <c:v>45712</c:v>
                </c:pt>
                <c:pt idx="243" c:formatCode="yyyy/m/d">
                  <c:v>45709</c:v>
                </c:pt>
                <c:pt idx="244" c:formatCode="yyyy/m/d">
                  <c:v>45708</c:v>
                </c:pt>
                <c:pt idx="245" c:formatCode="yyyy/m/d">
                  <c:v>45707</c:v>
                </c:pt>
                <c:pt idx="246" c:formatCode="yyyy/m/d">
                  <c:v>45706</c:v>
                </c:pt>
                <c:pt idx="247" c:formatCode="yyyy/m/d">
                  <c:v>45705</c:v>
                </c:pt>
                <c:pt idx="248" c:formatCode="yyyy/m/d">
                  <c:v>45702</c:v>
                </c:pt>
                <c:pt idx="249" c:formatCode="yyyy/m/d">
                  <c:v>45701</c:v>
                </c:pt>
                <c:pt idx="250" c:formatCode="yyyy/m/d">
                  <c:v>45700</c:v>
                </c:pt>
                <c:pt idx="251" c:formatCode="yyyy/m/d">
                  <c:v>45699</c:v>
                </c:pt>
                <c:pt idx="252" c:formatCode="yyyy/m/d">
                  <c:v>45698</c:v>
                </c:pt>
                <c:pt idx="253" c:formatCode="yyyy/m/d">
                  <c:v>45695</c:v>
                </c:pt>
                <c:pt idx="254" c:formatCode="yyyy/m/d">
                  <c:v>45694</c:v>
                </c:pt>
                <c:pt idx="255" c:formatCode="yyyy/m/d">
                  <c:v>45693</c:v>
                </c:pt>
                <c:pt idx="256" c:formatCode="yyyy/m/d">
                  <c:v>45692</c:v>
                </c:pt>
                <c:pt idx="257" c:formatCode="yyyy/m/d">
                  <c:v>45691</c:v>
                </c:pt>
                <c:pt idx="258" c:formatCode="yyyy/m/d">
                  <c:v>45688</c:v>
                </c:pt>
                <c:pt idx="259" c:formatCode="yyyy/m/d">
                  <c:v>45687</c:v>
                </c:pt>
                <c:pt idx="260" c:formatCode="yyyy/m/d">
                  <c:v>45686</c:v>
                </c:pt>
                <c:pt idx="261" c:formatCode="yyyy/m/d">
                  <c:v>45685</c:v>
                </c:pt>
                <c:pt idx="262" c:formatCode="yyyy/m/d">
                  <c:v>45684</c:v>
                </c:pt>
                <c:pt idx="263" c:formatCode="yyyy/m/d">
                  <c:v>45681</c:v>
                </c:pt>
                <c:pt idx="264" c:formatCode="yyyy/m/d">
                  <c:v>45680</c:v>
                </c:pt>
                <c:pt idx="265" c:formatCode="yyyy/m/d">
                  <c:v>45679</c:v>
                </c:pt>
                <c:pt idx="266" c:formatCode="yyyy/m/d">
                  <c:v>45678</c:v>
                </c:pt>
                <c:pt idx="267" c:formatCode="yyyy/m/d">
                  <c:v>45677</c:v>
                </c:pt>
                <c:pt idx="268" c:formatCode="yyyy/m/d">
                  <c:v>45674</c:v>
                </c:pt>
                <c:pt idx="269" c:formatCode="yyyy/m/d">
                  <c:v>45673</c:v>
                </c:pt>
                <c:pt idx="270" c:formatCode="yyyy/m/d">
                  <c:v>45672</c:v>
                </c:pt>
                <c:pt idx="271" c:formatCode="yyyy/m/d">
                  <c:v>45671</c:v>
                </c:pt>
                <c:pt idx="272" c:formatCode="yyyy/m/d">
                  <c:v>45670</c:v>
                </c:pt>
                <c:pt idx="273" c:formatCode="yyyy/m/d">
                  <c:v>45667</c:v>
                </c:pt>
                <c:pt idx="274" c:formatCode="yyyy/m/d">
                  <c:v>45666</c:v>
                </c:pt>
                <c:pt idx="275" c:formatCode="yyyy/m/d">
                  <c:v>45665</c:v>
                </c:pt>
                <c:pt idx="276" c:formatCode="yyyy/m/d">
                  <c:v>45664</c:v>
                </c:pt>
                <c:pt idx="277" c:formatCode="yyyy/m/d">
                  <c:v>45663</c:v>
                </c:pt>
                <c:pt idx="278" c:formatCode="yyyy/m/d">
                  <c:v>45660</c:v>
                </c:pt>
                <c:pt idx="279" c:formatCode="yyyy/m/d">
                  <c:v>45659</c:v>
                </c:pt>
                <c:pt idx="280" c:formatCode="yyyy/m/d">
                  <c:v>45658</c:v>
                </c:pt>
                <c:pt idx="281" c:formatCode="yyyy/m/d">
                  <c:v>45657</c:v>
                </c:pt>
                <c:pt idx="282" c:formatCode="yyyy/m/d">
                  <c:v>45656</c:v>
                </c:pt>
                <c:pt idx="283" c:formatCode="yyyy/m/d">
                  <c:v>45653</c:v>
                </c:pt>
                <c:pt idx="284" c:formatCode="yyyy/m/d">
                  <c:v>45652</c:v>
                </c:pt>
                <c:pt idx="285" c:formatCode="yyyy/m/d">
                  <c:v>45651</c:v>
                </c:pt>
                <c:pt idx="286" c:formatCode="yyyy/m/d">
                  <c:v>45650</c:v>
                </c:pt>
                <c:pt idx="287" c:formatCode="yyyy/m/d">
                  <c:v>45649</c:v>
                </c:pt>
                <c:pt idx="288" c:formatCode="yyyy/m/d">
                  <c:v>45646</c:v>
                </c:pt>
                <c:pt idx="289" c:formatCode="yyyy/m/d">
                  <c:v>45645</c:v>
                </c:pt>
                <c:pt idx="290" c:formatCode="yyyy/m/d">
                  <c:v>45644</c:v>
                </c:pt>
                <c:pt idx="291" c:formatCode="yyyy/m/d">
                  <c:v>45643</c:v>
                </c:pt>
                <c:pt idx="292" c:formatCode="yyyy/m/d">
                  <c:v>45642</c:v>
                </c:pt>
                <c:pt idx="293" c:formatCode="yyyy/m/d">
                  <c:v>45639</c:v>
                </c:pt>
                <c:pt idx="294" c:formatCode="yyyy/m/d">
                  <c:v>45638</c:v>
                </c:pt>
                <c:pt idx="295" c:formatCode="yyyy/m/d">
                  <c:v>45637</c:v>
                </c:pt>
                <c:pt idx="296" c:formatCode="yyyy/m/d">
                  <c:v>45636</c:v>
                </c:pt>
                <c:pt idx="297" c:formatCode="yyyy/m/d">
                  <c:v>45635</c:v>
                </c:pt>
                <c:pt idx="298" c:formatCode="yyyy/m/d">
                  <c:v>45632</c:v>
                </c:pt>
                <c:pt idx="299" c:formatCode="yyyy/m/d">
                  <c:v>45631</c:v>
                </c:pt>
                <c:pt idx="300" c:formatCode="yyyy/m/d">
                  <c:v>45630</c:v>
                </c:pt>
                <c:pt idx="301" c:formatCode="yyyy/m/d">
                  <c:v>45629</c:v>
                </c:pt>
                <c:pt idx="302" c:formatCode="yyyy/m/d">
                  <c:v>45628</c:v>
                </c:pt>
                <c:pt idx="303" c:formatCode="yyyy/m/d">
                  <c:v>45625</c:v>
                </c:pt>
                <c:pt idx="304" c:formatCode="yyyy/m/d">
                  <c:v>45624</c:v>
                </c:pt>
                <c:pt idx="305" c:formatCode="yyyy/m/d">
                  <c:v>45623</c:v>
                </c:pt>
                <c:pt idx="306" c:formatCode="yyyy/m/d">
                  <c:v>45622</c:v>
                </c:pt>
                <c:pt idx="307" c:formatCode="yyyy/m/d">
                  <c:v>45621</c:v>
                </c:pt>
                <c:pt idx="308" c:formatCode="yyyy/m/d">
                  <c:v>45618</c:v>
                </c:pt>
                <c:pt idx="309" c:formatCode="yyyy/m/d">
                  <c:v>45617</c:v>
                </c:pt>
                <c:pt idx="310" c:formatCode="yyyy/m/d">
                  <c:v>45616</c:v>
                </c:pt>
                <c:pt idx="311" c:formatCode="yyyy/m/d">
                  <c:v>45615</c:v>
                </c:pt>
                <c:pt idx="312" c:formatCode="yyyy/m/d">
                  <c:v>45614</c:v>
                </c:pt>
                <c:pt idx="313" c:formatCode="yyyy/m/d">
                  <c:v>45611</c:v>
                </c:pt>
                <c:pt idx="314" c:formatCode="yyyy/m/d">
                  <c:v>45610</c:v>
                </c:pt>
                <c:pt idx="315" c:formatCode="yyyy/m/d">
                  <c:v>45609</c:v>
                </c:pt>
                <c:pt idx="316" c:formatCode="yyyy/m/d">
                  <c:v>45608</c:v>
                </c:pt>
                <c:pt idx="317" c:formatCode="yyyy/m/d">
                  <c:v>45607</c:v>
                </c:pt>
                <c:pt idx="318" c:formatCode="yyyy/m/d">
                  <c:v>45604</c:v>
                </c:pt>
                <c:pt idx="319" c:formatCode="yyyy/m/d">
                  <c:v>45603</c:v>
                </c:pt>
                <c:pt idx="320" c:formatCode="yyyy/m/d">
                  <c:v>45602</c:v>
                </c:pt>
                <c:pt idx="321" c:formatCode="yyyy/m/d">
                  <c:v>45601</c:v>
                </c:pt>
                <c:pt idx="322" c:formatCode="yyyy/m/d">
                  <c:v>45600</c:v>
                </c:pt>
                <c:pt idx="323" c:formatCode="yyyy/m/d">
                  <c:v>45597</c:v>
                </c:pt>
                <c:pt idx="324" c:formatCode="yyyy/m/d">
                  <c:v>45596</c:v>
                </c:pt>
                <c:pt idx="325" c:formatCode="yyyy/m/d">
                  <c:v>45595</c:v>
                </c:pt>
                <c:pt idx="326" c:formatCode="yyyy/m/d">
                  <c:v>45594</c:v>
                </c:pt>
                <c:pt idx="327" c:formatCode="yyyy/m/d">
                  <c:v>45593</c:v>
                </c:pt>
                <c:pt idx="328" c:formatCode="yyyy/m/d">
                  <c:v>45590</c:v>
                </c:pt>
                <c:pt idx="329" c:formatCode="yyyy/m/d">
                  <c:v>45589</c:v>
                </c:pt>
                <c:pt idx="330" c:formatCode="yyyy/m/d">
                  <c:v>45588</c:v>
                </c:pt>
                <c:pt idx="331" c:formatCode="yyyy/m/d">
                  <c:v>45587</c:v>
                </c:pt>
                <c:pt idx="332" c:formatCode="yyyy/m/d">
                  <c:v>45586</c:v>
                </c:pt>
                <c:pt idx="333" c:formatCode="yyyy/m/d">
                  <c:v>45583</c:v>
                </c:pt>
                <c:pt idx="334" c:formatCode="yyyy/m/d">
                  <c:v>45582</c:v>
                </c:pt>
                <c:pt idx="335" c:formatCode="yyyy/m/d">
                  <c:v>45581</c:v>
                </c:pt>
                <c:pt idx="336" c:formatCode="yyyy/m/d">
                  <c:v>45580</c:v>
                </c:pt>
                <c:pt idx="337" c:formatCode="yyyy/m/d">
                  <c:v>45579</c:v>
                </c:pt>
                <c:pt idx="338" c:formatCode="yyyy/m/d">
                  <c:v>45576</c:v>
                </c:pt>
                <c:pt idx="339" c:formatCode="yyyy/m/d">
                  <c:v>45575</c:v>
                </c:pt>
                <c:pt idx="340" c:formatCode="yyyy/m/d">
                  <c:v>45574</c:v>
                </c:pt>
                <c:pt idx="341" c:formatCode="yyyy/m/d">
                  <c:v>45573</c:v>
                </c:pt>
                <c:pt idx="342" c:formatCode="yyyy/m/d">
                  <c:v>45572</c:v>
                </c:pt>
                <c:pt idx="343" c:formatCode="yyyy/m/d">
                  <c:v>45569</c:v>
                </c:pt>
                <c:pt idx="344" c:formatCode="yyyy/m/d">
                  <c:v>45568</c:v>
                </c:pt>
                <c:pt idx="345" c:formatCode="yyyy/m/d">
                  <c:v>45567</c:v>
                </c:pt>
                <c:pt idx="346" c:formatCode="yyyy/m/d">
                  <c:v>45566</c:v>
                </c:pt>
                <c:pt idx="347" c:formatCode="yyyy/m/d">
                  <c:v>45565</c:v>
                </c:pt>
                <c:pt idx="348" c:formatCode="yyyy/m/d">
                  <c:v>45562</c:v>
                </c:pt>
                <c:pt idx="349" c:formatCode="yyyy/m/d">
                  <c:v>45561</c:v>
                </c:pt>
                <c:pt idx="350" c:formatCode="yyyy/m/d">
                  <c:v>45560</c:v>
                </c:pt>
                <c:pt idx="351" c:formatCode="yyyy/m/d">
                  <c:v>45559</c:v>
                </c:pt>
                <c:pt idx="352" c:formatCode="yyyy/m/d">
                  <c:v>45558</c:v>
                </c:pt>
                <c:pt idx="353" c:formatCode="yyyy/m/d">
                  <c:v>45555</c:v>
                </c:pt>
                <c:pt idx="354" c:formatCode="yyyy/m/d">
                  <c:v>45554</c:v>
                </c:pt>
                <c:pt idx="355" c:formatCode="yyyy/m/d">
                  <c:v>45553</c:v>
                </c:pt>
                <c:pt idx="356" c:formatCode="yyyy/m/d">
                  <c:v>45552</c:v>
                </c:pt>
                <c:pt idx="357" c:formatCode="yyyy/m/d">
                  <c:v>45551</c:v>
                </c:pt>
                <c:pt idx="358" c:formatCode="yyyy/m/d">
                  <c:v>45548</c:v>
                </c:pt>
                <c:pt idx="359" c:formatCode="yyyy/m/d">
                  <c:v>45547</c:v>
                </c:pt>
                <c:pt idx="360" c:formatCode="yyyy/m/d">
                  <c:v>45546</c:v>
                </c:pt>
                <c:pt idx="361" c:formatCode="yyyy/m/d">
                  <c:v>45545</c:v>
                </c:pt>
                <c:pt idx="362" c:formatCode="yyyy/m/d">
                  <c:v>45544</c:v>
                </c:pt>
                <c:pt idx="363" c:formatCode="yyyy/m/d">
                  <c:v>45541</c:v>
                </c:pt>
                <c:pt idx="364" c:formatCode="yyyy/m/d">
                  <c:v>45540</c:v>
                </c:pt>
                <c:pt idx="365" c:formatCode="yyyy/m/d">
                  <c:v>45539</c:v>
                </c:pt>
                <c:pt idx="366" c:formatCode="yyyy/m/d">
                  <c:v>45538</c:v>
                </c:pt>
                <c:pt idx="367" c:formatCode="yyyy/m/d">
                  <c:v>45537</c:v>
                </c:pt>
                <c:pt idx="368" c:formatCode="yyyy/m/d">
                  <c:v>45534</c:v>
                </c:pt>
                <c:pt idx="369" c:formatCode="yyyy/m/d">
                  <c:v>45533</c:v>
                </c:pt>
                <c:pt idx="370" c:formatCode="yyyy/m/d">
                  <c:v>45532</c:v>
                </c:pt>
                <c:pt idx="371" c:formatCode="yyyy/m/d">
                  <c:v>45531</c:v>
                </c:pt>
                <c:pt idx="372" c:formatCode="yyyy/m/d">
                  <c:v>45530</c:v>
                </c:pt>
                <c:pt idx="373" c:formatCode="yyyy/m/d">
                  <c:v>45527</c:v>
                </c:pt>
                <c:pt idx="374" c:formatCode="yyyy/m/d">
                  <c:v>45526</c:v>
                </c:pt>
                <c:pt idx="375" c:formatCode="yyyy/m/d">
                  <c:v>45525</c:v>
                </c:pt>
                <c:pt idx="376" c:formatCode="yyyy/m/d">
                  <c:v>45524</c:v>
                </c:pt>
                <c:pt idx="377" c:formatCode="yyyy/m/d">
                  <c:v>45523</c:v>
                </c:pt>
                <c:pt idx="378" c:formatCode="yyyy/m/d">
                  <c:v>45520</c:v>
                </c:pt>
                <c:pt idx="379" c:formatCode="yyyy/m/d">
                  <c:v>45519</c:v>
                </c:pt>
                <c:pt idx="380" c:formatCode="yyyy/m/d">
                  <c:v>45518</c:v>
                </c:pt>
                <c:pt idx="381" c:formatCode="yyyy/m/d">
                  <c:v>45517</c:v>
                </c:pt>
                <c:pt idx="382" c:formatCode="yyyy/m/d">
                  <c:v>45516</c:v>
                </c:pt>
                <c:pt idx="383" c:formatCode="yyyy/m/d">
                  <c:v>45513</c:v>
                </c:pt>
                <c:pt idx="384" c:formatCode="yyyy/m/d">
                  <c:v>45512</c:v>
                </c:pt>
                <c:pt idx="385" c:formatCode="yyyy/m/d">
                  <c:v>45511</c:v>
                </c:pt>
                <c:pt idx="386" c:formatCode="yyyy/m/d">
                  <c:v>45510</c:v>
                </c:pt>
                <c:pt idx="387" c:formatCode="yyyy/m/d">
                  <c:v>45509</c:v>
                </c:pt>
                <c:pt idx="388" c:formatCode="yyyy/m/d">
                  <c:v>45506</c:v>
                </c:pt>
                <c:pt idx="389" c:formatCode="yyyy/m/d">
                  <c:v>45505</c:v>
                </c:pt>
                <c:pt idx="390" c:formatCode="yyyy/m/d">
                  <c:v>45504</c:v>
                </c:pt>
                <c:pt idx="391" c:formatCode="yyyy/m/d">
                  <c:v>45503</c:v>
                </c:pt>
                <c:pt idx="392" c:formatCode="yyyy/m/d">
                  <c:v>45502</c:v>
                </c:pt>
                <c:pt idx="393" c:formatCode="yyyy/m/d">
                  <c:v>45499</c:v>
                </c:pt>
                <c:pt idx="394" c:formatCode="yyyy/m/d">
                  <c:v>45498</c:v>
                </c:pt>
                <c:pt idx="395" c:formatCode="yyyy/m/d">
                  <c:v>45497</c:v>
                </c:pt>
                <c:pt idx="396" c:formatCode="yyyy/m/d">
                  <c:v>45496</c:v>
                </c:pt>
                <c:pt idx="397" c:formatCode="yyyy/m/d">
                  <c:v>45495</c:v>
                </c:pt>
                <c:pt idx="398" c:formatCode="yyyy/m/d">
                  <c:v>45492</c:v>
                </c:pt>
                <c:pt idx="399" c:formatCode="yyyy/m/d">
                  <c:v>45491</c:v>
                </c:pt>
                <c:pt idx="400" c:formatCode="yyyy/m/d">
                  <c:v>45490</c:v>
                </c:pt>
                <c:pt idx="401" c:formatCode="yyyy/m/d">
                  <c:v>45489</c:v>
                </c:pt>
                <c:pt idx="402" c:formatCode="yyyy/m/d">
                  <c:v>45488</c:v>
                </c:pt>
                <c:pt idx="403" c:formatCode="yyyy/m/d">
                  <c:v>45485</c:v>
                </c:pt>
                <c:pt idx="404" c:formatCode="yyyy/m/d">
                  <c:v>45484</c:v>
                </c:pt>
                <c:pt idx="405" c:formatCode="yyyy/m/d">
                  <c:v>45483</c:v>
                </c:pt>
                <c:pt idx="406" c:formatCode="yyyy/m/d">
                  <c:v>45482</c:v>
                </c:pt>
                <c:pt idx="407" c:formatCode="yyyy/m/d">
                  <c:v>45481</c:v>
                </c:pt>
                <c:pt idx="408" c:formatCode="yyyy/m/d">
                  <c:v>45478</c:v>
                </c:pt>
                <c:pt idx="409" c:formatCode="yyyy/m/d">
                  <c:v>45477</c:v>
                </c:pt>
                <c:pt idx="410" c:formatCode="yyyy/m/d">
                  <c:v>45476</c:v>
                </c:pt>
                <c:pt idx="411" c:formatCode="yyyy/m/d">
                  <c:v>45475</c:v>
                </c:pt>
                <c:pt idx="412" c:formatCode="yyyy/m/d">
                  <c:v>45474</c:v>
                </c:pt>
                <c:pt idx="413" c:formatCode="yyyy/m/d">
                  <c:v>45471</c:v>
                </c:pt>
                <c:pt idx="414" c:formatCode="yyyy/m/d">
                  <c:v>45470</c:v>
                </c:pt>
                <c:pt idx="415" c:formatCode="yyyy/m/d">
                  <c:v>45469</c:v>
                </c:pt>
                <c:pt idx="416" c:formatCode="yyyy/m/d">
                  <c:v>45468</c:v>
                </c:pt>
                <c:pt idx="417" c:formatCode="yyyy/m/d">
                  <c:v>45467</c:v>
                </c:pt>
                <c:pt idx="418" c:formatCode="yyyy/m/d">
                  <c:v>45464</c:v>
                </c:pt>
                <c:pt idx="419" c:formatCode="yyyy/m/d">
                  <c:v>45463</c:v>
                </c:pt>
                <c:pt idx="420" c:formatCode="yyyy/m/d">
                  <c:v>45462</c:v>
                </c:pt>
                <c:pt idx="421" c:formatCode="yyyy/m/d">
                  <c:v>45461</c:v>
                </c:pt>
                <c:pt idx="422" c:formatCode="yyyy/m/d">
                  <c:v>45460</c:v>
                </c:pt>
                <c:pt idx="423" c:formatCode="yyyy/m/d">
                  <c:v>45457</c:v>
                </c:pt>
                <c:pt idx="424" c:formatCode="yyyy/m/d">
                  <c:v>45456</c:v>
                </c:pt>
                <c:pt idx="425" c:formatCode="yyyy/m/d">
                  <c:v>45455</c:v>
                </c:pt>
                <c:pt idx="426" c:formatCode="yyyy/m/d">
                  <c:v>45454</c:v>
                </c:pt>
                <c:pt idx="427" c:formatCode="yyyy/m/d">
                  <c:v>45453</c:v>
                </c:pt>
                <c:pt idx="428" c:formatCode="yyyy/m/d">
                  <c:v>45450</c:v>
                </c:pt>
                <c:pt idx="429" c:formatCode="yyyy/m/d">
                  <c:v>45449</c:v>
                </c:pt>
                <c:pt idx="430" c:formatCode="yyyy/m/d">
                  <c:v>45448</c:v>
                </c:pt>
                <c:pt idx="431" c:formatCode="yyyy/m/d">
                  <c:v>45447</c:v>
                </c:pt>
                <c:pt idx="432" c:formatCode="yyyy/m/d">
                  <c:v>45446</c:v>
                </c:pt>
                <c:pt idx="433" c:formatCode="yyyy/m/d">
                  <c:v>45443</c:v>
                </c:pt>
                <c:pt idx="434" c:formatCode="yyyy/m/d">
                  <c:v>45442</c:v>
                </c:pt>
                <c:pt idx="435" c:formatCode="yyyy/m/d">
                  <c:v>45441</c:v>
                </c:pt>
                <c:pt idx="436" c:formatCode="yyyy/m/d">
                  <c:v>45440</c:v>
                </c:pt>
                <c:pt idx="437" c:formatCode="yyyy/m/d">
                  <c:v>45439</c:v>
                </c:pt>
                <c:pt idx="438" c:formatCode="yyyy/m/d">
                  <c:v>45436</c:v>
                </c:pt>
                <c:pt idx="439" c:formatCode="yyyy/m/d">
                  <c:v>45435</c:v>
                </c:pt>
                <c:pt idx="440" c:formatCode="yyyy/m/d">
                  <c:v>45434</c:v>
                </c:pt>
                <c:pt idx="441" c:formatCode="yyyy/m/d">
                  <c:v>45433</c:v>
                </c:pt>
                <c:pt idx="442" c:formatCode="yyyy/m/d">
                  <c:v>45432</c:v>
                </c:pt>
                <c:pt idx="443" c:formatCode="yyyy/m/d">
                  <c:v>45429</c:v>
                </c:pt>
                <c:pt idx="444" c:formatCode="yyyy/m/d">
                  <c:v>45428</c:v>
                </c:pt>
                <c:pt idx="445" c:formatCode="yyyy/m/d">
                  <c:v>45427</c:v>
                </c:pt>
                <c:pt idx="446" c:formatCode="yyyy/m/d">
                  <c:v>45426</c:v>
                </c:pt>
                <c:pt idx="447" c:formatCode="yyyy/m/d">
                  <c:v>45425</c:v>
                </c:pt>
                <c:pt idx="448" c:formatCode="yyyy/m/d">
                  <c:v>45422</c:v>
                </c:pt>
                <c:pt idx="449" c:formatCode="yyyy/m/d">
                  <c:v>45421</c:v>
                </c:pt>
                <c:pt idx="450" c:formatCode="yyyy/m/d">
                  <c:v>45420</c:v>
                </c:pt>
                <c:pt idx="451" c:formatCode="yyyy/m/d">
                  <c:v>45419</c:v>
                </c:pt>
                <c:pt idx="452" c:formatCode="yyyy/m/d">
                  <c:v>45418</c:v>
                </c:pt>
                <c:pt idx="453" c:formatCode="yyyy/m/d">
                  <c:v>45415</c:v>
                </c:pt>
                <c:pt idx="454" c:formatCode="yyyy/m/d">
                  <c:v>45414</c:v>
                </c:pt>
                <c:pt idx="455" c:formatCode="yyyy/m/d">
                  <c:v>45413</c:v>
                </c:pt>
                <c:pt idx="456" c:formatCode="yyyy/m/d">
                  <c:v>45412</c:v>
                </c:pt>
                <c:pt idx="457" c:formatCode="yyyy/m/d">
                  <c:v>45411</c:v>
                </c:pt>
                <c:pt idx="458" c:formatCode="yyyy/m/d">
                  <c:v>45408</c:v>
                </c:pt>
                <c:pt idx="459" c:formatCode="yyyy/m/d">
                  <c:v>45407</c:v>
                </c:pt>
                <c:pt idx="460" c:formatCode="yyyy/m/d">
                  <c:v>45406</c:v>
                </c:pt>
                <c:pt idx="461" c:formatCode="yyyy/m/d">
                  <c:v>45405</c:v>
                </c:pt>
                <c:pt idx="462" c:formatCode="yyyy/m/d">
                  <c:v>45404</c:v>
                </c:pt>
                <c:pt idx="463" c:formatCode="yyyy/m/d">
                  <c:v>45401</c:v>
                </c:pt>
                <c:pt idx="464" c:formatCode="yyyy/m/d">
                  <c:v>45400</c:v>
                </c:pt>
                <c:pt idx="465" c:formatCode="yyyy/m/d">
                  <c:v>45399</c:v>
                </c:pt>
                <c:pt idx="466" c:formatCode="yyyy/m/d">
                  <c:v>45398</c:v>
                </c:pt>
                <c:pt idx="467" c:formatCode="yyyy/m/d">
                  <c:v>45397</c:v>
                </c:pt>
                <c:pt idx="468" c:formatCode="yyyy/m/d">
                  <c:v>45394</c:v>
                </c:pt>
                <c:pt idx="469" c:formatCode="yyyy/m/d">
                  <c:v>45393</c:v>
                </c:pt>
                <c:pt idx="470" c:formatCode="yyyy/m/d">
                  <c:v>45392</c:v>
                </c:pt>
                <c:pt idx="471" c:formatCode="yyyy/m/d">
                  <c:v>45391</c:v>
                </c:pt>
                <c:pt idx="472" c:formatCode="yyyy/m/d">
                  <c:v>45390</c:v>
                </c:pt>
                <c:pt idx="473" c:formatCode="yyyy/m/d">
                  <c:v>45387</c:v>
                </c:pt>
                <c:pt idx="474" c:formatCode="yyyy/m/d">
                  <c:v>45386</c:v>
                </c:pt>
                <c:pt idx="475" c:formatCode="yyyy/m/d">
                  <c:v>45385</c:v>
                </c:pt>
                <c:pt idx="476" c:formatCode="yyyy/m/d">
                  <c:v>45384</c:v>
                </c:pt>
                <c:pt idx="477" c:formatCode="yyyy/m/d">
                  <c:v>45383</c:v>
                </c:pt>
                <c:pt idx="478" c:formatCode="yyyy/m/d">
                  <c:v>45380</c:v>
                </c:pt>
                <c:pt idx="479" c:formatCode="yyyy/m/d">
                  <c:v>45379</c:v>
                </c:pt>
                <c:pt idx="480" c:formatCode="yyyy/m/d">
                  <c:v>45378</c:v>
                </c:pt>
                <c:pt idx="481" c:formatCode="yyyy/m/d">
                  <c:v>45377</c:v>
                </c:pt>
                <c:pt idx="482" c:formatCode="yyyy/m/d">
                  <c:v>45376</c:v>
                </c:pt>
                <c:pt idx="483" c:formatCode="yyyy/m/d">
                  <c:v>45373</c:v>
                </c:pt>
                <c:pt idx="484" c:formatCode="yyyy/m/d">
                  <c:v>45372</c:v>
                </c:pt>
                <c:pt idx="485" c:formatCode="yyyy/m/d">
                  <c:v>45371</c:v>
                </c:pt>
                <c:pt idx="486" c:formatCode="yyyy/m/d">
                  <c:v>45370</c:v>
                </c:pt>
                <c:pt idx="487" c:formatCode="yyyy/m/d">
                  <c:v>45369</c:v>
                </c:pt>
                <c:pt idx="488" c:formatCode="yyyy/m/d">
                  <c:v>45366</c:v>
                </c:pt>
                <c:pt idx="489" c:formatCode="yyyy/m/d">
                  <c:v>45365</c:v>
                </c:pt>
                <c:pt idx="490" c:formatCode="yyyy/m/d">
                  <c:v>45364</c:v>
                </c:pt>
                <c:pt idx="491" c:formatCode="yyyy/m/d">
                  <c:v>45363</c:v>
                </c:pt>
                <c:pt idx="492" c:formatCode="yyyy/m/d">
                  <c:v>45362</c:v>
                </c:pt>
                <c:pt idx="493" c:formatCode="yyyy/m/d">
                  <c:v>45359</c:v>
                </c:pt>
                <c:pt idx="494" c:formatCode="yyyy/m/d">
                  <c:v>45358</c:v>
                </c:pt>
                <c:pt idx="495" c:formatCode="yyyy/m/d">
                  <c:v>45357</c:v>
                </c:pt>
                <c:pt idx="496" c:formatCode="yyyy/m/d">
                  <c:v>45356</c:v>
                </c:pt>
                <c:pt idx="497" c:formatCode="yyyy/m/d">
                  <c:v>45355</c:v>
                </c:pt>
                <c:pt idx="498" c:formatCode="yyyy/m/d">
                  <c:v>45352</c:v>
                </c:pt>
                <c:pt idx="499" c:formatCode="yyyy/m/d">
                  <c:v>45351</c:v>
                </c:pt>
                <c:pt idx="500" c:formatCode="yyyy/m/d">
                  <c:v>45350</c:v>
                </c:pt>
                <c:pt idx="501" c:formatCode="yyyy/m/d">
                  <c:v>45349</c:v>
                </c:pt>
                <c:pt idx="502" c:formatCode="yyyy/m/d">
                  <c:v>45348</c:v>
                </c:pt>
                <c:pt idx="503" c:formatCode="yyyy/m/d">
                  <c:v>45345</c:v>
                </c:pt>
                <c:pt idx="504" c:formatCode="yyyy/m/d">
                  <c:v>45344</c:v>
                </c:pt>
                <c:pt idx="505" c:formatCode="yyyy/m/d">
                  <c:v>45343</c:v>
                </c:pt>
                <c:pt idx="506" c:formatCode="yyyy/m/d">
                  <c:v>45342</c:v>
                </c:pt>
                <c:pt idx="507" c:formatCode="yyyy/m/d">
                  <c:v>45341</c:v>
                </c:pt>
                <c:pt idx="508" c:formatCode="yyyy/m/d">
                  <c:v>45338</c:v>
                </c:pt>
                <c:pt idx="509" c:formatCode="yyyy/m/d">
                  <c:v>45337</c:v>
                </c:pt>
                <c:pt idx="510" c:formatCode="yyyy/m/d">
                  <c:v>45336</c:v>
                </c:pt>
                <c:pt idx="511" c:formatCode="yyyy/m/d">
                  <c:v>45335</c:v>
                </c:pt>
                <c:pt idx="512" c:formatCode="yyyy/m/d">
                  <c:v>45334</c:v>
                </c:pt>
                <c:pt idx="513" c:formatCode="yyyy/m/d">
                  <c:v>45331</c:v>
                </c:pt>
                <c:pt idx="514" c:formatCode="yyyy/m/d">
                  <c:v>45330</c:v>
                </c:pt>
                <c:pt idx="515" c:formatCode="yyyy/m/d">
                  <c:v>45329</c:v>
                </c:pt>
                <c:pt idx="516" c:formatCode="yyyy/m/d">
                  <c:v>45328</c:v>
                </c:pt>
                <c:pt idx="517" c:formatCode="yyyy/m/d">
                  <c:v>45327</c:v>
                </c:pt>
                <c:pt idx="518" c:formatCode="yyyy/m/d">
                  <c:v>45324</c:v>
                </c:pt>
                <c:pt idx="519" c:formatCode="yyyy/m/d">
                  <c:v>45323</c:v>
                </c:pt>
                <c:pt idx="520" c:formatCode="yyyy/m/d">
                  <c:v>45322</c:v>
                </c:pt>
                <c:pt idx="521" c:formatCode="yyyy/m/d">
                  <c:v>45321</c:v>
                </c:pt>
                <c:pt idx="522" c:formatCode="yyyy/m/d">
                  <c:v>45320</c:v>
                </c:pt>
                <c:pt idx="523" c:formatCode="yyyy/m/d">
                  <c:v>45317</c:v>
                </c:pt>
                <c:pt idx="524" c:formatCode="yyyy/m/d">
                  <c:v>45316</c:v>
                </c:pt>
                <c:pt idx="525" c:formatCode="yyyy/m/d">
                  <c:v>45315</c:v>
                </c:pt>
                <c:pt idx="526" c:formatCode="yyyy/m/d">
                  <c:v>45314</c:v>
                </c:pt>
                <c:pt idx="527" c:formatCode="yyyy/m/d">
                  <c:v>45313</c:v>
                </c:pt>
                <c:pt idx="528" c:formatCode="yyyy/m/d">
                  <c:v>45310</c:v>
                </c:pt>
                <c:pt idx="529" c:formatCode="yyyy/m/d">
                  <c:v>45309</c:v>
                </c:pt>
                <c:pt idx="530" c:formatCode="yyyy/m/d">
                  <c:v>45308</c:v>
                </c:pt>
                <c:pt idx="531" c:formatCode="yyyy/m/d">
                  <c:v>45307</c:v>
                </c:pt>
                <c:pt idx="532" c:formatCode="yyyy/m/d">
                  <c:v>45306</c:v>
                </c:pt>
                <c:pt idx="533" c:formatCode="yyyy/m/d">
                  <c:v>45303</c:v>
                </c:pt>
                <c:pt idx="534" c:formatCode="yyyy/m/d">
                  <c:v>45302</c:v>
                </c:pt>
                <c:pt idx="535" c:formatCode="yyyy/m/d">
                  <c:v>45301</c:v>
                </c:pt>
                <c:pt idx="536" c:formatCode="yyyy/m/d">
                  <c:v>45300</c:v>
                </c:pt>
                <c:pt idx="537" c:formatCode="yyyy/m/d">
                  <c:v>45299</c:v>
                </c:pt>
                <c:pt idx="538" c:formatCode="yyyy/m/d">
                  <c:v>45296</c:v>
                </c:pt>
                <c:pt idx="539" c:formatCode="yyyy/m/d">
                  <c:v>45295</c:v>
                </c:pt>
                <c:pt idx="540" c:formatCode="yyyy/m/d">
                  <c:v>45294</c:v>
                </c:pt>
                <c:pt idx="541" c:formatCode="yyyy/m/d">
                  <c:v>45293</c:v>
                </c:pt>
                <c:pt idx="542" c:formatCode="yyyy/m/d">
                  <c:v>45292</c:v>
                </c:pt>
                <c:pt idx="543" c:formatCode="yyyy/m/d">
                  <c:v>45289</c:v>
                </c:pt>
                <c:pt idx="544" c:formatCode="yyyy/m/d">
                  <c:v>45288</c:v>
                </c:pt>
                <c:pt idx="545" c:formatCode="yyyy/m/d">
                  <c:v>45287</c:v>
                </c:pt>
                <c:pt idx="546" c:formatCode="yyyy/m/d">
                  <c:v>45286</c:v>
                </c:pt>
                <c:pt idx="547" c:formatCode="yyyy/m/d">
                  <c:v>45285</c:v>
                </c:pt>
                <c:pt idx="548" c:formatCode="yyyy/m/d">
                  <c:v>45282</c:v>
                </c:pt>
                <c:pt idx="549" c:formatCode="yyyy/m/d">
                  <c:v>45281</c:v>
                </c:pt>
                <c:pt idx="550" c:formatCode="yyyy/m/d">
                  <c:v>45280</c:v>
                </c:pt>
                <c:pt idx="551" c:formatCode="yyyy/m/d">
                  <c:v>45279</c:v>
                </c:pt>
                <c:pt idx="552" c:formatCode="yyyy/m/d">
                  <c:v>45278</c:v>
                </c:pt>
                <c:pt idx="553" c:formatCode="yyyy/m/d">
                  <c:v>45275</c:v>
                </c:pt>
                <c:pt idx="554" c:formatCode="yyyy/m/d">
                  <c:v>45274</c:v>
                </c:pt>
                <c:pt idx="555" c:formatCode="yyyy/m/d">
                  <c:v>45273</c:v>
                </c:pt>
                <c:pt idx="556" c:formatCode="yyyy/m/d">
                  <c:v>45272</c:v>
                </c:pt>
                <c:pt idx="557" c:formatCode="yyyy/m/d">
                  <c:v>45271</c:v>
                </c:pt>
                <c:pt idx="558" c:formatCode="yyyy/m/d">
                  <c:v>45268</c:v>
                </c:pt>
                <c:pt idx="559" c:formatCode="yyyy/m/d">
                  <c:v>45267</c:v>
                </c:pt>
                <c:pt idx="560" c:formatCode="yyyy/m/d">
                  <c:v>45266</c:v>
                </c:pt>
                <c:pt idx="561" c:formatCode="yyyy/m/d">
                  <c:v>45265</c:v>
                </c:pt>
                <c:pt idx="562" c:formatCode="yyyy/m/d">
                  <c:v>45264</c:v>
                </c:pt>
                <c:pt idx="563" c:formatCode="yyyy/m/d">
                  <c:v>45261</c:v>
                </c:pt>
                <c:pt idx="564" c:formatCode="yyyy/m/d">
                  <c:v>45260</c:v>
                </c:pt>
                <c:pt idx="565" c:formatCode="yyyy/m/d">
                  <c:v>45259</c:v>
                </c:pt>
                <c:pt idx="566" c:formatCode="yyyy/m/d">
                  <c:v>45258</c:v>
                </c:pt>
                <c:pt idx="567" c:formatCode="yyyy/m/d">
                  <c:v>45257</c:v>
                </c:pt>
                <c:pt idx="568" c:formatCode="yyyy/m/d">
                  <c:v>45254</c:v>
                </c:pt>
                <c:pt idx="569" c:formatCode="yyyy/m/d">
                  <c:v>45253</c:v>
                </c:pt>
                <c:pt idx="570" c:formatCode="yyyy/m/d">
                  <c:v>45252</c:v>
                </c:pt>
                <c:pt idx="571" c:formatCode="yyyy/m/d">
                  <c:v>45251</c:v>
                </c:pt>
                <c:pt idx="572" c:formatCode="yyyy/m/d">
                  <c:v>45250</c:v>
                </c:pt>
                <c:pt idx="573" c:formatCode="yyyy/m/d">
                  <c:v>45247</c:v>
                </c:pt>
                <c:pt idx="574" c:formatCode="yyyy/m/d">
                  <c:v>45246</c:v>
                </c:pt>
                <c:pt idx="575" c:formatCode="yyyy/m/d">
                  <c:v>45245</c:v>
                </c:pt>
                <c:pt idx="576" c:formatCode="yyyy/m/d">
                  <c:v>45244</c:v>
                </c:pt>
                <c:pt idx="577" c:formatCode="yyyy/m/d">
                  <c:v>45243</c:v>
                </c:pt>
                <c:pt idx="578" c:formatCode="yyyy/m/d">
                  <c:v>45240</c:v>
                </c:pt>
                <c:pt idx="579" c:formatCode="yyyy/m/d">
                  <c:v>45239</c:v>
                </c:pt>
                <c:pt idx="580" c:formatCode="yyyy/m/d">
                  <c:v>45238</c:v>
                </c:pt>
                <c:pt idx="581" c:formatCode="yyyy/m/d">
                  <c:v>45237</c:v>
                </c:pt>
                <c:pt idx="582" c:formatCode="yyyy/m/d">
                  <c:v>45236</c:v>
                </c:pt>
                <c:pt idx="583" c:formatCode="yyyy/m/d">
                  <c:v>45233</c:v>
                </c:pt>
                <c:pt idx="584" c:formatCode="yyyy/m/d">
                  <c:v>45232</c:v>
                </c:pt>
                <c:pt idx="585" c:formatCode="yyyy/m/d">
                  <c:v>45231</c:v>
                </c:pt>
                <c:pt idx="586" c:formatCode="yyyy/m/d">
                  <c:v>45230</c:v>
                </c:pt>
                <c:pt idx="587" c:formatCode="yyyy/m/d">
                  <c:v>45229</c:v>
                </c:pt>
                <c:pt idx="588" c:formatCode="yyyy/m/d">
                  <c:v>45226</c:v>
                </c:pt>
                <c:pt idx="589" c:formatCode="yyyy/m/d">
                  <c:v>45225</c:v>
                </c:pt>
                <c:pt idx="590" c:formatCode="yyyy/m/d">
                  <c:v>45224</c:v>
                </c:pt>
                <c:pt idx="591" c:formatCode="yyyy/m/d">
                  <c:v>45223</c:v>
                </c:pt>
                <c:pt idx="592" c:formatCode="yyyy/m/d">
                  <c:v>45222</c:v>
                </c:pt>
                <c:pt idx="593" c:formatCode="yyyy/m/d">
                  <c:v>45219</c:v>
                </c:pt>
                <c:pt idx="594" c:formatCode="yyyy/m/d">
                  <c:v>45218</c:v>
                </c:pt>
                <c:pt idx="595" c:formatCode="yyyy/m/d">
                  <c:v>45217</c:v>
                </c:pt>
                <c:pt idx="596" c:formatCode="yyyy/m/d">
                  <c:v>45216</c:v>
                </c:pt>
                <c:pt idx="597" c:formatCode="yyyy/m/d">
                  <c:v>45215</c:v>
                </c:pt>
                <c:pt idx="598" c:formatCode="yyyy/m/d">
                  <c:v>45212</c:v>
                </c:pt>
                <c:pt idx="599" c:formatCode="yyyy/m/d">
                  <c:v>45211</c:v>
                </c:pt>
                <c:pt idx="600" c:formatCode="yyyy/m/d">
                  <c:v>45210</c:v>
                </c:pt>
                <c:pt idx="601" c:formatCode="yyyy/m/d">
                  <c:v>45209</c:v>
                </c:pt>
                <c:pt idx="602" c:formatCode="yyyy/m/d">
                  <c:v>45208</c:v>
                </c:pt>
                <c:pt idx="603" c:formatCode="yyyy/m/d">
                  <c:v>45205</c:v>
                </c:pt>
                <c:pt idx="604" c:formatCode="yyyy/m/d">
                  <c:v>45204</c:v>
                </c:pt>
                <c:pt idx="605" c:formatCode="yyyy/m/d">
                  <c:v>45203</c:v>
                </c:pt>
                <c:pt idx="606" c:formatCode="yyyy/m/d">
                  <c:v>45202</c:v>
                </c:pt>
                <c:pt idx="607" c:formatCode="yyyy/m/d">
                  <c:v>45201</c:v>
                </c:pt>
                <c:pt idx="608" c:formatCode="yyyy/m/d">
                  <c:v>45198</c:v>
                </c:pt>
                <c:pt idx="609" c:formatCode="yyyy/m/d">
                  <c:v>45197</c:v>
                </c:pt>
                <c:pt idx="610" c:formatCode="yyyy/m/d">
                  <c:v>45196</c:v>
                </c:pt>
                <c:pt idx="611" c:formatCode="yyyy/m/d">
                  <c:v>45195</c:v>
                </c:pt>
                <c:pt idx="612" c:formatCode="yyyy/m/d">
                  <c:v>45194</c:v>
                </c:pt>
                <c:pt idx="613" c:formatCode="yyyy/m/d">
                  <c:v>45191</c:v>
                </c:pt>
                <c:pt idx="614" c:formatCode="yyyy/m/d">
                  <c:v>45190</c:v>
                </c:pt>
                <c:pt idx="615" c:formatCode="yyyy/m/d">
                  <c:v>45189</c:v>
                </c:pt>
                <c:pt idx="616" c:formatCode="yyyy/m/d">
                  <c:v>45188</c:v>
                </c:pt>
                <c:pt idx="617" c:formatCode="yyyy/m/d">
                  <c:v>45187</c:v>
                </c:pt>
                <c:pt idx="618" c:formatCode="yyyy/m/d">
                  <c:v>45184</c:v>
                </c:pt>
                <c:pt idx="619" c:formatCode="yyyy/m/d">
                  <c:v>45183</c:v>
                </c:pt>
                <c:pt idx="620" c:formatCode="yyyy/m/d">
                  <c:v>45182</c:v>
                </c:pt>
                <c:pt idx="621" c:formatCode="yyyy/m/d">
                  <c:v>45181</c:v>
                </c:pt>
                <c:pt idx="622" c:formatCode="yyyy/m/d">
                  <c:v>45180</c:v>
                </c:pt>
                <c:pt idx="623" c:formatCode="yyyy/m/d">
                  <c:v>45177</c:v>
                </c:pt>
                <c:pt idx="624" c:formatCode="yyyy/m/d">
                  <c:v>45176</c:v>
                </c:pt>
                <c:pt idx="625" c:formatCode="yyyy/m/d">
                  <c:v>45175</c:v>
                </c:pt>
                <c:pt idx="626" c:formatCode="yyyy/m/d">
                  <c:v>45174</c:v>
                </c:pt>
                <c:pt idx="627" c:formatCode="yyyy/m/d">
                  <c:v>45173</c:v>
                </c:pt>
                <c:pt idx="628" c:formatCode="yyyy/m/d">
                  <c:v>45170</c:v>
                </c:pt>
                <c:pt idx="629" c:formatCode="yyyy/m/d">
                  <c:v>45169</c:v>
                </c:pt>
                <c:pt idx="630" c:formatCode="yyyy/m/d">
                  <c:v>45168</c:v>
                </c:pt>
                <c:pt idx="631" c:formatCode="yyyy/m/d">
                  <c:v>45167</c:v>
                </c:pt>
                <c:pt idx="632" c:formatCode="yyyy/m/d">
                  <c:v>45166</c:v>
                </c:pt>
                <c:pt idx="633" c:formatCode="yyyy/m/d">
                  <c:v>45163</c:v>
                </c:pt>
                <c:pt idx="634" c:formatCode="yyyy/m/d">
                  <c:v>45162</c:v>
                </c:pt>
                <c:pt idx="635" c:formatCode="yyyy/m/d">
                  <c:v>45161</c:v>
                </c:pt>
                <c:pt idx="636" c:formatCode="yyyy/m/d">
                  <c:v>45160</c:v>
                </c:pt>
                <c:pt idx="637" c:formatCode="yyyy/m/d">
                  <c:v>45159</c:v>
                </c:pt>
                <c:pt idx="638" c:formatCode="yyyy/m/d">
                  <c:v>45156</c:v>
                </c:pt>
                <c:pt idx="639" c:formatCode="yyyy/m/d">
                  <c:v>45155</c:v>
                </c:pt>
                <c:pt idx="640" c:formatCode="yyyy/m/d">
                  <c:v>45154</c:v>
                </c:pt>
                <c:pt idx="641" c:formatCode="yyyy/m/d">
                  <c:v>45153</c:v>
                </c:pt>
                <c:pt idx="642" c:formatCode="yyyy/m/d">
                  <c:v>45152</c:v>
                </c:pt>
                <c:pt idx="643" c:formatCode="yyyy/m/d">
                  <c:v>45149</c:v>
                </c:pt>
                <c:pt idx="644" c:formatCode="yyyy/m/d">
                  <c:v>45148</c:v>
                </c:pt>
                <c:pt idx="645" c:formatCode="yyyy/m/d">
                  <c:v>45147</c:v>
                </c:pt>
                <c:pt idx="646" c:formatCode="yyyy/m/d">
                  <c:v>45146</c:v>
                </c:pt>
                <c:pt idx="647" c:formatCode="yyyy/m/d">
                  <c:v>45145</c:v>
                </c:pt>
                <c:pt idx="648" c:formatCode="yyyy/m/d">
                  <c:v>45142</c:v>
                </c:pt>
                <c:pt idx="649" c:formatCode="yyyy/m/d">
                  <c:v>45141</c:v>
                </c:pt>
                <c:pt idx="650" c:formatCode="yyyy/m/d">
                  <c:v>45140</c:v>
                </c:pt>
                <c:pt idx="651" c:formatCode="yyyy/m/d">
                  <c:v>45139</c:v>
                </c:pt>
                <c:pt idx="652" c:formatCode="yyyy/m/d">
                  <c:v>45138</c:v>
                </c:pt>
                <c:pt idx="653" c:formatCode="yyyy/m/d">
                  <c:v>45135</c:v>
                </c:pt>
                <c:pt idx="654" c:formatCode="yyyy/m/d">
                  <c:v>45134</c:v>
                </c:pt>
                <c:pt idx="655" c:formatCode="yyyy/m/d">
                  <c:v>45133</c:v>
                </c:pt>
                <c:pt idx="656" c:formatCode="yyyy/m/d">
                  <c:v>45132</c:v>
                </c:pt>
                <c:pt idx="657" c:formatCode="yyyy/m/d">
                  <c:v>45131</c:v>
                </c:pt>
                <c:pt idx="658" c:formatCode="yyyy/m/d">
                  <c:v>45128</c:v>
                </c:pt>
                <c:pt idx="659" c:formatCode="yyyy/m/d">
                  <c:v>45127</c:v>
                </c:pt>
                <c:pt idx="660" c:formatCode="yyyy/m/d">
                  <c:v>45126</c:v>
                </c:pt>
                <c:pt idx="661" c:formatCode="yyyy/m/d">
                  <c:v>45125</c:v>
                </c:pt>
                <c:pt idx="662" c:formatCode="yyyy/m/d">
                  <c:v>45124</c:v>
                </c:pt>
                <c:pt idx="663" c:formatCode="yyyy/m/d">
                  <c:v>45121</c:v>
                </c:pt>
                <c:pt idx="664" c:formatCode="yyyy/m/d">
                  <c:v>45120</c:v>
                </c:pt>
                <c:pt idx="665" c:formatCode="yyyy/m/d">
                  <c:v>45119</c:v>
                </c:pt>
                <c:pt idx="666" c:formatCode="yyyy/m/d">
                  <c:v>45118</c:v>
                </c:pt>
                <c:pt idx="667" c:formatCode="yyyy/m/d">
                  <c:v>45117</c:v>
                </c:pt>
                <c:pt idx="668" c:formatCode="yyyy/m/d">
                  <c:v>45114</c:v>
                </c:pt>
                <c:pt idx="669" c:formatCode="yyyy/m/d">
                  <c:v>45113</c:v>
                </c:pt>
                <c:pt idx="670" c:formatCode="yyyy/m/d">
                  <c:v>45112</c:v>
                </c:pt>
                <c:pt idx="671" c:formatCode="yyyy/m/d">
                  <c:v>45111</c:v>
                </c:pt>
                <c:pt idx="672" c:formatCode="yyyy/m/d">
                  <c:v>45110</c:v>
                </c:pt>
                <c:pt idx="673" c:formatCode="yyyy/m/d">
                  <c:v>45107</c:v>
                </c:pt>
                <c:pt idx="674" c:formatCode="yyyy/m/d">
                  <c:v>45106</c:v>
                </c:pt>
                <c:pt idx="675" c:formatCode="yyyy/m/d">
                  <c:v>45105</c:v>
                </c:pt>
                <c:pt idx="676" c:formatCode="yyyy/m/d">
                  <c:v>45104</c:v>
                </c:pt>
                <c:pt idx="677" c:formatCode="yyyy/m/d">
                  <c:v>45103</c:v>
                </c:pt>
                <c:pt idx="678" c:formatCode="yyyy/m/d">
                  <c:v>45100</c:v>
                </c:pt>
                <c:pt idx="679" c:formatCode="yyyy/m/d">
                  <c:v>45099</c:v>
                </c:pt>
                <c:pt idx="680" c:formatCode="yyyy/m/d">
                  <c:v>45098</c:v>
                </c:pt>
                <c:pt idx="681" c:formatCode="yyyy/m/d">
                  <c:v>45097</c:v>
                </c:pt>
                <c:pt idx="682" c:formatCode="yyyy/m/d">
                  <c:v>45096</c:v>
                </c:pt>
                <c:pt idx="683" c:formatCode="yyyy/m/d">
                  <c:v>45093</c:v>
                </c:pt>
                <c:pt idx="684" c:formatCode="yyyy/m/d">
                  <c:v>45092</c:v>
                </c:pt>
                <c:pt idx="685" c:formatCode="yyyy/m/d">
                  <c:v>45091</c:v>
                </c:pt>
                <c:pt idx="686" c:formatCode="yyyy/m/d">
                  <c:v>45090</c:v>
                </c:pt>
                <c:pt idx="687" c:formatCode="yyyy/m/d">
                  <c:v>45089</c:v>
                </c:pt>
                <c:pt idx="688" c:formatCode="yyyy/m/d">
                  <c:v>45086</c:v>
                </c:pt>
                <c:pt idx="689" c:formatCode="yyyy/m/d">
                  <c:v>45085</c:v>
                </c:pt>
                <c:pt idx="690" c:formatCode="yyyy/m/d">
                  <c:v>45084</c:v>
                </c:pt>
                <c:pt idx="691" c:formatCode="yyyy/m/d">
                  <c:v>45083</c:v>
                </c:pt>
                <c:pt idx="692" c:formatCode="yyyy/m/d">
                  <c:v>45082</c:v>
                </c:pt>
                <c:pt idx="693" c:formatCode="yyyy/m/d">
                  <c:v>45079</c:v>
                </c:pt>
                <c:pt idx="694" c:formatCode="yyyy/m/d">
                  <c:v>45078</c:v>
                </c:pt>
                <c:pt idx="695" c:formatCode="yyyy/m/d">
                  <c:v>45077</c:v>
                </c:pt>
                <c:pt idx="696" c:formatCode="yyyy/m/d">
                  <c:v>45076</c:v>
                </c:pt>
                <c:pt idx="697" c:formatCode="yyyy/m/d">
                  <c:v>45075</c:v>
                </c:pt>
                <c:pt idx="698" c:formatCode="yyyy/m/d">
                  <c:v>45072</c:v>
                </c:pt>
                <c:pt idx="699" c:formatCode="yyyy/m/d">
                  <c:v>45071</c:v>
                </c:pt>
                <c:pt idx="700" c:formatCode="yyyy/m/d">
                  <c:v>45070</c:v>
                </c:pt>
                <c:pt idx="701" c:formatCode="yyyy/m/d">
                  <c:v>45069</c:v>
                </c:pt>
                <c:pt idx="702" c:formatCode="yyyy/m/d">
                  <c:v>45068</c:v>
                </c:pt>
                <c:pt idx="703" c:formatCode="yyyy/m/d">
                  <c:v>45065</c:v>
                </c:pt>
                <c:pt idx="704" c:formatCode="yyyy/m/d">
                  <c:v>45064</c:v>
                </c:pt>
                <c:pt idx="705" c:formatCode="yyyy/m/d">
                  <c:v>45063</c:v>
                </c:pt>
                <c:pt idx="706" c:formatCode="yyyy/m/d">
                  <c:v>45062</c:v>
                </c:pt>
                <c:pt idx="707" c:formatCode="yyyy/m/d">
                  <c:v>45061</c:v>
                </c:pt>
                <c:pt idx="708" c:formatCode="yyyy/m/d">
                  <c:v>45058</c:v>
                </c:pt>
                <c:pt idx="709" c:formatCode="yyyy/m/d">
                  <c:v>45057</c:v>
                </c:pt>
                <c:pt idx="710" c:formatCode="yyyy/m/d">
                  <c:v>45056</c:v>
                </c:pt>
                <c:pt idx="711" c:formatCode="yyyy/m/d">
                  <c:v>45055</c:v>
                </c:pt>
                <c:pt idx="712" c:formatCode="yyyy/m/d">
                  <c:v>45054</c:v>
                </c:pt>
                <c:pt idx="713" c:formatCode="yyyy/m/d">
                  <c:v>45051</c:v>
                </c:pt>
                <c:pt idx="714" c:formatCode="yyyy/m/d">
                  <c:v>45050</c:v>
                </c:pt>
                <c:pt idx="715" c:formatCode="yyyy/m/d">
                  <c:v>45049</c:v>
                </c:pt>
                <c:pt idx="716" c:formatCode="yyyy/m/d">
                  <c:v>45048</c:v>
                </c:pt>
                <c:pt idx="717" c:formatCode="yyyy/m/d">
                  <c:v>45047</c:v>
                </c:pt>
                <c:pt idx="718" c:formatCode="yyyy/m/d">
                  <c:v>45044</c:v>
                </c:pt>
                <c:pt idx="719" c:formatCode="yyyy/m/d">
                  <c:v>45043</c:v>
                </c:pt>
                <c:pt idx="720" c:formatCode="yyyy/m/d">
                  <c:v>45042</c:v>
                </c:pt>
                <c:pt idx="721" c:formatCode="yyyy/m/d">
                  <c:v>45041</c:v>
                </c:pt>
                <c:pt idx="722" c:formatCode="yyyy/m/d">
                  <c:v>45040</c:v>
                </c:pt>
                <c:pt idx="723" c:formatCode="yyyy/m/d">
                  <c:v>45037</c:v>
                </c:pt>
                <c:pt idx="724" c:formatCode="yyyy/m/d">
                  <c:v>45036</c:v>
                </c:pt>
                <c:pt idx="725" c:formatCode="yyyy/m/d">
                  <c:v>45035</c:v>
                </c:pt>
                <c:pt idx="726" c:formatCode="yyyy/m/d">
                  <c:v>45034</c:v>
                </c:pt>
                <c:pt idx="727" c:formatCode="yyyy/m/d">
                  <c:v>45033</c:v>
                </c:pt>
                <c:pt idx="728" c:formatCode="yyyy/m/d">
                  <c:v>45030</c:v>
                </c:pt>
                <c:pt idx="729" c:formatCode="yyyy/m/d">
                  <c:v>45029</c:v>
                </c:pt>
                <c:pt idx="730" c:formatCode="yyyy/m/d">
                  <c:v>45028</c:v>
                </c:pt>
                <c:pt idx="731" c:formatCode="yyyy/m/d">
                  <c:v>45027</c:v>
                </c:pt>
                <c:pt idx="732" c:formatCode="yyyy/m/d">
                  <c:v>45026</c:v>
                </c:pt>
                <c:pt idx="733" c:formatCode="yyyy/m/d">
                  <c:v>45023</c:v>
                </c:pt>
                <c:pt idx="734" c:formatCode="yyyy/m/d">
                  <c:v>45022</c:v>
                </c:pt>
                <c:pt idx="735" c:formatCode="yyyy/m/d">
                  <c:v>45021</c:v>
                </c:pt>
                <c:pt idx="736" c:formatCode="yyyy/m/d">
                  <c:v>45020</c:v>
                </c:pt>
                <c:pt idx="737" c:formatCode="yyyy/m/d">
                  <c:v>45019</c:v>
                </c:pt>
                <c:pt idx="738" c:formatCode="yyyy/m/d">
                  <c:v>45016</c:v>
                </c:pt>
                <c:pt idx="739" c:formatCode="yyyy/m/d">
                  <c:v>45015</c:v>
                </c:pt>
                <c:pt idx="740" c:formatCode="yyyy/m/d">
                  <c:v>45014</c:v>
                </c:pt>
                <c:pt idx="741" c:formatCode="yyyy/m/d">
                  <c:v>45013</c:v>
                </c:pt>
                <c:pt idx="742" c:formatCode="yyyy/m/d">
                  <c:v>45012</c:v>
                </c:pt>
                <c:pt idx="743" c:formatCode="yyyy/m/d">
                  <c:v>45009</c:v>
                </c:pt>
                <c:pt idx="744" c:formatCode="yyyy/m/d">
                  <c:v>45008</c:v>
                </c:pt>
                <c:pt idx="745" c:formatCode="yyyy/m/d">
                  <c:v>45007</c:v>
                </c:pt>
                <c:pt idx="746" c:formatCode="yyyy/m/d">
                  <c:v>45006</c:v>
                </c:pt>
                <c:pt idx="747" c:formatCode="yyyy/m/d">
                  <c:v>45005</c:v>
                </c:pt>
                <c:pt idx="748" c:formatCode="yyyy/m/d">
                  <c:v>45002</c:v>
                </c:pt>
                <c:pt idx="749" c:formatCode="yyyy/m/d">
                  <c:v>45001</c:v>
                </c:pt>
                <c:pt idx="750" c:formatCode="yyyy/m/d">
                  <c:v>45000</c:v>
                </c:pt>
                <c:pt idx="751" c:formatCode="yyyy/m/d">
                  <c:v>44999</c:v>
                </c:pt>
                <c:pt idx="752" c:formatCode="yyyy/m/d">
                  <c:v>44998</c:v>
                </c:pt>
                <c:pt idx="753" c:formatCode="yyyy/m/d">
                  <c:v>44995</c:v>
                </c:pt>
                <c:pt idx="754" c:formatCode="yyyy/m/d">
                  <c:v>44994</c:v>
                </c:pt>
                <c:pt idx="755" c:formatCode="yyyy/m/d">
                  <c:v>44993</c:v>
                </c:pt>
                <c:pt idx="756" c:formatCode="yyyy/m/d">
                  <c:v>44992</c:v>
                </c:pt>
                <c:pt idx="757" c:formatCode="yyyy/m/d">
                  <c:v>44991</c:v>
                </c:pt>
                <c:pt idx="758" c:formatCode="yyyy/m/d">
                  <c:v>44988</c:v>
                </c:pt>
                <c:pt idx="759" c:formatCode="yyyy/m/d">
                  <c:v>44987</c:v>
                </c:pt>
                <c:pt idx="760" c:formatCode="yyyy/m/d">
                  <c:v>44986</c:v>
                </c:pt>
                <c:pt idx="761" c:formatCode="yyyy/m/d">
                  <c:v>44985</c:v>
                </c:pt>
                <c:pt idx="762" c:formatCode="yyyy/m/d">
                  <c:v>44984</c:v>
                </c:pt>
                <c:pt idx="763" c:formatCode="yyyy/m/d">
                  <c:v>44981</c:v>
                </c:pt>
                <c:pt idx="764" c:formatCode="yyyy/m/d">
                  <c:v>44980</c:v>
                </c:pt>
                <c:pt idx="765" c:formatCode="yyyy/m/d">
                  <c:v>44979</c:v>
                </c:pt>
                <c:pt idx="766" c:formatCode="yyyy/m/d">
                  <c:v>44978</c:v>
                </c:pt>
                <c:pt idx="767" c:formatCode="yyyy/m/d">
                  <c:v>44977</c:v>
                </c:pt>
                <c:pt idx="768" c:formatCode="yyyy/m/d">
                  <c:v>44974</c:v>
                </c:pt>
                <c:pt idx="769" c:formatCode="yyyy/m/d">
                  <c:v>44973</c:v>
                </c:pt>
                <c:pt idx="770" c:formatCode="yyyy/m/d">
                  <c:v>44972</c:v>
                </c:pt>
                <c:pt idx="771" c:formatCode="yyyy/m/d">
                  <c:v>44971</c:v>
                </c:pt>
                <c:pt idx="772" c:formatCode="yyyy/m/d">
                  <c:v>44970</c:v>
                </c:pt>
                <c:pt idx="773" c:formatCode="yyyy/m/d">
                  <c:v>44967</c:v>
                </c:pt>
                <c:pt idx="774" c:formatCode="yyyy/m/d">
                  <c:v>44966</c:v>
                </c:pt>
                <c:pt idx="775" c:formatCode="yyyy/m/d">
                  <c:v>44965</c:v>
                </c:pt>
                <c:pt idx="776" c:formatCode="yyyy/m/d">
                  <c:v>44964</c:v>
                </c:pt>
                <c:pt idx="777" c:formatCode="yyyy/m/d">
                  <c:v>44963</c:v>
                </c:pt>
                <c:pt idx="778" c:formatCode="yyyy/m/d">
                  <c:v>44960</c:v>
                </c:pt>
                <c:pt idx="779" c:formatCode="yyyy/m/d">
                  <c:v>44959</c:v>
                </c:pt>
                <c:pt idx="780" c:formatCode="yyyy/m/d">
                  <c:v>44958</c:v>
                </c:pt>
                <c:pt idx="781" c:formatCode="yyyy/m/d">
                  <c:v>44957</c:v>
                </c:pt>
                <c:pt idx="782" c:formatCode="yyyy/m/d">
                  <c:v>44956</c:v>
                </c:pt>
                <c:pt idx="783" c:formatCode="yyyy/m/d">
                  <c:v>44953</c:v>
                </c:pt>
                <c:pt idx="784" c:formatCode="yyyy/m/d">
                  <c:v>44952</c:v>
                </c:pt>
                <c:pt idx="785" c:formatCode="yyyy/m/d">
                  <c:v>44951</c:v>
                </c:pt>
                <c:pt idx="786" c:formatCode="yyyy/m/d">
                  <c:v>44950</c:v>
                </c:pt>
                <c:pt idx="787" c:formatCode="yyyy/m/d">
                  <c:v>44949</c:v>
                </c:pt>
                <c:pt idx="788" c:formatCode="yyyy/m/d">
                  <c:v>44946</c:v>
                </c:pt>
                <c:pt idx="789" c:formatCode="yyyy/m/d">
                  <c:v>44945</c:v>
                </c:pt>
                <c:pt idx="790" c:formatCode="yyyy/m/d">
                  <c:v>44944</c:v>
                </c:pt>
                <c:pt idx="791" c:formatCode="yyyy/m/d">
                  <c:v>44943</c:v>
                </c:pt>
                <c:pt idx="792" c:formatCode="yyyy/m/d">
                  <c:v>44942</c:v>
                </c:pt>
                <c:pt idx="793" c:formatCode="yyyy/m/d">
                  <c:v>44939</c:v>
                </c:pt>
                <c:pt idx="794" c:formatCode="yyyy/m/d">
                  <c:v>44938</c:v>
                </c:pt>
                <c:pt idx="795" c:formatCode="yyyy/m/d">
                  <c:v>44937</c:v>
                </c:pt>
                <c:pt idx="796" c:formatCode="yyyy/m/d">
                  <c:v>44936</c:v>
                </c:pt>
                <c:pt idx="797" c:formatCode="yyyy/m/d">
                  <c:v>44935</c:v>
                </c:pt>
                <c:pt idx="798" c:formatCode="yyyy/m/d">
                  <c:v>44932</c:v>
                </c:pt>
                <c:pt idx="799" c:formatCode="yyyy/m/d">
                  <c:v>44931</c:v>
                </c:pt>
                <c:pt idx="800" c:formatCode="yyyy/m/d">
                  <c:v>44930</c:v>
                </c:pt>
                <c:pt idx="801" c:formatCode="yyyy/m/d">
                  <c:v>44929</c:v>
                </c:pt>
                <c:pt idx="802" c:formatCode="yyyy/m/d">
                  <c:v>44928</c:v>
                </c:pt>
                <c:pt idx="803" c:formatCode="yyyy/m/d">
                  <c:v>44925</c:v>
                </c:pt>
                <c:pt idx="804" c:formatCode="yyyy/m/d">
                  <c:v>44924</c:v>
                </c:pt>
                <c:pt idx="805" c:formatCode="yyyy/m/d">
                  <c:v>44923</c:v>
                </c:pt>
                <c:pt idx="806" c:formatCode="yyyy/m/d">
                  <c:v>44922</c:v>
                </c:pt>
                <c:pt idx="807" c:formatCode="yyyy/m/d">
                  <c:v>44921</c:v>
                </c:pt>
                <c:pt idx="808" c:formatCode="yyyy/m/d">
                  <c:v>44918</c:v>
                </c:pt>
                <c:pt idx="809" c:formatCode="yyyy/m/d">
                  <c:v>44917</c:v>
                </c:pt>
                <c:pt idx="810" c:formatCode="yyyy/m/d">
                  <c:v>44916</c:v>
                </c:pt>
                <c:pt idx="811" c:formatCode="yyyy/m/d">
                  <c:v>44915</c:v>
                </c:pt>
                <c:pt idx="812" c:formatCode="yyyy/m/d">
                  <c:v>44914</c:v>
                </c:pt>
                <c:pt idx="813" c:formatCode="yyyy/m/d">
                  <c:v>44911</c:v>
                </c:pt>
                <c:pt idx="814" c:formatCode="yyyy/m/d">
                  <c:v>44910</c:v>
                </c:pt>
                <c:pt idx="815" c:formatCode="yyyy/m/d">
                  <c:v>44909</c:v>
                </c:pt>
                <c:pt idx="816" c:formatCode="yyyy/m/d">
                  <c:v>44908</c:v>
                </c:pt>
                <c:pt idx="817" c:formatCode="yyyy/m/d">
                  <c:v>44907</c:v>
                </c:pt>
                <c:pt idx="818" c:formatCode="yyyy/m/d">
                  <c:v>44904</c:v>
                </c:pt>
                <c:pt idx="819" c:formatCode="yyyy/m/d">
                  <c:v>44903</c:v>
                </c:pt>
                <c:pt idx="820" c:formatCode="yyyy/m/d">
                  <c:v>44902</c:v>
                </c:pt>
                <c:pt idx="821" c:formatCode="yyyy/m/d">
                  <c:v>44901</c:v>
                </c:pt>
                <c:pt idx="822" c:formatCode="yyyy/m/d">
                  <c:v>44900</c:v>
                </c:pt>
                <c:pt idx="823" c:formatCode="yyyy/m/d">
                  <c:v>44897</c:v>
                </c:pt>
                <c:pt idx="824" c:formatCode="yyyy/m/d">
                  <c:v>44896</c:v>
                </c:pt>
                <c:pt idx="825" c:formatCode="yyyy/m/d">
                  <c:v>44895</c:v>
                </c:pt>
                <c:pt idx="826" c:formatCode="yyyy/m/d">
                  <c:v>44894</c:v>
                </c:pt>
                <c:pt idx="827" c:formatCode="yyyy/m/d">
                  <c:v>44893</c:v>
                </c:pt>
                <c:pt idx="828" c:formatCode="yyyy/m/d">
                  <c:v>44890</c:v>
                </c:pt>
                <c:pt idx="829" c:formatCode="yyyy/m/d">
                  <c:v>44889</c:v>
                </c:pt>
                <c:pt idx="830" c:formatCode="yyyy/m/d">
                  <c:v>44888</c:v>
                </c:pt>
                <c:pt idx="831" c:formatCode="yyyy/m/d">
                  <c:v>44887</c:v>
                </c:pt>
                <c:pt idx="832" c:formatCode="yyyy/m/d">
                  <c:v>44886</c:v>
                </c:pt>
                <c:pt idx="833" c:formatCode="yyyy/m/d">
                  <c:v>44883</c:v>
                </c:pt>
                <c:pt idx="834" c:formatCode="yyyy/m/d">
                  <c:v>44882</c:v>
                </c:pt>
                <c:pt idx="835" c:formatCode="yyyy/m/d">
                  <c:v>44881</c:v>
                </c:pt>
                <c:pt idx="836" c:formatCode="yyyy/m/d">
                  <c:v>44880</c:v>
                </c:pt>
                <c:pt idx="837" c:formatCode="yyyy/m/d">
                  <c:v>44879</c:v>
                </c:pt>
                <c:pt idx="838" c:formatCode="yyyy/m/d">
                  <c:v>44876</c:v>
                </c:pt>
                <c:pt idx="839" c:formatCode="yyyy/m/d">
                  <c:v>44875</c:v>
                </c:pt>
                <c:pt idx="840" c:formatCode="yyyy/m/d">
                  <c:v>44874</c:v>
                </c:pt>
                <c:pt idx="841" c:formatCode="yyyy/m/d">
                  <c:v>44873</c:v>
                </c:pt>
                <c:pt idx="842" c:formatCode="yyyy/m/d">
                  <c:v>44872</c:v>
                </c:pt>
                <c:pt idx="843" c:formatCode="yyyy/m/d">
                  <c:v>44869</c:v>
                </c:pt>
                <c:pt idx="844" c:formatCode="yyyy/m/d">
                  <c:v>44868</c:v>
                </c:pt>
                <c:pt idx="845" c:formatCode="yyyy/m/d">
                  <c:v>44867</c:v>
                </c:pt>
                <c:pt idx="846" c:formatCode="yyyy/m/d">
                  <c:v>44866</c:v>
                </c:pt>
                <c:pt idx="847" c:formatCode="yyyy/m/d">
                  <c:v>44865</c:v>
                </c:pt>
                <c:pt idx="848" c:formatCode="yyyy/m/d">
                  <c:v>44862</c:v>
                </c:pt>
                <c:pt idx="849" c:formatCode="yyyy/m/d">
                  <c:v>44861</c:v>
                </c:pt>
                <c:pt idx="850" c:formatCode="yyyy/m/d">
                  <c:v>44860</c:v>
                </c:pt>
                <c:pt idx="851" c:formatCode="yyyy/m/d">
                  <c:v>44859</c:v>
                </c:pt>
                <c:pt idx="852" c:formatCode="yyyy/m/d">
                  <c:v>44858</c:v>
                </c:pt>
                <c:pt idx="853" c:formatCode="yyyy/m/d">
                  <c:v>44855</c:v>
                </c:pt>
                <c:pt idx="854" c:formatCode="yyyy/m/d">
                  <c:v>44854</c:v>
                </c:pt>
                <c:pt idx="855" c:formatCode="yyyy/m/d">
                  <c:v>44853</c:v>
                </c:pt>
                <c:pt idx="856" c:formatCode="yyyy/m/d">
                  <c:v>44852</c:v>
                </c:pt>
                <c:pt idx="857" c:formatCode="yyyy/m/d">
                  <c:v>44851</c:v>
                </c:pt>
                <c:pt idx="858" c:formatCode="yyyy/m/d">
                  <c:v>44848</c:v>
                </c:pt>
                <c:pt idx="859" c:formatCode="yyyy/m/d">
                  <c:v>44847</c:v>
                </c:pt>
                <c:pt idx="860" c:formatCode="yyyy/m/d">
                  <c:v>44846</c:v>
                </c:pt>
                <c:pt idx="861" c:formatCode="yyyy/m/d">
                  <c:v>44845</c:v>
                </c:pt>
                <c:pt idx="862" c:formatCode="yyyy/m/d">
                  <c:v>44844</c:v>
                </c:pt>
                <c:pt idx="863" c:formatCode="yyyy/m/d">
                  <c:v>44841</c:v>
                </c:pt>
                <c:pt idx="864" c:formatCode="yyyy/m/d">
                  <c:v>44840</c:v>
                </c:pt>
                <c:pt idx="865" c:formatCode="yyyy/m/d">
                  <c:v>44839</c:v>
                </c:pt>
                <c:pt idx="866" c:formatCode="yyyy/m/d">
                  <c:v>44838</c:v>
                </c:pt>
                <c:pt idx="867" c:formatCode="yyyy/m/d">
                  <c:v>44837</c:v>
                </c:pt>
                <c:pt idx="868" c:formatCode="yyyy/m/d">
                  <c:v>44834</c:v>
                </c:pt>
                <c:pt idx="869" c:formatCode="yyyy/m/d">
                  <c:v>44833</c:v>
                </c:pt>
                <c:pt idx="870" c:formatCode="yyyy/m/d">
                  <c:v>44832</c:v>
                </c:pt>
                <c:pt idx="871" c:formatCode="yyyy/m/d">
                  <c:v>44831</c:v>
                </c:pt>
                <c:pt idx="872" c:formatCode="yyyy/m/d">
                  <c:v>44830</c:v>
                </c:pt>
                <c:pt idx="873" c:formatCode="yyyy/m/d">
                  <c:v>44827</c:v>
                </c:pt>
                <c:pt idx="874" c:formatCode="yyyy/m/d">
                  <c:v>44826</c:v>
                </c:pt>
                <c:pt idx="875" c:formatCode="yyyy/m/d">
                  <c:v>44825</c:v>
                </c:pt>
                <c:pt idx="876" c:formatCode="yyyy/m/d">
                  <c:v>44824</c:v>
                </c:pt>
                <c:pt idx="877" c:formatCode="yyyy/m/d">
                  <c:v>44823</c:v>
                </c:pt>
                <c:pt idx="878" c:formatCode="yyyy/m/d">
                  <c:v>44820</c:v>
                </c:pt>
                <c:pt idx="879" c:formatCode="yyyy/m/d">
                  <c:v>44819</c:v>
                </c:pt>
                <c:pt idx="880" c:formatCode="yyyy/m/d">
                  <c:v>44818</c:v>
                </c:pt>
                <c:pt idx="881" c:formatCode="yyyy/m/d">
                  <c:v>44817</c:v>
                </c:pt>
                <c:pt idx="882" c:formatCode="yyyy/m/d">
                  <c:v>44816</c:v>
                </c:pt>
                <c:pt idx="883" c:formatCode="yyyy/m/d">
                  <c:v>44813</c:v>
                </c:pt>
                <c:pt idx="884" c:formatCode="yyyy/m/d">
                  <c:v>44812</c:v>
                </c:pt>
                <c:pt idx="885" c:formatCode="yyyy/m/d">
                  <c:v>44811</c:v>
                </c:pt>
                <c:pt idx="886" c:formatCode="yyyy/m/d">
                  <c:v>44810</c:v>
                </c:pt>
                <c:pt idx="887" c:formatCode="yyyy/m/d">
                  <c:v>44809</c:v>
                </c:pt>
                <c:pt idx="888" c:formatCode="yyyy/m/d">
                  <c:v>44806</c:v>
                </c:pt>
                <c:pt idx="889" c:formatCode="yyyy/m/d">
                  <c:v>44805</c:v>
                </c:pt>
                <c:pt idx="890" c:formatCode="yyyy/m/d">
                  <c:v>44804</c:v>
                </c:pt>
                <c:pt idx="891" c:formatCode="yyyy/m/d">
                  <c:v>44803</c:v>
                </c:pt>
                <c:pt idx="892" c:formatCode="yyyy/m/d">
                  <c:v>44802</c:v>
                </c:pt>
                <c:pt idx="893" c:formatCode="yyyy/m/d">
                  <c:v>44799</c:v>
                </c:pt>
                <c:pt idx="894" c:formatCode="yyyy/m/d">
                  <c:v>44798</c:v>
                </c:pt>
                <c:pt idx="895" c:formatCode="yyyy/m/d">
                  <c:v>44797</c:v>
                </c:pt>
                <c:pt idx="896" c:formatCode="yyyy/m/d">
                  <c:v>44796</c:v>
                </c:pt>
                <c:pt idx="897" c:formatCode="yyyy/m/d">
                  <c:v>44795</c:v>
                </c:pt>
                <c:pt idx="898" c:formatCode="yyyy/m/d">
                  <c:v>44792</c:v>
                </c:pt>
                <c:pt idx="899" c:formatCode="yyyy/m/d">
                  <c:v>44791</c:v>
                </c:pt>
                <c:pt idx="900" c:formatCode="yyyy/m/d">
                  <c:v>44790</c:v>
                </c:pt>
                <c:pt idx="901" c:formatCode="yyyy/m/d">
                  <c:v>44789</c:v>
                </c:pt>
                <c:pt idx="902" c:formatCode="yyyy/m/d">
                  <c:v>44788</c:v>
                </c:pt>
                <c:pt idx="903" c:formatCode="yyyy/m/d">
                  <c:v>44785</c:v>
                </c:pt>
                <c:pt idx="904" c:formatCode="yyyy/m/d">
                  <c:v>44784</c:v>
                </c:pt>
                <c:pt idx="905" c:formatCode="yyyy/m/d">
                  <c:v>44783</c:v>
                </c:pt>
                <c:pt idx="906" c:formatCode="yyyy/m/d">
                  <c:v>44782</c:v>
                </c:pt>
                <c:pt idx="907" c:formatCode="yyyy/m/d">
                  <c:v>44781</c:v>
                </c:pt>
                <c:pt idx="908" c:formatCode="yyyy/m/d">
                  <c:v>44778</c:v>
                </c:pt>
                <c:pt idx="909" c:formatCode="yyyy/m/d">
                  <c:v>44777</c:v>
                </c:pt>
                <c:pt idx="910" c:formatCode="yyyy/m/d">
                  <c:v>44776</c:v>
                </c:pt>
                <c:pt idx="911" c:formatCode="yyyy/m/d">
                  <c:v>44775</c:v>
                </c:pt>
                <c:pt idx="912" c:formatCode="yyyy/m/d">
                  <c:v>44774</c:v>
                </c:pt>
                <c:pt idx="913" c:formatCode="yyyy/m/d">
                  <c:v>44771</c:v>
                </c:pt>
                <c:pt idx="914" c:formatCode="yyyy/m/d">
                  <c:v>44770</c:v>
                </c:pt>
                <c:pt idx="915" c:formatCode="yyyy/m/d">
                  <c:v>44769</c:v>
                </c:pt>
                <c:pt idx="916" c:formatCode="yyyy/m/d">
                  <c:v>44768</c:v>
                </c:pt>
                <c:pt idx="917" c:formatCode="yyyy/m/d">
                  <c:v>44767</c:v>
                </c:pt>
                <c:pt idx="918" c:formatCode="yyyy/m/d">
                  <c:v>44764</c:v>
                </c:pt>
                <c:pt idx="919" c:formatCode="yyyy/m/d">
                  <c:v>44763</c:v>
                </c:pt>
                <c:pt idx="920" c:formatCode="yyyy/m/d">
                  <c:v>44762</c:v>
                </c:pt>
                <c:pt idx="921" c:formatCode="yyyy/m/d">
                  <c:v>44761</c:v>
                </c:pt>
                <c:pt idx="922" c:formatCode="yyyy/m/d">
                  <c:v>44760</c:v>
                </c:pt>
                <c:pt idx="923" c:formatCode="yyyy/m/d">
                  <c:v>44757</c:v>
                </c:pt>
                <c:pt idx="924" c:formatCode="yyyy/m/d">
                  <c:v>44756</c:v>
                </c:pt>
                <c:pt idx="925" c:formatCode="yyyy/m/d">
                  <c:v>44755</c:v>
                </c:pt>
                <c:pt idx="926" c:formatCode="yyyy/m/d">
                  <c:v>44754</c:v>
                </c:pt>
                <c:pt idx="927" c:formatCode="yyyy/m/d">
                  <c:v>44753</c:v>
                </c:pt>
                <c:pt idx="928" c:formatCode="yyyy/m/d">
                  <c:v>44750</c:v>
                </c:pt>
                <c:pt idx="929" c:formatCode="yyyy/m/d">
                  <c:v>44749</c:v>
                </c:pt>
                <c:pt idx="930" c:formatCode="yyyy/m/d">
                  <c:v>44748</c:v>
                </c:pt>
                <c:pt idx="931" c:formatCode="yyyy/m/d">
                  <c:v>44747</c:v>
                </c:pt>
                <c:pt idx="932" c:formatCode="yyyy/m/d">
                  <c:v>44746</c:v>
                </c:pt>
                <c:pt idx="933" c:formatCode="yyyy/m/d">
                  <c:v>44743</c:v>
                </c:pt>
                <c:pt idx="934" c:formatCode="yyyy/m/d">
                  <c:v>44742</c:v>
                </c:pt>
                <c:pt idx="935" c:formatCode="yyyy/m/d">
                  <c:v>44741</c:v>
                </c:pt>
                <c:pt idx="936" c:formatCode="yyyy/m/d">
                  <c:v>44740</c:v>
                </c:pt>
                <c:pt idx="937" c:formatCode="yyyy/m/d">
                  <c:v>44739</c:v>
                </c:pt>
                <c:pt idx="938" c:formatCode="yyyy/m/d">
                  <c:v>44736</c:v>
                </c:pt>
                <c:pt idx="939" c:formatCode="yyyy/m/d">
                  <c:v>44735</c:v>
                </c:pt>
                <c:pt idx="940" c:formatCode="yyyy/m/d">
                  <c:v>44734</c:v>
                </c:pt>
                <c:pt idx="941" c:formatCode="yyyy/m/d">
                  <c:v>44733</c:v>
                </c:pt>
                <c:pt idx="942" c:formatCode="yyyy/m/d">
                  <c:v>44732</c:v>
                </c:pt>
                <c:pt idx="943" c:formatCode="yyyy/m/d">
                  <c:v>44729</c:v>
                </c:pt>
                <c:pt idx="944" c:formatCode="yyyy/m/d">
                  <c:v>44728</c:v>
                </c:pt>
                <c:pt idx="945" c:formatCode="yyyy/m/d">
                  <c:v>44727</c:v>
                </c:pt>
                <c:pt idx="946" c:formatCode="yyyy/m/d">
                  <c:v>44726</c:v>
                </c:pt>
                <c:pt idx="947" c:formatCode="yyyy/m/d">
                  <c:v>44725</c:v>
                </c:pt>
                <c:pt idx="948" c:formatCode="yyyy/m/d">
                  <c:v>44722</c:v>
                </c:pt>
                <c:pt idx="949" c:formatCode="yyyy/m/d">
                  <c:v>44721</c:v>
                </c:pt>
                <c:pt idx="950" c:formatCode="yyyy/m/d">
                  <c:v>44720</c:v>
                </c:pt>
                <c:pt idx="951" c:formatCode="yyyy/m/d">
                  <c:v>44719</c:v>
                </c:pt>
                <c:pt idx="952" c:formatCode="yyyy/m/d">
                  <c:v>44718</c:v>
                </c:pt>
                <c:pt idx="953" c:formatCode="yyyy/m/d">
                  <c:v>44715</c:v>
                </c:pt>
                <c:pt idx="954" c:formatCode="yyyy/m/d">
                  <c:v>44714</c:v>
                </c:pt>
                <c:pt idx="955" c:formatCode="yyyy/m/d">
                  <c:v>44713</c:v>
                </c:pt>
                <c:pt idx="956" c:formatCode="yyyy/m/d">
                  <c:v>44712</c:v>
                </c:pt>
                <c:pt idx="957" c:formatCode="yyyy/m/d">
                  <c:v>44711</c:v>
                </c:pt>
                <c:pt idx="958" c:formatCode="yyyy/m/d">
                  <c:v>44708</c:v>
                </c:pt>
                <c:pt idx="959" c:formatCode="yyyy/m/d">
                  <c:v>44707</c:v>
                </c:pt>
                <c:pt idx="960" c:formatCode="yyyy/m/d">
                  <c:v>44706</c:v>
                </c:pt>
                <c:pt idx="961" c:formatCode="yyyy/m/d">
                  <c:v>44705</c:v>
                </c:pt>
                <c:pt idx="962" c:formatCode="yyyy/m/d">
                  <c:v>44704</c:v>
                </c:pt>
                <c:pt idx="963" c:formatCode="yyyy/m/d">
                  <c:v>44701</c:v>
                </c:pt>
                <c:pt idx="964" c:formatCode="yyyy/m/d">
                  <c:v>44700</c:v>
                </c:pt>
                <c:pt idx="965" c:formatCode="yyyy/m/d">
                  <c:v>44699</c:v>
                </c:pt>
                <c:pt idx="966" c:formatCode="yyyy/m/d">
                  <c:v>44698</c:v>
                </c:pt>
                <c:pt idx="967" c:formatCode="yyyy/m/d">
                  <c:v>44697</c:v>
                </c:pt>
                <c:pt idx="968" c:formatCode="yyyy/m/d">
                  <c:v>44694</c:v>
                </c:pt>
                <c:pt idx="969" c:formatCode="yyyy/m/d">
                  <c:v>44693</c:v>
                </c:pt>
                <c:pt idx="970" c:formatCode="yyyy/m/d">
                  <c:v>44692</c:v>
                </c:pt>
                <c:pt idx="971" c:formatCode="yyyy/m/d">
                  <c:v>44691</c:v>
                </c:pt>
                <c:pt idx="972" c:formatCode="yyyy/m/d">
                  <c:v>44690</c:v>
                </c:pt>
                <c:pt idx="973" c:formatCode="yyyy/m/d">
                  <c:v>44687</c:v>
                </c:pt>
                <c:pt idx="974" c:formatCode="yyyy/m/d">
                  <c:v>44686</c:v>
                </c:pt>
                <c:pt idx="975" c:formatCode="yyyy/m/d">
                  <c:v>44685</c:v>
                </c:pt>
                <c:pt idx="976" c:formatCode="yyyy/m/d">
                  <c:v>44684</c:v>
                </c:pt>
                <c:pt idx="977" c:formatCode="yyyy/m/d">
                  <c:v>44683</c:v>
                </c:pt>
                <c:pt idx="978" c:formatCode="yyyy/m/d">
                  <c:v>44680</c:v>
                </c:pt>
                <c:pt idx="979" c:formatCode="yyyy/m/d">
                  <c:v>44679</c:v>
                </c:pt>
                <c:pt idx="980" c:formatCode="yyyy/m/d">
                  <c:v>44678</c:v>
                </c:pt>
                <c:pt idx="981" c:formatCode="yyyy/m/d">
                  <c:v>44677</c:v>
                </c:pt>
                <c:pt idx="982" c:formatCode="yyyy/m/d">
                  <c:v>44676</c:v>
                </c:pt>
                <c:pt idx="983" c:formatCode="yyyy/m/d">
                  <c:v>44673</c:v>
                </c:pt>
                <c:pt idx="984" c:formatCode="yyyy/m/d">
                  <c:v>44672</c:v>
                </c:pt>
                <c:pt idx="985" c:formatCode="yyyy/m/d">
                  <c:v>44671</c:v>
                </c:pt>
                <c:pt idx="986" c:formatCode="yyyy/m/d">
                  <c:v>44670</c:v>
                </c:pt>
                <c:pt idx="987" c:formatCode="yyyy/m/d">
                  <c:v>44669</c:v>
                </c:pt>
                <c:pt idx="988" c:formatCode="yyyy/m/d">
                  <c:v>44666</c:v>
                </c:pt>
                <c:pt idx="989" c:formatCode="yyyy/m/d">
                  <c:v>44665</c:v>
                </c:pt>
                <c:pt idx="990" c:formatCode="yyyy/m/d">
                  <c:v>44664</c:v>
                </c:pt>
                <c:pt idx="991" c:formatCode="yyyy/m/d">
                  <c:v>44663</c:v>
                </c:pt>
                <c:pt idx="992" c:formatCode="yyyy/m/d">
                  <c:v>44662</c:v>
                </c:pt>
                <c:pt idx="993" c:formatCode="yyyy/m/d">
                  <c:v>44659</c:v>
                </c:pt>
                <c:pt idx="994" c:formatCode="yyyy/m/d">
                  <c:v>44658</c:v>
                </c:pt>
                <c:pt idx="995" c:formatCode="yyyy/m/d">
                  <c:v>44657</c:v>
                </c:pt>
                <c:pt idx="996" c:formatCode="yyyy/m/d">
                  <c:v>44656</c:v>
                </c:pt>
                <c:pt idx="997" c:formatCode="yyyy/m/d">
                  <c:v>44655</c:v>
                </c:pt>
                <c:pt idx="998" c:formatCode="yyyy/m/d">
                  <c:v>44652</c:v>
                </c:pt>
                <c:pt idx="999" c:formatCode="yyyy/m/d">
                  <c:v>44651</c:v>
                </c:pt>
                <c:pt idx="1000" c:formatCode="yyyy/m/d">
                  <c:v>44650</c:v>
                </c:pt>
                <c:pt idx="1001" c:formatCode="yyyy/m/d">
                  <c:v>44649</c:v>
                </c:pt>
                <c:pt idx="1002" c:formatCode="yyyy/m/d">
                  <c:v>44648</c:v>
                </c:pt>
                <c:pt idx="1003" c:formatCode="yyyy/m/d">
                  <c:v>44645</c:v>
                </c:pt>
                <c:pt idx="1004" c:formatCode="yyyy/m/d">
                  <c:v>44644</c:v>
                </c:pt>
                <c:pt idx="1005" c:formatCode="yyyy/m/d">
                  <c:v>44643</c:v>
                </c:pt>
                <c:pt idx="1006" c:formatCode="yyyy/m/d">
                  <c:v>44642</c:v>
                </c:pt>
                <c:pt idx="1007" c:formatCode="yyyy/m/d">
                  <c:v>44641</c:v>
                </c:pt>
                <c:pt idx="1008" c:formatCode="yyyy/m/d">
                  <c:v>44638</c:v>
                </c:pt>
                <c:pt idx="1009" c:formatCode="yyyy/m/d">
                  <c:v>44637</c:v>
                </c:pt>
                <c:pt idx="1010" c:formatCode="yyyy/m/d">
                  <c:v>44636</c:v>
                </c:pt>
                <c:pt idx="1011" c:formatCode="yyyy/m/d">
                  <c:v>44635</c:v>
                </c:pt>
                <c:pt idx="1012" c:formatCode="yyyy/m/d">
                  <c:v>44634</c:v>
                </c:pt>
                <c:pt idx="1013" c:formatCode="yyyy/m/d">
                  <c:v>44631</c:v>
                </c:pt>
                <c:pt idx="1014" c:formatCode="yyyy/m/d">
                  <c:v>44630</c:v>
                </c:pt>
                <c:pt idx="1015" c:formatCode="yyyy/m/d">
                  <c:v>44629</c:v>
                </c:pt>
                <c:pt idx="1016" c:formatCode="yyyy/m/d">
                  <c:v>44628</c:v>
                </c:pt>
                <c:pt idx="1017" c:formatCode="yyyy/m/d">
                  <c:v>44627</c:v>
                </c:pt>
                <c:pt idx="1018" c:formatCode="yyyy/m/d">
                  <c:v>44624</c:v>
                </c:pt>
                <c:pt idx="1019" c:formatCode="yyyy/m/d">
                  <c:v>44623</c:v>
                </c:pt>
                <c:pt idx="1020" c:formatCode="yyyy/m/d">
                  <c:v>44622</c:v>
                </c:pt>
                <c:pt idx="1021" c:formatCode="yyyy/m/d">
                  <c:v>44621</c:v>
                </c:pt>
                <c:pt idx="1022" c:formatCode="yyyy/m/d">
                  <c:v>44620</c:v>
                </c:pt>
                <c:pt idx="1023" c:formatCode="yyyy/m/d">
                  <c:v>44617</c:v>
                </c:pt>
                <c:pt idx="1024" c:formatCode="yyyy/m/d">
                  <c:v>44616</c:v>
                </c:pt>
                <c:pt idx="1025" c:formatCode="yyyy/m/d">
                  <c:v>44615</c:v>
                </c:pt>
                <c:pt idx="1026" c:formatCode="yyyy/m/d">
                  <c:v>44614</c:v>
                </c:pt>
                <c:pt idx="1027" c:formatCode="yyyy/m/d">
                  <c:v>44613</c:v>
                </c:pt>
                <c:pt idx="1028" c:formatCode="yyyy/m/d">
                  <c:v>44610</c:v>
                </c:pt>
                <c:pt idx="1029" c:formatCode="yyyy/m/d">
                  <c:v>44609</c:v>
                </c:pt>
                <c:pt idx="1030" c:formatCode="yyyy/m/d">
                  <c:v>44608</c:v>
                </c:pt>
                <c:pt idx="1031" c:formatCode="yyyy/m/d">
                  <c:v>44607</c:v>
                </c:pt>
                <c:pt idx="1032" c:formatCode="yyyy/m/d">
                  <c:v>44606</c:v>
                </c:pt>
                <c:pt idx="1033" c:formatCode="yyyy/m/d">
                  <c:v>44603</c:v>
                </c:pt>
                <c:pt idx="1034" c:formatCode="yyyy/m/d">
                  <c:v>44602</c:v>
                </c:pt>
                <c:pt idx="1035" c:formatCode="yyyy/m/d">
                  <c:v>44601</c:v>
                </c:pt>
                <c:pt idx="1036" c:formatCode="yyyy/m/d">
                  <c:v>44600</c:v>
                </c:pt>
                <c:pt idx="1037" c:formatCode="yyyy/m/d">
                  <c:v>44599</c:v>
                </c:pt>
                <c:pt idx="1038" c:formatCode="yyyy/m/d">
                  <c:v>44596</c:v>
                </c:pt>
                <c:pt idx="1039" c:formatCode="yyyy/m/d">
                  <c:v>44595</c:v>
                </c:pt>
                <c:pt idx="1040" c:formatCode="yyyy/m/d">
                  <c:v>44594</c:v>
                </c:pt>
                <c:pt idx="1041" c:formatCode="yyyy/m/d">
                  <c:v>44593</c:v>
                </c:pt>
                <c:pt idx="1042" c:formatCode="yyyy/m/d">
                  <c:v>44592</c:v>
                </c:pt>
                <c:pt idx="1043" c:formatCode="yyyy/m/d">
                  <c:v>44589</c:v>
                </c:pt>
                <c:pt idx="1044" c:formatCode="yyyy/m/d">
                  <c:v>44588</c:v>
                </c:pt>
                <c:pt idx="1045" c:formatCode="yyyy/m/d">
                  <c:v>44587</c:v>
                </c:pt>
                <c:pt idx="1046" c:formatCode="yyyy/m/d">
                  <c:v>44586</c:v>
                </c:pt>
                <c:pt idx="1047" c:formatCode="yyyy/m/d">
                  <c:v>44585</c:v>
                </c:pt>
                <c:pt idx="1048" c:formatCode="yyyy/m/d">
                  <c:v>44582</c:v>
                </c:pt>
                <c:pt idx="1049" c:formatCode="yyyy/m/d">
                  <c:v>44581</c:v>
                </c:pt>
                <c:pt idx="1050" c:formatCode="yyyy/m/d">
                  <c:v>44580</c:v>
                </c:pt>
                <c:pt idx="1051" c:formatCode="yyyy/m/d">
                  <c:v>44579</c:v>
                </c:pt>
                <c:pt idx="1052" c:formatCode="yyyy/m/d">
                  <c:v>44578</c:v>
                </c:pt>
                <c:pt idx="1053" c:formatCode="yyyy/m/d">
                  <c:v>44575</c:v>
                </c:pt>
                <c:pt idx="1054" c:formatCode="yyyy/m/d">
                  <c:v>44574</c:v>
                </c:pt>
                <c:pt idx="1055" c:formatCode="yyyy/m/d">
                  <c:v>44573</c:v>
                </c:pt>
                <c:pt idx="1056" c:formatCode="yyyy/m/d">
                  <c:v>44572</c:v>
                </c:pt>
                <c:pt idx="1057" c:formatCode="yyyy/m/d">
                  <c:v>44571</c:v>
                </c:pt>
                <c:pt idx="1058" c:formatCode="yyyy/m/d">
                  <c:v>44568</c:v>
                </c:pt>
                <c:pt idx="1059" c:formatCode="yyyy/m/d">
                  <c:v>44567</c:v>
                </c:pt>
                <c:pt idx="1060" c:formatCode="yyyy/m/d">
                  <c:v>44566</c:v>
                </c:pt>
                <c:pt idx="1061" c:formatCode="yyyy/m/d">
                  <c:v>44565</c:v>
                </c:pt>
                <c:pt idx="1062" c:formatCode="yyyy/m/d">
                  <c:v>44564</c:v>
                </c:pt>
                <c:pt idx="1063" c:formatCode="yyyy/m/d">
                  <c:v>44561</c:v>
                </c:pt>
                <c:pt idx="1064" c:formatCode="yyyy/m/d">
                  <c:v>44560</c:v>
                </c:pt>
                <c:pt idx="1065" c:formatCode="yyyy/m/d">
                  <c:v>44559</c:v>
                </c:pt>
                <c:pt idx="1066" c:formatCode="yyyy/m/d">
                  <c:v>44558</c:v>
                </c:pt>
                <c:pt idx="1067" c:formatCode="yyyy/m/d">
                  <c:v>44557</c:v>
                </c:pt>
                <c:pt idx="1068" c:formatCode="yyyy/m/d">
                  <c:v>44554</c:v>
                </c:pt>
                <c:pt idx="1069" c:formatCode="yyyy/m/d">
                  <c:v>44553</c:v>
                </c:pt>
                <c:pt idx="1070" c:formatCode="yyyy/m/d">
                  <c:v>44552</c:v>
                </c:pt>
                <c:pt idx="1071" c:formatCode="yyyy/m/d">
                  <c:v>44551</c:v>
                </c:pt>
                <c:pt idx="1072" c:formatCode="yyyy/m/d">
                  <c:v>44550</c:v>
                </c:pt>
                <c:pt idx="1073" c:formatCode="yyyy/m/d">
                  <c:v>44547</c:v>
                </c:pt>
                <c:pt idx="1074" c:formatCode="yyyy/m/d">
                  <c:v>44546</c:v>
                </c:pt>
                <c:pt idx="1075" c:formatCode="yyyy/m/d">
                  <c:v>44545</c:v>
                </c:pt>
                <c:pt idx="1076" c:formatCode="yyyy/m/d">
                  <c:v>44544</c:v>
                </c:pt>
                <c:pt idx="1077" c:formatCode="yyyy/m/d">
                  <c:v>44543</c:v>
                </c:pt>
                <c:pt idx="1078" c:formatCode="yyyy/m/d">
                  <c:v>44540</c:v>
                </c:pt>
                <c:pt idx="1079" c:formatCode="yyyy/m/d">
                  <c:v>44539</c:v>
                </c:pt>
                <c:pt idx="1080" c:formatCode="yyyy/m/d">
                  <c:v>44538</c:v>
                </c:pt>
                <c:pt idx="1081" c:formatCode="yyyy/m/d">
                  <c:v>44537</c:v>
                </c:pt>
                <c:pt idx="1082" c:formatCode="yyyy/m/d">
                  <c:v>44536</c:v>
                </c:pt>
                <c:pt idx="1083" c:formatCode="yyyy/m/d">
                  <c:v>44533</c:v>
                </c:pt>
                <c:pt idx="1084" c:formatCode="yyyy/m/d">
                  <c:v>44532</c:v>
                </c:pt>
                <c:pt idx="1085" c:formatCode="yyyy/m/d">
                  <c:v>44531</c:v>
                </c:pt>
                <c:pt idx="1086" c:formatCode="yyyy/m/d">
                  <c:v>44530</c:v>
                </c:pt>
                <c:pt idx="1087" c:formatCode="yyyy/m/d">
                  <c:v>44529</c:v>
                </c:pt>
                <c:pt idx="1088" c:formatCode="yyyy/m/d">
                  <c:v>44526</c:v>
                </c:pt>
                <c:pt idx="1089" c:formatCode="yyyy/m/d">
                  <c:v>44525</c:v>
                </c:pt>
                <c:pt idx="1090" c:formatCode="yyyy/m/d">
                  <c:v>44524</c:v>
                </c:pt>
                <c:pt idx="1091" c:formatCode="yyyy/m/d">
                  <c:v>44523</c:v>
                </c:pt>
                <c:pt idx="1092" c:formatCode="yyyy/m/d">
                  <c:v>44522</c:v>
                </c:pt>
                <c:pt idx="1093" c:formatCode="yyyy/m/d">
                  <c:v>44519</c:v>
                </c:pt>
                <c:pt idx="1094" c:formatCode="yyyy/m/d">
                  <c:v>44518</c:v>
                </c:pt>
                <c:pt idx="1095" c:formatCode="yyyy/m/d">
                  <c:v>44517</c:v>
                </c:pt>
                <c:pt idx="1096" c:formatCode="yyyy/m/d">
                  <c:v>44516</c:v>
                </c:pt>
                <c:pt idx="1097" c:formatCode="yyyy/m/d">
                  <c:v>44515</c:v>
                </c:pt>
                <c:pt idx="1098" c:formatCode="yyyy/m/d">
                  <c:v>44512</c:v>
                </c:pt>
                <c:pt idx="1099" c:formatCode="yyyy/m/d">
                  <c:v>44511</c:v>
                </c:pt>
                <c:pt idx="1100" c:formatCode="yyyy/m/d">
                  <c:v>44510</c:v>
                </c:pt>
                <c:pt idx="1101" c:formatCode="yyyy/m/d">
                  <c:v>44509</c:v>
                </c:pt>
                <c:pt idx="1102" c:formatCode="yyyy/m/d">
                  <c:v>44508</c:v>
                </c:pt>
                <c:pt idx="1103" c:formatCode="yyyy/m/d">
                  <c:v>44505</c:v>
                </c:pt>
                <c:pt idx="1104" c:formatCode="yyyy/m/d">
                  <c:v>44504</c:v>
                </c:pt>
                <c:pt idx="1105" c:formatCode="yyyy/m/d">
                  <c:v>44503</c:v>
                </c:pt>
                <c:pt idx="1106" c:formatCode="yyyy/m/d">
                  <c:v>44502</c:v>
                </c:pt>
                <c:pt idx="1107" c:formatCode="yyyy/m/d">
                  <c:v>44501</c:v>
                </c:pt>
                <c:pt idx="1108" c:formatCode="yyyy/m/d">
                  <c:v>44498</c:v>
                </c:pt>
                <c:pt idx="1109" c:formatCode="yyyy/m/d">
                  <c:v>44497</c:v>
                </c:pt>
                <c:pt idx="1110" c:formatCode="yyyy/m/d">
                  <c:v>44496</c:v>
                </c:pt>
                <c:pt idx="1111" c:formatCode="yyyy/m/d">
                  <c:v>44495</c:v>
                </c:pt>
                <c:pt idx="1112" c:formatCode="yyyy/m/d">
                  <c:v>44494</c:v>
                </c:pt>
                <c:pt idx="1113" c:formatCode="yyyy/m/d">
                  <c:v>44491</c:v>
                </c:pt>
                <c:pt idx="1114" c:formatCode="yyyy/m/d">
                  <c:v>44490</c:v>
                </c:pt>
                <c:pt idx="1115" c:formatCode="yyyy/m/d">
                  <c:v>44489</c:v>
                </c:pt>
                <c:pt idx="1116" c:formatCode="yyyy/m/d">
                  <c:v>44488</c:v>
                </c:pt>
                <c:pt idx="1117" c:formatCode="yyyy/m/d">
                  <c:v>44487</c:v>
                </c:pt>
                <c:pt idx="1118" c:formatCode="yyyy/m/d">
                  <c:v>44484</c:v>
                </c:pt>
                <c:pt idx="1119" c:formatCode="yyyy/m/d">
                  <c:v>44483</c:v>
                </c:pt>
                <c:pt idx="1120" c:formatCode="yyyy/m/d">
                  <c:v>44482</c:v>
                </c:pt>
                <c:pt idx="1121" c:formatCode="yyyy/m/d">
                  <c:v>44481</c:v>
                </c:pt>
                <c:pt idx="1122" c:formatCode="yyyy/m/d">
                  <c:v>44480</c:v>
                </c:pt>
                <c:pt idx="1123" c:formatCode="yyyy/m/d">
                  <c:v>44477</c:v>
                </c:pt>
                <c:pt idx="1124" c:formatCode="yyyy/m/d">
                  <c:v>44476</c:v>
                </c:pt>
                <c:pt idx="1125" c:formatCode="yyyy/m/d">
                  <c:v>44475</c:v>
                </c:pt>
                <c:pt idx="1126" c:formatCode="yyyy/m/d">
                  <c:v>44474</c:v>
                </c:pt>
                <c:pt idx="1127" c:formatCode="yyyy/m/d">
                  <c:v>44473</c:v>
                </c:pt>
                <c:pt idx="1128" c:formatCode="yyyy/m/d">
                  <c:v>44470</c:v>
                </c:pt>
                <c:pt idx="1129" c:formatCode="yyyy/m/d">
                  <c:v>44469</c:v>
                </c:pt>
                <c:pt idx="1130" c:formatCode="yyyy/m/d">
                  <c:v>44468</c:v>
                </c:pt>
                <c:pt idx="1131" c:formatCode="yyyy/m/d">
                  <c:v>44467</c:v>
                </c:pt>
                <c:pt idx="1132" c:formatCode="yyyy/m/d">
                  <c:v>44466</c:v>
                </c:pt>
                <c:pt idx="1133" c:formatCode="yyyy/m/d">
                  <c:v>44463</c:v>
                </c:pt>
                <c:pt idx="1134" c:formatCode="yyyy/m/d">
                  <c:v>44462</c:v>
                </c:pt>
                <c:pt idx="1135" c:formatCode="yyyy/m/d">
                  <c:v>44461</c:v>
                </c:pt>
                <c:pt idx="1136" c:formatCode="yyyy/m/d">
                  <c:v>44460</c:v>
                </c:pt>
                <c:pt idx="1137" c:formatCode="yyyy/m/d">
                  <c:v>44459</c:v>
                </c:pt>
                <c:pt idx="1138" c:formatCode="yyyy/m/d">
                  <c:v>44456</c:v>
                </c:pt>
                <c:pt idx="1139" c:formatCode="yyyy/m/d">
                  <c:v>44455</c:v>
                </c:pt>
                <c:pt idx="1140" c:formatCode="yyyy/m/d">
                  <c:v>44454</c:v>
                </c:pt>
                <c:pt idx="1141" c:formatCode="yyyy/m/d">
                  <c:v>44453</c:v>
                </c:pt>
                <c:pt idx="1142" c:formatCode="yyyy/m/d">
                  <c:v>44452</c:v>
                </c:pt>
                <c:pt idx="1143" c:formatCode="yyyy/m/d">
                  <c:v>44449</c:v>
                </c:pt>
                <c:pt idx="1144" c:formatCode="yyyy/m/d">
                  <c:v>44448</c:v>
                </c:pt>
                <c:pt idx="1145" c:formatCode="yyyy/m/d">
                  <c:v>44447</c:v>
                </c:pt>
                <c:pt idx="1146" c:formatCode="yyyy/m/d">
                  <c:v>44446</c:v>
                </c:pt>
                <c:pt idx="1147" c:formatCode="yyyy/m/d">
                  <c:v>44445</c:v>
                </c:pt>
                <c:pt idx="1148" c:formatCode="yyyy/m/d">
                  <c:v>44442</c:v>
                </c:pt>
                <c:pt idx="1149" c:formatCode="yyyy/m/d">
                  <c:v>44441</c:v>
                </c:pt>
                <c:pt idx="1150" c:formatCode="yyyy/m/d">
                  <c:v>44440</c:v>
                </c:pt>
                <c:pt idx="1151" c:formatCode="yyyy/m/d">
                  <c:v>44439</c:v>
                </c:pt>
                <c:pt idx="1152" c:formatCode="yyyy/m/d">
                  <c:v>44438</c:v>
                </c:pt>
                <c:pt idx="1153" c:formatCode="yyyy/m/d">
                  <c:v>44435</c:v>
                </c:pt>
                <c:pt idx="1154" c:formatCode="yyyy/m/d">
                  <c:v>44434</c:v>
                </c:pt>
                <c:pt idx="1155" c:formatCode="yyyy/m/d">
                  <c:v>44433</c:v>
                </c:pt>
                <c:pt idx="1156" c:formatCode="yyyy/m/d">
                  <c:v>44432</c:v>
                </c:pt>
                <c:pt idx="1157" c:formatCode="yyyy/m/d">
                  <c:v>44431</c:v>
                </c:pt>
                <c:pt idx="1158" c:formatCode="yyyy/m/d">
                  <c:v>44428</c:v>
                </c:pt>
                <c:pt idx="1159" c:formatCode="yyyy/m/d">
                  <c:v>44427</c:v>
                </c:pt>
                <c:pt idx="1160" c:formatCode="yyyy/m/d">
                  <c:v>44426</c:v>
                </c:pt>
                <c:pt idx="1161" c:formatCode="yyyy/m/d">
                  <c:v>44425</c:v>
                </c:pt>
                <c:pt idx="1162" c:formatCode="yyyy/m/d">
                  <c:v>44424</c:v>
                </c:pt>
                <c:pt idx="1163" c:formatCode="yyyy/m/d">
                  <c:v>44421</c:v>
                </c:pt>
                <c:pt idx="1164" c:formatCode="yyyy/m/d">
                  <c:v>44420</c:v>
                </c:pt>
                <c:pt idx="1165" c:formatCode="yyyy/m/d">
                  <c:v>44419</c:v>
                </c:pt>
                <c:pt idx="1166" c:formatCode="yyyy/m/d">
                  <c:v>44418</c:v>
                </c:pt>
                <c:pt idx="1167" c:formatCode="yyyy/m/d">
                  <c:v>44417</c:v>
                </c:pt>
                <c:pt idx="1168" c:formatCode="yyyy/m/d">
                  <c:v>44414</c:v>
                </c:pt>
                <c:pt idx="1169" c:formatCode="yyyy/m/d">
                  <c:v>44413</c:v>
                </c:pt>
                <c:pt idx="1170" c:formatCode="yyyy/m/d">
                  <c:v>44412</c:v>
                </c:pt>
                <c:pt idx="1171" c:formatCode="yyyy/m/d">
                  <c:v>44411</c:v>
                </c:pt>
                <c:pt idx="1172" c:formatCode="yyyy/m/d">
                  <c:v>44410</c:v>
                </c:pt>
                <c:pt idx="1173" c:formatCode="yyyy/m/d">
                  <c:v>44407</c:v>
                </c:pt>
                <c:pt idx="1174" c:formatCode="yyyy/m/d">
                  <c:v>44406</c:v>
                </c:pt>
                <c:pt idx="1175" c:formatCode="yyyy/m/d">
                  <c:v>44405</c:v>
                </c:pt>
                <c:pt idx="1176" c:formatCode="yyyy/m/d">
                  <c:v>44404</c:v>
                </c:pt>
                <c:pt idx="1177" c:formatCode="yyyy/m/d">
                  <c:v>44403</c:v>
                </c:pt>
                <c:pt idx="1178" c:formatCode="yyyy/m/d">
                  <c:v>44400</c:v>
                </c:pt>
                <c:pt idx="1179" c:formatCode="yyyy/m/d">
                  <c:v>44399</c:v>
                </c:pt>
                <c:pt idx="1180" c:formatCode="yyyy/m/d">
                  <c:v>44398</c:v>
                </c:pt>
                <c:pt idx="1181" c:formatCode="yyyy/m/d">
                  <c:v>44397</c:v>
                </c:pt>
                <c:pt idx="1182" c:formatCode="yyyy/m/d">
                  <c:v>44396</c:v>
                </c:pt>
                <c:pt idx="1183" c:formatCode="yyyy/m/d">
                  <c:v>44393</c:v>
                </c:pt>
                <c:pt idx="1184" c:formatCode="yyyy/m/d">
                  <c:v>44392</c:v>
                </c:pt>
                <c:pt idx="1185" c:formatCode="yyyy/m/d">
                  <c:v>44391</c:v>
                </c:pt>
                <c:pt idx="1186" c:formatCode="yyyy/m/d">
                  <c:v>44390</c:v>
                </c:pt>
                <c:pt idx="1187" c:formatCode="yyyy/m/d">
                  <c:v>44389</c:v>
                </c:pt>
                <c:pt idx="1188" c:formatCode="yyyy/m/d">
                  <c:v>44386</c:v>
                </c:pt>
                <c:pt idx="1189" c:formatCode="yyyy/m/d">
                  <c:v>44385</c:v>
                </c:pt>
                <c:pt idx="1190" c:formatCode="yyyy/m/d">
                  <c:v>44384</c:v>
                </c:pt>
                <c:pt idx="1191" c:formatCode="yyyy/m/d">
                  <c:v>44383</c:v>
                </c:pt>
                <c:pt idx="1192" c:formatCode="yyyy/m/d">
                  <c:v>44382</c:v>
                </c:pt>
                <c:pt idx="1193" c:formatCode="yyyy/m/d">
                  <c:v>44379</c:v>
                </c:pt>
                <c:pt idx="1194" c:formatCode="yyyy/m/d">
                  <c:v>44378</c:v>
                </c:pt>
                <c:pt idx="1195" c:formatCode="yyyy/m/d">
                  <c:v>44377</c:v>
                </c:pt>
                <c:pt idx="1196" c:formatCode="yyyy/m/d">
                  <c:v>44376</c:v>
                </c:pt>
                <c:pt idx="1197" c:formatCode="yyyy/m/d">
                  <c:v>44375</c:v>
                </c:pt>
                <c:pt idx="1198" c:formatCode="yyyy/m/d">
                  <c:v>44372</c:v>
                </c:pt>
                <c:pt idx="1199" c:formatCode="yyyy/m/d">
                  <c:v>44371</c:v>
                </c:pt>
                <c:pt idx="1200" c:formatCode="yyyy/m/d">
                  <c:v>44370</c:v>
                </c:pt>
                <c:pt idx="1201" c:formatCode="yyyy/m/d">
                  <c:v>44369</c:v>
                </c:pt>
                <c:pt idx="1202" c:formatCode="yyyy/m/d">
                  <c:v>44368</c:v>
                </c:pt>
                <c:pt idx="1203" c:formatCode="yyyy/m/d">
                  <c:v>44365</c:v>
                </c:pt>
                <c:pt idx="1204" c:formatCode="yyyy/m/d">
                  <c:v>44364</c:v>
                </c:pt>
                <c:pt idx="1205" c:formatCode="yyyy/m/d">
                  <c:v>44363</c:v>
                </c:pt>
                <c:pt idx="1206" c:formatCode="yyyy/m/d">
                  <c:v>44362</c:v>
                </c:pt>
                <c:pt idx="1207" c:formatCode="yyyy/m/d">
                  <c:v>44361</c:v>
                </c:pt>
                <c:pt idx="1208" c:formatCode="yyyy/m/d">
                  <c:v>44358</c:v>
                </c:pt>
                <c:pt idx="1209" c:formatCode="yyyy/m/d">
                  <c:v>44357</c:v>
                </c:pt>
                <c:pt idx="1210" c:formatCode="yyyy/m/d">
                  <c:v>44356</c:v>
                </c:pt>
                <c:pt idx="1211" c:formatCode="yyyy/m/d">
                  <c:v>44355</c:v>
                </c:pt>
                <c:pt idx="1212" c:formatCode="yyyy/m/d">
                  <c:v>44354</c:v>
                </c:pt>
                <c:pt idx="1213" c:formatCode="yyyy/m/d">
                  <c:v>44351</c:v>
                </c:pt>
                <c:pt idx="1214" c:formatCode="yyyy/m/d">
                  <c:v>44350</c:v>
                </c:pt>
                <c:pt idx="1215" c:formatCode="yyyy/m/d">
                  <c:v>44349</c:v>
                </c:pt>
                <c:pt idx="1216" c:formatCode="yyyy/m/d">
                  <c:v>44348</c:v>
                </c:pt>
                <c:pt idx="1217" c:formatCode="yyyy/m/d">
                  <c:v>44347</c:v>
                </c:pt>
                <c:pt idx="1218" c:formatCode="yyyy/m/d">
                  <c:v>44344</c:v>
                </c:pt>
                <c:pt idx="1219" c:formatCode="yyyy/m/d">
                  <c:v>44343</c:v>
                </c:pt>
                <c:pt idx="1220" c:formatCode="yyyy/m/d">
                  <c:v>44342</c:v>
                </c:pt>
                <c:pt idx="1221" c:formatCode="yyyy/m/d">
                  <c:v>44341</c:v>
                </c:pt>
                <c:pt idx="1222" c:formatCode="yyyy/m/d">
                  <c:v>44340</c:v>
                </c:pt>
                <c:pt idx="1223" c:formatCode="yyyy/m/d">
                  <c:v>44337</c:v>
                </c:pt>
                <c:pt idx="1224" c:formatCode="yyyy/m/d">
                  <c:v>44336</c:v>
                </c:pt>
                <c:pt idx="1225" c:formatCode="yyyy/m/d">
                  <c:v>44335</c:v>
                </c:pt>
                <c:pt idx="1226" c:formatCode="yyyy/m/d">
                  <c:v>44334</c:v>
                </c:pt>
                <c:pt idx="1227" c:formatCode="yyyy/m/d">
                  <c:v>44333</c:v>
                </c:pt>
                <c:pt idx="1228" c:formatCode="yyyy/m/d">
                  <c:v>44330</c:v>
                </c:pt>
                <c:pt idx="1229" c:formatCode="yyyy/m/d">
                  <c:v>44329</c:v>
                </c:pt>
                <c:pt idx="1230" c:formatCode="yyyy/m/d">
                  <c:v>44328</c:v>
                </c:pt>
                <c:pt idx="1231" c:formatCode="yyyy/m/d">
                  <c:v>44327</c:v>
                </c:pt>
                <c:pt idx="1232" c:formatCode="yyyy/m/d">
                  <c:v>44326</c:v>
                </c:pt>
                <c:pt idx="1233" c:formatCode="yyyy/m/d">
                  <c:v>44323</c:v>
                </c:pt>
                <c:pt idx="1234" c:formatCode="yyyy/m/d">
                  <c:v>44322</c:v>
                </c:pt>
                <c:pt idx="1235" c:formatCode="yyyy/m/d">
                  <c:v>44321</c:v>
                </c:pt>
                <c:pt idx="1236" c:formatCode="yyyy/m/d">
                  <c:v>44320</c:v>
                </c:pt>
                <c:pt idx="1237" c:formatCode="yyyy/m/d">
                  <c:v>44319</c:v>
                </c:pt>
                <c:pt idx="1238" c:formatCode="yyyy/m/d">
                  <c:v>44316</c:v>
                </c:pt>
                <c:pt idx="1239" c:formatCode="yyyy/m/d">
                  <c:v>44315</c:v>
                </c:pt>
                <c:pt idx="1240" c:formatCode="yyyy/m/d">
                  <c:v>44314</c:v>
                </c:pt>
                <c:pt idx="1241" c:formatCode="yyyy/m/d">
                  <c:v>44313</c:v>
                </c:pt>
                <c:pt idx="1242" c:formatCode="yyyy/m/d">
                  <c:v>44312</c:v>
                </c:pt>
                <c:pt idx="1243" c:formatCode="yyyy/m/d">
                  <c:v>44309</c:v>
                </c:pt>
                <c:pt idx="1244" c:formatCode="yyyy/m/d">
                  <c:v>44308</c:v>
                </c:pt>
                <c:pt idx="1245" c:formatCode="yyyy/m/d">
                  <c:v>44307</c:v>
                </c:pt>
                <c:pt idx="1246" c:formatCode="yyyy/m/d">
                  <c:v>44306</c:v>
                </c:pt>
                <c:pt idx="1247" c:formatCode="yyyy/m/d">
                  <c:v>44305</c:v>
                </c:pt>
                <c:pt idx="1248" c:formatCode="yyyy/m/d">
                  <c:v>44302</c:v>
                </c:pt>
                <c:pt idx="1249" c:formatCode="yyyy/m/d">
                  <c:v>44301</c:v>
                </c:pt>
                <c:pt idx="1250" c:formatCode="yyyy/m/d">
                  <c:v>44300</c:v>
                </c:pt>
                <c:pt idx="1251" c:formatCode="yyyy/m/d">
                  <c:v>44299</c:v>
                </c:pt>
                <c:pt idx="1252" c:formatCode="yyyy/m/d">
                  <c:v>44298</c:v>
                </c:pt>
                <c:pt idx="1253" c:formatCode="yyyy/m/d">
                  <c:v>44295</c:v>
                </c:pt>
                <c:pt idx="1254" c:formatCode="yyyy/m/d">
                  <c:v>44294</c:v>
                </c:pt>
                <c:pt idx="1255" c:formatCode="yyyy/m/d">
                  <c:v>44293</c:v>
                </c:pt>
                <c:pt idx="1256" c:formatCode="yyyy/m/d">
                  <c:v>44292</c:v>
                </c:pt>
                <c:pt idx="1257" c:formatCode="yyyy/m/d">
                  <c:v>44291</c:v>
                </c:pt>
                <c:pt idx="1258" c:formatCode="yyyy/m/d">
                  <c:v>44288</c:v>
                </c:pt>
                <c:pt idx="1259" c:formatCode="yyyy/m/d">
                  <c:v>44287</c:v>
                </c:pt>
                <c:pt idx="1260" c:formatCode="yyyy/m/d">
                  <c:v>44286</c:v>
                </c:pt>
                <c:pt idx="1261" c:formatCode="yyyy/m/d">
                  <c:v>44285</c:v>
                </c:pt>
                <c:pt idx="1262" c:formatCode="yyyy/m/d">
                  <c:v>44284</c:v>
                </c:pt>
                <c:pt idx="1263" c:formatCode="yyyy/m/d">
                  <c:v>44281</c:v>
                </c:pt>
                <c:pt idx="1264" c:formatCode="yyyy/m/d">
                  <c:v>44280</c:v>
                </c:pt>
                <c:pt idx="1265" c:formatCode="yyyy/m/d">
                  <c:v>44279</c:v>
                </c:pt>
                <c:pt idx="1266" c:formatCode="yyyy/m/d">
                  <c:v>44278</c:v>
                </c:pt>
                <c:pt idx="1267" c:formatCode="yyyy/m/d">
                  <c:v>44277</c:v>
                </c:pt>
                <c:pt idx="1268" c:formatCode="yyyy/m/d">
                  <c:v>44274</c:v>
                </c:pt>
                <c:pt idx="1269" c:formatCode="yyyy/m/d">
                  <c:v>44273</c:v>
                </c:pt>
                <c:pt idx="1270" c:formatCode="yyyy/m/d">
                  <c:v>44272</c:v>
                </c:pt>
                <c:pt idx="1271" c:formatCode="yyyy/m/d">
                  <c:v>44271</c:v>
                </c:pt>
                <c:pt idx="1272" c:formatCode="yyyy/m/d">
                  <c:v>44270</c:v>
                </c:pt>
                <c:pt idx="1273" c:formatCode="yyyy/m/d">
                  <c:v>44267</c:v>
                </c:pt>
                <c:pt idx="1274" c:formatCode="yyyy/m/d">
                  <c:v>44266</c:v>
                </c:pt>
                <c:pt idx="1275" c:formatCode="yyyy/m/d">
                  <c:v>44265</c:v>
                </c:pt>
                <c:pt idx="1276" c:formatCode="yyyy/m/d">
                  <c:v>44264</c:v>
                </c:pt>
                <c:pt idx="1277" c:formatCode="yyyy/m/d">
                  <c:v>44263</c:v>
                </c:pt>
                <c:pt idx="1278" c:formatCode="yyyy/m/d">
                  <c:v>44260</c:v>
                </c:pt>
                <c:pt idx="1279" c:formatCode="yyyy/m/d">
                  <c:v>44259</c:v>
                </c:pt>
                <c:pt idx="1280" c:formatCode="yyyy/m/d">
                  <c:v>44258</c:v>
                </c:pt>
                <c:pt idx="1281" c:formatCode="yyyy/m/d">
                  <c:v>44257</c:v>
                </c:pt>
                <c:pt idx="1282" c:formatCode="yyyy/m/d">
                  <c:v>44256</c:v>
                </c:pt>
                <c:pt idx="1283" c:formatCode="yyyy/m/d">
                  <c:v>44253</c:v>
                </c:pt>
                <c:pt idx="1284" c:formatCode="yyyy/m/d">
                  <c:v>44252</c:v>
                </c:pt>
                <c:pt idx="1285" c:formatCode="yyyy/m/d">
                  <c:v>44251</c:v>
                </c:pt>
                <c:pt idx="1286" c:formatCode="yyyy/m/d">
                  <c:v>44250</c:v>
                </c:pt>
                <c:pt idx="1287" c:formatCode="yyyy/m/d">
                  <c:v>44249</c:v>
                </c:pt>
                <c:pt idx="1288" c:formatCode="yyyy/m/d">
                  <c:v>44246</c:v>
                </c:pt>
                <c:pt idx="1289" c:formatCode="yyyy/m/d">
                  <c:v>44245</c:v>
                </c:pt>
                <c:pt idx="1290" c:formatCode="yyyy/m/d">
                  <c:v>44244</c:v>
                </c:pt>
                <c:pt idx="1291" c:formatCode="yyyy/m/d">
                  <c:v>44243</c:v>
                </c:pt>
                <c:pt idx="1292" c:formatCode="yyyy/m/d">
                  <c:v>44242</c:v>
                </c:pt>
                <c:pt idx="1293" c:formatCode="yyyy/m/d">
                  <c:v>44239</c:v>
                </c:pt>
                <c:pt idx="1294" c:formatCode="yyyy/m/d">
                  <c:v>44238</c:v>
                </c:pt>
                <c:pt idx="1295" c:formatCode="yyyy/m/d">
                  <c:v>44237</c:v>
                </c:pt>
                <c:pt idx="1296" c:formatCode="yyyy/m/d">
                  <c:v>44236</c:v>
                </c:pt>
                <c:pt idx="1297" c:formatCode="yyyy/m/d">
                  <c:v>44235</c:v>
                </c:pt>
                <c:pt idx="1298" c:formatCode="yyyy/m/d">
                  <c:v>44232</c:v>
                </c:pt>
                <c:pt idx="1299" c:formatCode="yyyy/m/d">
                  <c:v>44231</c:v>
                </c:pt>
                <c:pt idx="1300" c:formatCode="yyyy/m/d">
                  <c:v>44230</c:v>
                </c:pt>
                <c:pt idx="1301" c:formatCode="yyyy/m/d">
                  <c:v>44229</c:v>
                </c:pt>
                <c:pt idx="1302" c:formatCode="yyyy/m/d">
                  <c:v>44228</c:v>
                </c:pt>
                <c:pt idx="1303" c:formatCode="yyyy/m/d">
                  <c:v>44225</c:v>
                </c:pt>
                <c:pt idx="1304" c:formatCode="yyyy/m/d">
                  <c:v>44224</c:v>
                </c:pt>
                <c:pt idx="1305" c:formatCode="yyyy/m/d">
                  <c:v>44223</c:v>
                </c:pt>
                <c:pt idx="1306" c:formatCode="yyyy/m/d">
                  <c:v>44222</c:v>
                </c:pt>
                <c:pt idx="1307" c:formatCode="yyyy/m/d">
                  <c:v>44221</c:v>
                </c:pt>
                <c:pt idx="1308" c:formatCode="yyyy/m/d">
                  <c:v>44218</c:v>
                </c:pt>
                <c:pt idx="1309" c:formatCode="yyyy/m/d">
                  <c:v>44217</c:v>
                </c:pt>
                <c:pt idx="1310" c:formatCode="yyyy/m/d">
                  <c:v>44216</c:v>
                </c:pt>
                <c:pt idx="1311" c:formatCode="yyyy/m/d">
                  <c:v>44215</c:v>
                </c:pt>
                <c:pt idx="1312" c:formatCode="yyyy/m/d">
                  <c:v>44214</c:v>
                </c:pt>
                <c:pt idx="1313" c:formatCode="yyyy/m/d">
                  <c:v>44211</c:v>
                </c:pt>
                <c:pt idx="1314" c:formatCode="yyyy/m/d">
                  <c:v>44210</c:v>
                </c:pt>
                <c:pt idx="1315" c:formatCode="yyyy/m/d">
                  <c:v>44209</c:v>
                </c:pt>
                <c:pt idx="1316" c:formatCode="yyyy/m/d">
                  <c:v>44208</c:v>
                </c:pt>
                <c:pt idx="1317" c:formatCode="yyyy/m/d">
                  <c:v>44207</c:v>
                </c:pt>
                <c:pt idx="1318" c:formatCode="yyyy/m/d">
                  <c:v>44204</c:v>
                </c:pt>
                <c:pt idx="1319" c:formatCode="yyyy/m/d">
                  <c:v>44203</c:v>
                </c:pt>
                <c:pt idx="1320" c:formatCode="yyyy/m/d">
                  <c:v>44202</c:v>
                </c:pt>
                <c:pt idx="1321" c:formatCode="yyyy/m/d">
                  <c:v>44201</c:v>
                </c:pt>
                <c:pt idx="1322" c:formatCode="yyyy/m/d">
                  <c:v>44200</c:v>
                </c:pt>
                <c:pt idx="1323" c:formatCode="yyyy/m/d">
                  <c:v>44197</c:v>
                </c:pt>
                <c:pt idx="1324" c:formatCode="yyyy/m/d">
                  <c:v>44196</c:v>
                </c:pt>
                <c:pt idx="1325" c:formatCode="yyyy/m/d">
                  <c:v>44195</c:v>
                </c:pt>
                <c:pt idx="1326" c:formatCode="yyyy/m/d">
                  <c:v>44194</c:v>
                </c:pt>
                <c:pt idx="1327" c:formatCode="yyyy/m/d">
                  <c:v>44193</c:v>
                </c:pt>
                <c:pt idx="1328" c:formatCode="yyyy/m/d">
                  <c:v>44190</c:v>
                </c:pt>
                <c:pt idx="1329" c:formatCode="yyyy/m/d">
                  <c:v>44189</c:v>
                </c:pt>
                <c:pt idx="1330" c:formatCode="yyyy/m/d">
                  <c:v>44188</c:v>
                </c:pt>
                <c:pt idx="1331" c:formatCode="yyyy/m/d">
                  <c:v>44187</c:v>
                </c:pt>
                <c:pt idx="1332" c:formatCode="yyyy/m/d">
                  <c:v>44186</c:v>
                </c:pt>
                <c:pt idx="1333" c:formatCode="yyyy/m/d">
                  <c:v>44183</c:v>
                </c:pt>
                <c:pt idx="1334" c:formatCode="yyyy/m/d">
                  <c:v>44182</c:v>
                </c:pt>
                <c:pt idx="1335" c:formatCode="yyyy/m/d">
                  <c:v>44181</c:v>
                </c:pt>
                <c:pt idx="1336" c:formatCode="yyyy/m/d">
                  <c:v>44180</c:v>
                </c:pt>
                <c:pt idx="1337" c:formatCode="yyyy/m/d">
                  <c:v>44179</c:v>
                </c:pt>
                <c:pt idx="1338" c:formatCode="yyyy/m/d">
                  <c:v>44176</c:v>
                </c:pt>
                <c:pt idx="1339" c:formatCode="yyyy/m/d">
                  <c:v>44175</c:v>
                </c:pt>
                <c:pt idx="1340" c:formatCode="yyyy/m/d">
                  <c:v>44174</c:v>
                </c:pt>
                <c:pt idx="1341" c:formatCode="yyyy/m/d">
                  <c:v>44173</c:v>
                </c:pt>
                <c:pt idx="1342" c:formatCode="yyyy/m/d">
                  <c:v>44172</c:v>
                </c:pt>
                <c:pt idx="1343" c:formatCode="yyyy/m/d">
                  <c:v>44169</c:v>
                </c:pt>
                <c:pt idx="1344" c:formatCode="yyyy/m/d">
                  <c:v>44168</c:v>
                </c:pt>
                <c:pt idx="1345" c:formatCode="yyyy/m/d">
                  <c:v>44167</c:v>
                </c:pt>
                <c:pt idx="1346" c:formatCode="yyyy/m/d">
                  <c:v>44166</c:v>
                </c:pt>
                <c:pt idx="1347" c:formatCode="yyyy/m/d">
                  <c:v>44165</c:v>
                </c:pt>
                <c:pt idx="1348" c:formatCode="yyyy/m/d">
                  <c:v>44162</c:v>
                </c:pt>
                <c:pt idx="1349" c:formatCode="yyyy/m/d">
                  <c:v>44161</c:v>
                </c:pt>
                <c:pt idx="1350" c:formatCode="yyyy/m/d">
                  <c:v>44160</c:v>
                </c:pt>
                <c:pt idx="1351" c:formatCode="yyyy/m/d">
                  <c:v>44159</c:v>
                </c:pt>
                <c:pt idx="1352" c:formatCode="yyyy/m/d">
                  <c:v>44158</c:v>
                </c:pt>
                <c:pt idx="1353" c:formatCode="yyyy/m/d">
                  <c:v>44155</c:v>
                </c:pt>
                <c:pt idx="1354" c:formatCode="yyyy/m/d">
                  <c:v>44154</c:v>
                </c:pt>
                <c:pt idx="1355" c:formatCode="yyyy/m/d">
                  <c:v>44153</c:v>
                </c:pt>
                <c:pt idx="1356" c:formatCode="yyyy/m/d">
                  <c:v>44152</c:v>
                </c:pt>
                <c:pt idx="1357" c:formatCode="yyyy/m/d">
                  <c:v>44151</c:v>
                </c:pt>
                <c:pt idx="1358" c:formatCode="yyyy/m/d">
                  <c:v>44148</c:v>
                </c:pt>
                <c:pt idx="1359" c:formatCode="yyyy/m/d">
                  <c:v>44147</c:v>
                </c:pt>
                <c:pt idx="1360" c:formatCode="yyyy/m/d">
                  <c:v>44146</c:v>
                </c:pt>
                <c:pt idx="1361" c:formatCode="yyyy/m/d">
                  <c:v>44145</c:v>
                </c:pt>
                <c:pt idx="1362" c:formatCode="yyyy/m/d">
                  <c:v>44144</c:v>
                </c:pt>
                <c:pt idx="1363" c:formatCode="yyyy/m/d">
                  <c:v>44141</c:v>
                </c:pt>
                <c:pt idx="1364" c:formatCode="yyyy/m/d">
                  <c:v>44140</c:v>
                </c:pt>
                <c:pt idx="1365" c:formatCode="yyyy/m/d">
                  <c:v>44139</c:v>
                </c:pt>
                <c:pt idx="1366" c:formatCode="yyyy/m/d">
                  <c:v>44138</c:v>
                </c:pt>
                <c:pt idx="1367" c:formatCode="yyyy/m/d">
                  <c:v>44137</c:v>
                </c:pt>
                <c:pt idx="1368" c:formatCode="yyyy/m/d">
                  <c:v>44134</c:v>
                </c:pt>
                <c:pt idx="1369" c:formatCode="yyyy/m/d">
                  <c:v>44133</c:v>
                </c:pt>
                <c:pt idx="1370" c:formatCode="yyyy/m/d">
                  <c:v>44132</c:v>
                </c:pt>
                <c:pt idx="1371" c:formatCode="yyyy/m/d">
                  <c:v>44131</c:v>
                </c:pt>
                <c:pt idx="1372" c:formatCode="yyyy/m/d">
                  <c:v>44130</c:v>
                </c:pt>
                <c:pt idx="1373" c:formatCode="yyyy/m/d">
                  <c:v>44127</c:v>
                </c:pt>
                <c:pt idx="1374" c:formatCode="yyyy/m/d">
                  <c:v>44126</c:v>
                </c:pt>
                <c:pt idx="1375" c:formatCode="yyyy/m/d">
                  <c:v>44125</c:v>
                </c:pt>
                <c:pt idx="1376" c:formatCode="yyyy/m/d">
                  <c:v>44124</c:v>
                </c:pt>
                <c:pt idx="1377" c:formatCode="yyyy/m/d">
                  <c:v>44123</c:v>
                </c:pt>
                <c:pt idx="1378" c:formatCode="yyyy/m/d">
                  <c:v>44120</c:v>
                </c:pt>
                <c:pt idx="1379" c:formatCode="yyyy/m/d">
                  <c:v>44119</c:v>
                </c:pt>
                <c:pt idx="1380" c:formatCode="yyyy/m/d">
                  <c:v>44118</c:v>
                </c:pt>
                <c:pt idx="1381" c:formatCode="yyyy/m/d">
                  <c:v>44117</c:v>
                </c:pt>
                <c:pt idx="1382" c:formatCode="yyyy/m/d">
                  <c:v>44116</c:v>
                </c:pt>
                <c:pt idx="1383" c:formatCode="yyyy/m/d">
                  <c:v>44113</c:v>
                </c:pt>
                <c:pt idx="1384" c:formatCode="yyyy/m/d">
                  <c:v>44112</c:v>
                </c:pt>
                <c:pt idx="1385" c:formatCode="yyyy/m/d">
                  <c:v>44111</c:v>
                </c:pt>
                <c:pt idx="1386" c:formatCode="yyyy/m/d">
                  <c:v>44110</c:v>
                </c:pt>
                <c:pt idx="1387" c:formatCode="yyyy/m/d">
                  <c:v>44109</c:v>
                </c:pt>
                <c:pt idx="1388" c:formatCode="yyyy/m/d">
                  <c:v>44106</c:v>
                </c:pt>
                <c:pt idx="1389" c:formatCode="yyyy/m/d">
                  <c:v>44105</c:v>
                </c:pt>
                <c:pt idx="1390" c:formatCode="yyyy/m/d">
                  <c:v>44104</c:v>
                </c:pt>
                <c:pt idx="1391" c:formatCode="yyyy/m/d">
                  <c:v>44103</c:v>
                </c:pt>
                <c:pt idx="1392" c:formatCode="yyyy/m/d">
                  <c:v>44102</c:v>
                </c:pt>
                <c:pt idx="1393" c:formatCode="yyyy/m/d">
                  <c:v>44099</c:v>
                </c:pt>
                <c:pt idx="1394" c:formatCode="yyyy/m/d">
                  <c:v>44098</c:v>
                </c:pt>
                <c:pt idx="1395" c:formatCode="yyyy/m/d">
                  <c:v>44097</c:v>
                </c:pt>
                <c:pt idx="1396" c:formatCode="yyyy/m/d">
                  <c:v>44096</c:v>
                </c:pt>
                <c:pt idx="1397" c:formatCode="yyyy/m/d">
                  <c:v>44095</c:v>
                </c:pt>
                <c:pt idx="1398" c:formatCode="yyyy/m/d">
                  <c:v>44092</c:v>
                </c:pt>
                <c:pt idx="1399" c:formatCode="yyyy/m/d">
                  <c:v>44091</c:v>
                </c:pt>
                <c:pt idx="1400" c:formatCode="yyyy/m/d">
                  <c:v>44090</c:v>
                </c:pt>
                <c:pt idx="1401" c:formatCode="yyyy/m/d">
                  <c:v>44089</c:v>
                </c:pt>
                <c:pt idx="1402" c:formatCode="yyyy/m/d">
                  <c:v>44088</c:v>
                </c:pt>
                <c:pt idx="1403" c:formatCode="yyyy/m/d">
                  <c:v>44085</c:v>
                </c:pt>
                <c:pt idx="1404" c:formatCode="yyyy/m/d">
                  <c:v>44084</c:v>
                </c:pt>
                <c:pt idx="1405" c:formatCode="yyyy/m/d">
                  <c:v>44083</c:v>
                </c:pt>
                <c:pt idx="1406" c:formatCode="yyyy/m/d">
                  <c:v>44082</c:v>
                </c:pt>
                <c:pt idx="1407" c:formatCode="yyyy/m/d">
                  <c:v>44081</c:v>
                </c:pt>
                <c:pt idx="1408" c:formatCode="yyyy/m/d">
                  <c:v>44078</c:v>
                </c:pt>
                <c:pt idx="1409" c:formatCode="yyyy/m/d">
                  <c:v>44077</c:v>
                </c:pt>
                <c:pt idx="1410" c:formatCode="yyyy/m/d">
                  <c:v>44076</c:v>
                </c:pt>
                <c:pt idx="1411" c:formatCode="yyyy/m/d">
                  <c:v>44075</c:v>
                </c:pt>
                <c:pt idx="1412" c:formatCode="yyyy/m/d">
                  <c:v>44074</c:v>
                </c:pt>
                <c:pt idx="1413" c:formatCode="yyyy/m/d">
                  <c:v>44071</c:v>
                </c:pt>
                <c:pt idx="1414" c:formatCode="yyyy/m/d">
                  <c:v>44070</c:v>
                </c:pt>
                <c:pt idx="1415" c:formatCode="yyyy/m/d">
                  <c:v>44069</c:v>
                </c:pt>
                <c:pt idx="1416" c:formatCode="yyyy/m/d">
                  <c:v>44068</c:v>
                </c:pt>
                <c:pt idx="1417" c:formatCode="yyyy/m/d">
                  <c:v>44067</c:v>
                </c:pt>
                <c:pt idx="1418" c:formatCode="yyyy/m/d">
                  <c:v>44064</c:v>
                </c:pt>
                <c:pt idx="1419" c:formatCode="yyyy/m/d">
                  <c:v>44063</c:v>
                </c:pt>
                <c:pt idx="1420" c:formatCode="yyyy/m/d">
                  <c:v>44062</c:v>
                </c:pt>
                <c:pt idx="1421" c:formatCode="yyyy/m/d">
                  <c:v>44061</c:v>
                </c:pt>
                <c:pt idx="1422" c:formatCode="yyyy/m/d">
                  <c:v>44060</c:v>
                </c:pt>
                <c:pt idx="1423" c:formatCode="yyyy/m/d">
                  <c:v>44057</c:v>
                </c:pt>
                <c:pt idx="1424" c:formatCode="yyyy/m/d">
                  <c:v>44056</c:v>
                </c:pt>
                <c:pt idx="1425" c:formatCode="yyyy/m/d">
                  <c:v>44055</c:v>
                </c:pt>
                <c:pt idx="1426" c:formatCode="yyyy/m/d">
                  <c:v>44054</c:v>
                </c:pt>
                <c:pt idx="1427" c:formatCode="yyyy/m/d">
                  <c:v>44053</c:v>
                </c:pt>
                <c:pt idx="1428" c:formatCode="yyyy/m/d">
                  <c:v>44050</c:v>
                </c:pt>
                <c:pt idx="1429" c:formatCode="yyyy/m/d">
                  <c:v>44049</c:v>
                </c:pt>
                <c:pt idx="1430" c:formatCode="yyyy/m/d">
                  <c:v>44048</c:v>
                </c:pt>
                <c:pt idx="1431" c:formatCode="yyyy/m/d">
                  <c:v>44047</c:v>
                </c:pt>
                <c:pt idx="1432" c:formatCode="yyyy/m/d">
                  <c:v>44046</c:v>
                </c:pt>
                <c:pt idx="1433" c:formatCode="yyyy/m/d">
                  <c:v>44043</c:v>
                </c:pt>
                <c:pt idx="1434" c:formatCode="yyyy/m/d">
                  <c:v>44042</c:v>
                </c:pt>
                <c:pt idx="1435" c:formatCode="yyyy/m/d">
                  <c:v>44041</c:v>
                </c:pt>
                <c:pt idx="1436" c:formatCode="yyyy/m/d">
                  <c:v>44040</c:v>
                </c:pt>
                <c:pt idx="1437" c:formatCode="yyyy/m/d">
                  <c:v>44039</c:v>
                </c:pt>
                <c:pt idx="1438" c:formatCode="yyyy/m/d">
                  <c:v>44036</c:v>
                </c:pt>
                <c:pt idx="1439" c:formatCode="yyyy/m/d">
                  <c:v>44035</c:v>
                </c:pt>
                <c:pt idx="1440" c:formatCode="yyyy/m/d">
                  <c:v>44034</c:v>
                </c:pt>
                <c:pt idx="1441" c:formatCode="yyyy/m/d">
                  <c:v>44033</c:v>
                </c:pt>
                <c:pt idx="1442" c:formatCode="yyyy/m/d">
                  <c:v>44032</c:v>
                </c:pt>
                <c:pt idx="1443" c:formatCode="yyyy/m/d">
                  <c:v>44029</c:v>
                </c:pt>
                <c:pt idx="1444" c:formatCode="yyyy/m/d">
                  <c:v>44028</c:v>
                </c:pt>
                <c:pt idx="1445" c:formatCode="yyyy/m/d">
                  <c:v>44027</c:v>
                </c:pt>
                <c:pt idx="1446" c:formatCode="yyyy/m/d">
                  <c:v>44026</c:v>
                </c:pt>
                <c:pt idx="1447" c:formatCode="yyyy/m/d">
                  <c:v>44025</c:v>
                </c:pt>
                <c:pt idx="1448" c:formatCode="yyyy/m/d">
                  <c:v>44022</c:v>
                </c:pt>
                <c:pt idx="1449" c:formatCode="yyyy/m/d">
                  <c:v>44021</c:v>
                </c:pt>
                <c:pt idx="1450" c:formatCode="yyyy/m/d">
                  <c:v>44020</c:v>
                </c:pt>
                <c:pt idx="1451" c:formatCode="yyyy/m/d">
                  <c:v>44019</c:v>
                </c:pt>
                <c:pt idx="1452" c:formatCode="yyyy/m/d">
                  <c:v>44018</c:v>
                </c:pt>
                <c:pt idx="1453" c:formatCode="yyyy/m/d">
                  <c:v>44015</c:v>
                </c:pt>
                <c:pt idx="1454" c:formatCode="yyyy/m/d">
                  <c:v>44014</c:v>
                </c:pt>
                <c:pt idx="1455" c:formatCode="yyyy/m/d">
                  <c:v>44013</c:v>
                </c:pt>
                <c:pt idx="1456" c:formatCode="yyyy/m/d">
                  <c:v>44012</c:v>
                </c:pt>
                <c:pt idx="1457" c:formatCode="yyyy/m/d">
                  <c:v>44011</c:v>
                </c:pt>
                <c:pt idx="1458" c:formatCode="yyyy/m/d">
                  <c:v>44008</c:v>
                </c:pt>
                <c:pt idx="1459" c:formatCode="yyyy/m/d">
                  <c:v>44007</c:v>
                </c:pt>
                <c:pt idx="1460" c:formatCode="yyyy/m/d">
                  <c:v>44006</c:v>
                </c:pt>
                <c:pt idx="1461" c:formatCode="yyyy/m/d">
                  <c:v>44005</c:v>
                </c:pt>
                <c:pt idx="1462" c:formatCode="yyyy/m/d">
                  <c:v>44004</c:v>
                </c:pt>
                <c:pt idx="1463" c:formatCode="yyyy/m/d">
                  <c:v>44001</c:v>
                </c:pt>
                <c:pt idx="1464" c:formatCode="yyyy/m/d">
                  <c:v>44000</c:v>
                </c:pt>
                <c:pt idx="1465" c:formatCode="yyyy/m/d">
                  <c:v>43999</c:v>
                </c:pt>
                <c:pt idx="1466" c:formatCode="yyyy/m/d">
                  <c:v>43998</c:v>
                </c:pt>
                <c:pt idx="1467" c:formatCode="yyyy/m/d">
                  <c:v>43997</c:v>
                </c:pt>
                <c:pt idx="1468" c:formatCode="yyyy/m/d">
                  <c:v>43994</c:v>
                </c:pt>
                <c:pt idx="1469" c:formatCode="yyyy/m/d">
                  <c:v>43993</c:v>
                </c:pt>
                <c:pt idx="1470" c:formatCode="yyyy/m/d">
                  <c:v>43992</c:v>
                </c:pt>
                <c:pt idx="1471" c:formatCode="yyyy/m/d">
                  <c:v>43991</c:v>
                </c:pt>
                <c:pt idx="1472" c:formatCode="yyyy/m/d">
                  <c:v>43990</c:v>
                </c:pt>
                <c:pt idx="1473" c:formatCode="yyyy/m/d">
                  <c:v>43987</c:v>
                </c:pt>
                <c:pt idx="1474" c:formatCode="yyyy/m/d">
                  <c:v>43986</c:v>
                </c:pt>
                <c:pt idx="1475" c:formatCode="yyyy/m/d">
                  <c:v>43985</c:v>
                </c:pt>
                <c:pt idx="1476" c:formatCode="yyyy/m/d">
                  <c:v>43984</c:v>
                </c:pt>
                <c:pt idx="1477" c:formatCode="yyyy/m/d">
                  <c:v>43983</c:v>
                </c:pt>
                <c:pt idx="1478" c:formatCode="yyyy/m/d">
                  <c:v>43980</c:v>
                </c:pt>
                <c:pt idx="1479" c:formatCode="yyyy/m/d">
                  <c:v>43979</c:v>
                </c:pt>
                <c:pt idx="1480" c:formatCode="yyyy/m/d">
                  <c:v>43978</c:v>
                </c:pt>
                <c:pt idx="1481" c:formatCode="yyyy/m/d">
                  <c:v>43977</c:v>
                </c:pt>
                <c:pt idx="1482" c:formatCode="yyyy/m/d">
                  <c:v>43976</c:v>
                </c:pt>
                <c:pt idx="1483" c:formatCode="yyyy/m/d">
                  <c:v>43973</c:v>
                </c:pt>
                <c:pt idx="1484" c:formatCode="yyyy/m/d">
                  <c:v>43972</c:v>
                </c:pt>
                <c:pt idx="1485" c:formatCode="yyyy/m/d">
                  <c:v>43971</c:v>
                </c:pt>
                <c:pt idx="1486" c:formatCode="yyyy/m/d">
                  <c:v>43970</c:v>
                </c:pt>
                <c:pt idx="1487" c:formatCode="yyyy/m/d">
                  <c:v>43969</c:v>
                </c:pt>
                <c:pt idx="1488" c:formatCode="yyyy/m/d">
                  <c:v>43966</c:v>
                </c:pt>
                <c:pt idx="1489" c:formatCode="yyyy/m/d">
                  <c:v>43965</c:v>
                </c:pt>
                <c:pt idx="1490" c:formatCode="yyyy/m/d">
                  <c:v>43964</c:v>
                </c:pt>
                <c:pt idx="1491" c:formatCode="yyyy/m/d">
                  <c:v>43963</c:v>
                </c:pt>
                <c:pt idx="1492" c:formatCode="yyyy/m/d">
                  <c:v>43962</c:v>
                </c:pt>
                <c:pt idx="1493" c:formatCode="yyyy/m/d">
                  <c:v>43959</c:v>
                </c:pt>
                <c:pt idx="1494" c:formatCode="yyyy/m/d">
                  <c:v>43958</c:v>
                </c:pt>
                <c:pt idx="1495" c:formatCode="yyyy/m/d">
                  <c:v>43957</c:v>
                </c:pt>
                <c:pt idx="1496" c:formatCode="yyyy/m/d">
                  <c:v>43956</c:v>
                </c:pt>
                <c:pt idx="1497" c:formatCode="yyyy/m/d">
                  <c:v>43955</c:v>
                </c:pt>
                <c:pt idx="1498" c:formatCode="yyyy/m/d">
                  <c:v>43952</c:v>
                </c:pt>
                <c:pt idx="1499" c:formatCode="yyyy/m/d">
                  <c:v>43951</c:v>
                </c:pt>
                <c:pt idx="1500" c:formatCode="yyyy/m/d">
                  <c:v>43950</c:v>
                </c:pt>
                <c:pt idx="1501" c:formatCode="yyyy/m/d">
                  <c:v>43949</c:v>
                </c:pt>
                <c:pt idx="1502" c:formatCode="yyyy/m/d">
                  <c:v>43948</c:v>
                </c:pt>
                <c:pt idx="1503" c:formatCode="yyyy/m/d">
                  <c:v>43945</c:v>
                </c:pt>
                <c:pt idx="1504" c:formatCode="yyyy/m/d">
                  <c:v>43944</c:v>
                </c:pt>
                <c:pt idx="1505" c:formatCode="yyyy/m/d">
                  <c:v>43943</c:v>
                </c:pt>
                <c:pt idx="1506" c:formatCode="yyyy/m/d">
                  <c:v>43942</c:v>
                </c:pt>
                <c:pt idx="1507" c:formatCode="yyyy/m/d">
                  <c:v>43941</c:v>
                </c:pt>
                <c:pt idx="1508" c:formatCode="yyyy/m/d">
                  <c:v>43938</c:v>
                </c:pt>
                <c:pt idx="1509" c:formatCode="yyyy/m/d">
                  <c:v>43937</c:v>
                </c:pt>
                <c:pt idx="1510" c:formatCode="yyyy/m/d">
                  <c:v>43936</c:v>
                </c:pt>
                <c:pt idx="1511" c:formatCode="yyyy/m/d">
                  <c:v>43935</c:v>
                </c:pt>
                <c:pt idx="1512" c:formatCode="yyyy/m/d">
                  <c:v>43934</c:v>
                </c:pt>
                <c:pt idx="1513" c:formatCode="yyyy/m/d">
                  <c:v>43931</c:v>
                </c:pt>
                <c:pt idx="1514" c:formatCode="yyyy/m/d">
                  <c:v>43930</c:v>
                </c:pt>
                <c:pt idx="1515" c:formatCode="yyyy/m/d">
                  <c:v>43929</c:v>
                </c:pt>
                <c:pt idx="1516" c:formatCode="yyyy/m/d">
                  <c:v>43928</c:v>
                </c:pt>
                <c:pt idx="1517" c:formatCode="yyyy/m/d">
                  <c:v>43927</c:v>
                </c:pt>
                <c:pt idx="1518" c:formatCode="yyyy/m/d">
                  <c:v>43924</c:v>
                </c:pt>
                <c:pt idx="1519" c:formatCode="yyyy/m/d">
                  <c:v>43923</c:v>
                </c:pt>
                <c:pt idx="1520" c:formatCode="yyyy/m/d">
                  <c:v>43922</c:v>
                </c:pt>
                <c:pt idx="1521" c:formatCode="yyyy/m/d">
                  <c:v>43921</c:v>
                </c:pt>
                <c:pt idx="1522" c:formatCode="yyyy/m/d">
                  <c:v>43920</c:v>
                </c:pt>
                <c:pt idx="1523" c:formatCode="yyyy/m/d">
                  <c:v>43917</c:v>
                </c:pt>
                <c:pt idx="1524" c:formatCode="yyyy/m/d">
                  <c:v>43916</c:v>
                </c:pt>
                <c:pt idx="1525" c:formatCode="yyyy/m/d">
                  <c:v>43915</c:v>
                </c:pt>
                <c:pt idx="1526" c:formatCode="yyyy/m/d">
                  <c:v>43914</c:v>
                </c:pt>
                <c:pt idx="1527" c:formatCode="yyyy/m/d">
                  <c:v>43913</c:v>
                </c:pt>
                <c:pt idx="1528" c:formatCode="yyyy/m/d">
                  <c:v>43910</c:v>
                </c:pt>
                <c:pt idx="1529" c:formatCode="yyyy/m/d">
                  <c:v>43909</c:v>
                </c:pt>
                <c:pt idx="1530" c:formatCode="yyyy/m/d">
                  <c:v>43908</c:v>
                </c:pt>
                <c:pt idx="1531" c:formatCode="yyyy/m/d">
                  <c:v>43907</c:v>
                </c:pt>
                <c:pt idx="1532" c:formatCode="yyyy/m/d">
                  <c:v>43906</c:v>
                </c:pt>
                <c:pt idx="1533" c:formatCode="yyyy/m/d">
                  <c:v>43903</c:v>
                </c:pt>
                <c:pt idx="1534" c:formatCode="yyyy/m/d">
                  <c:v>43902</c:v>
                </c:pt>
                <c:pt idx="1535" c:formatCode="yyyy/m/d">
                  <c:v>43901</c:v>
                </c:pt>
                <c:pt idx="1536" c:formatCode="yyyy/m/d">
                  <c:v>43900</c:v>
                </c:pt>
                <c:pt idx="1537" c:formatCode="yyyy/m/d">
                  <c:v>43899</c:v>
                </c:pt>
                <c:pt idx="1538" c:formatCode="yyyy/m/d">
                  <c:v>43896</c:v>
                </c:pt>
                <c:pt idx="1539" c:formatCode="yyyy/m/d">
                  <c:v>43895</c:v>
                </c:pt>
                <c:pt idx="1540" c:formatCode="yyyy/m/d">
                  <c:v>43894</c:v>
                </c:pt>
                <c:pt idx="1541" c:formatCode="yyyy/m/d">
                  <c:v>43893</c:v>
                </c:pt>
                <c:pt idx="1542" c:formatCode="yyyy/m/d">
                  <c:v>43892</c:v>
                </c:pt>
                <c:pt idx="1543" c:formatCode="yyyy/m/d">
                  <c:v>43889</c:v>
                </c:pt>
                <c:pt idx="1544" c:formatCode="yyyy/m/d">
                  <c:v>43888</c:v>
                </c:pt>
                <c:pt idx="1545" c:formatCode="yyyy/m/d">
                  <c:v>43887</c:v>
                </c:pt>
                <c:pt idx="1546" c:formatCode="yyyy/m/d">
                  <c:v>43886</c:v>
                </c:pt>
                <c:pt idx="1547" c:formatCode="yyyy/m/d">
                  <c:v>43885</c:v>
                </c:pt>
                <c:pt idx="1548" c:formatCode="yyyy/m/d">
                  <c:v>43882</c:v>
                </c:pt>
                <c:pt idx="1549" c:formatCode="yyyy/m/d">
                  <c:v>43881</c:v>
                </c:pt>
                <c:pt idx="1550" c:formatCode="yyyy/m/d">
                  <c:v>43880</c:v>
                </c:pt>
                <c:pt idx="1551" c:formatCode="yyyy/m/d">
                  <c:v>43879</c:v>
                </c:pt>
                <c:pt idx="1552" c:formatCode="yyyy/m/d">
                  <c:v>43878</c:v>
                </c:pt>
                <c:pt idx="1553" c:formatCode="yyyy/m/d">
                  <c:v>43875</c:v>
                </c:pt>
                <c:pt idx="1554" c:formatCode="yyyy/m/d">
                  <c:v>43874</c:v>
                </c:pt>
                <c:pt idx="1555" c:formatCode="yyyy/m/d">
                  <c:v>43873</c:v>
                </c:pt>
                <c:pt idx="1556" c:formatCode="yyyy/m/d">
                  <c:v>43872</c:v>
                </c:pt>
                <c:pt idx="1557" c:formatCode="yyyy/m/d">
                  <c:v>43871</c:v>
                </c:pt>
                <c:pt idx="1558" c:formatCode="yyyy/m/d">
                  <c:v>43868</c:v>
                </c:pt>
                <c:pt idx="1559" c:formatCode="yyyy/m/d">
                  <c:v>43867</c:v>
                </c:pt>
                <c:pt idx="1560" c:formatCode="yyyy/m/d">
                  <c:v>43866</c:v>
                </c:pt>
                <c:pt idx="1561" c:formatCode="yyyy/m/d">
                  <c:v>43865</c:v>
                </c:pt>
                <c:pt idx="1562" c:formatCode="yyyy/m/d">
                  <c:v>43864</c:v>
                </c:pt>
                <c:pt idx="1563" c:formatCode="yyyy/m/d">
                  <c:v>43861</c:v>
                </c:pt>
                <c:pt idx="1564" c:formatCode="yyyy/m/d">
                  <c:v>43860</c:v>
                </c:pt>
                <c:pt idx="1565" c:formatCode="yyyy/m/d">
                  <c:v>43859</c:v>
                </c:pt>
                <c:pt idx="1566" c:formatCode="yyyy/m/d">
                  <c:v>43858</c:v>
                </c:pt>
                <c:pt idx="1567" c:formatCode="yyyy/m/d">
                  <c:v>43857</c:v>
                </c:pt>
                <c:pt idx="1568" c:formatCode="yyyy/m/d">
                  <c:v>43854</c:v>
                </c:pt>
                <c:pt idx="1569" c:formatCode="yyyy/m/d">
                  <c:v>43853</c:v>
                </c:pt>
                <c:pt idx="1570" c:formatCode="yyyy/m/d">
                  <c:v>43852</c:v>
                </c:pt>
                <c:pt idx="1571" c:formatCode="yyyy/m/d">
                  <c:v>43851</c:v>
                </c:pt>
                <c:pt idx="1572" c:formatCode="yyyy/m/d">
                  <c:v>43850</c:v>
                </c:pt>
                <c:pt idx="1573" c:formatCode="yyyy/m/d">
                  <c:v>43847</c:v>
                </c:pt>
                <c:pt idx="1574" c:formatCode="yyyy/m/d">
                  <c:v>43846</c:v>
                </c:pt>
                <c:pt idx="1575" c:formatCode="yyyy/m/d">
                  <c:v>43845</c:v>
                </c:pt>
                <c:pt idx="1576" c:formatCode="yyyy/m/d">
                  <c:v>43844</c:v>
                </c:pt>
                <c:pt idx="1577" c:formatCode="yyyy/m/d">
                  <c:v>43843</c:v>
                </c:pt>
                <c:pt idx="1578" c:formatCode="yyyy/m/d">
                  <c:v>43840</c:v>
                </c:pt>
                <c:pt idx="1579" c:formatCode="yyyy/m/d">
                  <c:v>43839</c:v>
                </c:pt>
                <c:pt idx="1580" c:formatCode="yyyy/m/d">
                  <c:v>43838</c:v>
                </c:pt>
                <c:pt idx="1581" c:formatCode="yyyy/m/d">
                  <c:v>43837</c:v>
                </c:pt>
                <c:pt idx="1582" c:formatCode="yyyy/m/d">
                  <c:v>43836</c:v>
                </c:pt>
                <c:pt idx="1583" c:formatCode="yyyy/m/d">
                  <c:v>43833</c:v>
                </c:pt>
                <c:pt idx="1584" c:formatCode="yyyy/m/d">
                  <c:v>43832</c:v>
                </c:pt>
                <c:pt idx="1585" c:formatCode="yyyy/m/d">
                  <c:v>43831</c:v>
                </c:pt>
                <c:pt idx="1586" c:formatCode="yyyy/m/d">
                  <c:v>43830</c:v>
                </c:pt>
                <c:pt idx="1587" c:formatCode="yyyy/m/d">
                  <c:v>43829</c:v>
                </c:pt>
                <c:pt idx="1588" c:formatCode="yyyy/m/d">
                  <c:v>43826</c:v>
                </c:pt>
                <c:pt idx="1589" c:formatCode="yyyy/m/d">
                  <c:v>43825</c:v>
                </c:pt>
                <c:pt idx="1590" c:formatCode="yyyy/m/d">
                  <c:v>43824</c:v>
                </c:pt>
                <c:pt idx="1591" c:formatCode="yyyy/m/d">
                  <c:v>43823</c:v>
                </c:pt>
                <c:pt idx="1592" c:formatCode="yyyy/m/d">
                  <c:v>43822</c:v>
                </c:pt>
                <c:pt idx="1593" c:formatCode="yyyy/m/d">
                  <c:v>43819</c:v>
                </c:pt>
                <c:pt idx="1594" c:formatCode="yyyy/m/d">
                  <c:v>43818</c:v>
                </c:pt>
                <c:pt idx="1595" c:formatCode="yyyy/m/d">
                  <c:v>43817</c:v>
                </c:pt>
                <c:pt idx="1596" c:formatCode="yyyy/m/d">
                  <c:v>43816</c:v>
                </c:pt>
                <c:pt idx="1597" c:formatCode="yyyy/m/d">
                  <c:v>43815</c:v>
                </c:pt>
                <c:pt idx="1598" c:formatCode="yyyy/m/d">
                  <c:v>43812</c:v>
                </c:pt>
                <c:pt idx="1599" c:formatCode="yyyy/m/d">
                  <c:v>43811</c:v>
                </c:pt>
                <c:pt idx="1600" c:formatCode="yyyy/m/d">
                  <c:v>43810</c:v>
                </c:pt>
                <c:pt idx="1601" c:formatCode="yyyy/m/d">
                  <c:v>43809</c:v>
                </c:pt>
                <c:pt idx="1602" c:formatCode="yyyy/m/d">
                  <c:v>43808</c:v>
                </c:pt>
                <c:pt idx="1603" c:formatCode="yyyy/m/d">
                  <c:v>43805</c:v>
                </c:pt>
                <c:pt idx="1604" c:formatCode="yyyy/m/d">
                  <c:v>43804</c:v>
                </c:pt>
                <c:pt idx="1605" c:formatCode="yyyy/m/d">
                  <c:v>43803</c:v>
                </c:pt>
                <c:pt idx="1606" c:formatCode="yyyy/m/d">
                  <c:v>43802</c:v>
                </c:pt>
                <c:pt idx="1607" c:formatCode="yyyy/m/d">
                  <c:v>43801</c:v>
                </c:pt>
                <c:pt idx="1608" c:formatCode="yyyy/m/d">
                  <c:v>43798</c:v>
                </c:pt>
                <c:pt idx="1609" c:formatCode="yyyy/m/d">
                  <c:v>43797</c:v>
                </c:pt>
                <c:pt idx="1610" c:formatCode="yyyy/m/d">
                  <c:v>43796</c:v>
                </c:pt>
                <c:pt idx="1611" c:formatCode="yyyy/m/d">
                  <c:v>43795</c:v>
                </c:pt>
                <c:pt idx="1612" c:formatCode="yyyy/m/d">
                  <c:v>43794</c:v>
                </c:pt>
                <c:pt idx="1613" c:formatCode="yyyy/m/d">
                  <c:v>43791</c:v>
                </c:pt>
                <c:pt idx="1614" c:formatCode="yyyy/m/d">
                  <c:v>43790</c:v>
                </c:pt>
                <c:pt idx="1615" c:formatCode="yyyy/m/d">
                  <c:v>43789</c:v>
                </c:pt>
                <c:pt idx="1616" c:formatCode="yyyy/m/d">
                  <c:v>43788</c:v>
                </c:pt>
                <c:pt idx="1617" c:formatCode="yyyy/m/d">
                  <c:v>43787</c:v>
                </c:pt>
                <c:pt idx="1618" c:formatCode="yyyy/m/d">
                  <c:v>43784</c:v>
                </c:pt>
                <c:pt idx="1619" c:formatCode="yyyy/m/d">
                  <c:v>43783</c:v>
                </c:pt>
                <c:pt idx="1620" c:formatCode="yyyy/m/d">
                  <c:v>43782</c:v>
                </c:pt>
                <c:pt idx="1621" c:formatCode="yyyy/m/d">
                  <c:v>43781</c:v>
                </c:pt>
                <c:pt idx="1622" c:formatCode="yyyy/m/d">
                  <c:v>43780</c:v>
                </c:pt>
                <c:pt idx="1623" c:formatCode="yyyy/m/d">
                  <c:v>43777</c:v>
                </c:pt>
                <c:pt idx="1624" c:formatCode="yyyy/m/d">
                  <c:v>43776</c:v>
                </c:pt>
                <c:pt idx="1625" c:formatCode="yyyy/m/d">
                  <c:v>43775</c:v>
                </c:pt>
                <c:pt idx="1626" c:formatCode="yyyy/m/d">
                  <c:v>43774</c:v>
                </c:pt>
                <c:pt idx="1627" c:formatCode="yyyy/m/d">
                  <c:v>43773</c:v>
                </c:pt>
                <c:pt idx="1628" c:formatCode="yyyy/m/d">
                  <c:v>43770</c:v>
                </c:pt>
                <c:pt idx="1629" c:formatCode="yyyy/m/d">
                  <c:v>43769</c:v>
                </c:pt>
                <c:pt idx="1630" c:formatCode="yyyy/m/d">
                  <c:v>43768</c:v>
                </c:pt>
                <c:pt idx="1631" c:formatCode="yyyy/m/d">
                  <c:v>43767</c:v>
                </c:pt>
                <c:pt idx="1632" c:formatCode="yyyy/m/d">
                  <c:v>43766</c:v>
                </c:pt>
                <c:pt idx="1633" c:formatCode="yyyy/m/d">
                  <c:v>43763</c:v>
                </c:pt>
                <c:pt idx="1634" c:formatCode="yyyy/m/d">
                  <c:v>43762</c:v>
                </c:pt>
                <c:pt idx="1635" c:formatCode="yyyy/m/d">
                  <c:v>43761</c:v>
                </c:pt>
                <c:pt idx="1636" c:formatCode="yyyy/m/d">
                  <c:v>43760</c:v>
                </c:pt>
                <c:pt idx="1637" c:formatCode="yyyy/m/d">
                  <c:v>43759</c:v>
                </c:pt>
                <c:pt idx="1638" c:formatCode="yyyy/m/d">
                  <c:v>43756</c:v>
                </c:pt>
                <c:pt idx="1639" c:formatCode="yyyy/m/d">
                  <c:v>43755</c:v>
                </c:pt>
                <c:pt idx="1640" c:formatCode="yyyy/m/d">
                  <c:v>43754</c:v>
                </c:pt>
                <c:pt idx="1641" c:formatCode="yyyy/m/d">
                  <c:v>43753</c:v>
                </c:pt>
                <c:pt idx="1642" c:formatCode="yyyy/m/d">
                  <c:v>43752</c:v>
                </c:pt>
                <c:pt idx="1643" c:formatCode="yyyy/m/d">
                  <c:v>43749</c:v>
                </c:pt>
                <c:pt idx="1644" c:formatCode="yyyy/m/d">
                  <c:v>43748</c:v>
                </c:pt>
                <c:pt idx="1645" c:formatCode="yyyy/m/d">
                  <c:v>43747</c:v>
                </c:pt>
                <c:pt idx="1646" c:formatCode="yyyy/m/d">
                  <c:v>43746</c:v>
                </c:pt>
                <c:pt idx="1647" c:formatCode="yyyy/m/d">
                  <c:v>43745</c:v>
                </c:pt>
                <c:pt idx="1648" c:formatCode="yyyy/m/d">
                  <c:v>43742</c:v>
                </c:pt>
                <c:pt idx="1649" c:formatCode="yyyy/m/d">
                  <c:v>43741</c:v>
                </c:pt>
                <c:pt idx="1650" c:formatCode="yyyy/m/d">
                  <c:v>43740</c:v>
                </c:pt>
                <c:pt idx="1651" c:formatCode="yyyy/m/d">
                  <c:v>43739</c:v>
                </c:pt>
                <c:pt idx="1652" c:formatCode="yyyy/m/d">
                  <c:v>43738</c:v>
                </c:pt>
                <c:pt idx="1653" c:formatCode="yyyy/m/d">
                  <c:v>43735</c:v>
                </c:pt>
                <c:pt idx="1654" c:formatCode="yyyy/m/d">
                  <c:v>43734</c:v>
                </c:pt>
                <c:pt idx="1655" c:formatCode="yyyy/m/d">
                  <c:v>43733</c:v>
                </c:pt>
                <c:pt idx="1656" c:formatCode="yyyy/m/d">
                  <c:v>43732</c:v>
                </c:pt>
                <c:pt idx="1657" c:formatCode="yyyy/m/d">
                  <c:v>43731</c:v>
                </c:pt>
                <c:pt idx="1658" c:formatCode="yyyy/m/d">
                  <c:v>43728</c:v>
                </c:pt>
                <c:pt idx="1659" c:formatCode="yyyy/m/d">
                  <c:v>43727</c:v>
                </c:pt>
                <c:pt idx="1660" c:formatCode="yyyy/m/d">
                  <c:v>43726</c:v>
                </c:pt>
                <c:pt idx="1661" c:formatCode="yyyy/m/d">
                  <c:v>43725</c:v>
                </c:pt>
                <c:pt idx="1662" c:formatCode="yyyy/m/d">
                  <c:v>43724</c:v>
                </c:pt>
                <c:pt idx="1663" c:formatCode="yyyy/m/d">
                  <c:v>43721</c:v>
                </c:pt>
                <c:pt idx="1664" c:formatCode="yyyy/m/d">
                  <c:v>43720</c:v>
                </c:pt>
                <c:pt idx="1665" c:formatCode="yyyy/m/d">
                  <c:v>43719</c:v>
                </c:pt>
                <c:pt idx="1666" c:formatCode="yyyy/m/d">
                  <c:v>43718</c:v>
                </c:pt>
                <c:pt idx="1667" c:formatCode="yyyy/m/d">
                  <c:v>43717</c:v>
                </c:pt>
                <c:pt idx="1668" c:formatCode="yyyy/m/d">
                  <c:v>43714</c:v>
                </c:pt>
                <c:pt idx="1669" c:formatCode="yyyy/m/d">
                  <c:v>43713</c:v>
                </c:pt>
                <c:pt idx="1670" c:formatCode="yyyy/m/d">
                  <c:v>43712</c:v>
                </c:pt>
                <c:pt idx="1671" c:formatCode="yyyy/m/d">
                  <c:v>43711</c:v>
                </c:pt>
                <c:pt idx="1672" c:formatCode="yyyy/m/d">
                  <c:v>43710</c:v>
                </c:pt>
                <c:pt idx="1673" c:formatCode="yyyy/m/d">
                  <c:v>43707</c:v>
                </c:pt>
                <c:pt idx="1674" c:formatCode="yyyy/m/d">
                  <c:v>43706</c:v>
                </c:pt>
                <c:pt idx="1675" c:formatCode="yyyy/m/d">
                  <c:v>43705</c:v>
                </c:pt>
                <c:pt idx="1676" c:formatCode="yyyy/m/d">
                  <c:v>43704</c:v>
                </c:pt>
                <c:pt idx="1677" c:formatCode="yyyy/m/d">
                  <c:v>43703</c:v>
                </c:pt>
                <c:pt idx="1678" c:formatCode="yyyy/m/d">
                  <c:v>43700</c:v>
                </c:pt>
                <c:pt idx="1679" c:formatCode="yyyy/m/d">
                  <c:v>43699</c:v>
                </c:pt>
                <c:pt idx="1680" c:formatCode="yyyy/m/d">
                  <c:v>43698</c:v>
                </c:pt>
                <c:pt idx="1681" c:formatCode="yyyy/m/d">
                  <c:v>43697</c:v>
                </c:pt>
                <c:pt idx="1682" c:formatCode="yyyy/m/d">
                  <c:v>43696</c:v>
                </c:pt>
                <c:pt idx="1683" c:formatCode="yyyy/m/d">
                  <c:v>43693</c:v>
                </c:pt>
                <c:pt idx="1684" c:formatCode="yyyy/m/d">
                  <c:v>43692</c:v>
                </c:pt>
                <c:pt idx="1685" c:formatCode="yyyy/m/d">
                  <c:v>43691</c:v>
                </c:pt>
                <c:pt idx="1686" c:formatCode="yyyy/m/d">
                  <c:v>43690</c:v>
                </c:pt>
                <c:pt idx="1687" c:formatCode="yyyy/m/d">
                  <c:v>43689</c:v>
                </c:pt>
                <c:pt idx="1688" c:formatCode="yyyy/m/d">
                  <c:v>43686</c:v>
                </c:pt>
                <c:pt idx="1689" c:formatCode="yyyy/m/d">
                  <c:v>43685</c:v>
                </c:pt>
                <c:pt idx="1690" c:formatCode="yyyy/m/d">
                  <c:v>43684</c:v>
                </c:pt>
                <c:pt idx="1691" c:formatCode="yyyy/m/d">
                  <c:v>43683</c:v>
                </c:pt>
                <c:pt idx="1692" c:formatCode="yyyy/m/d">
                  <c:v>43682</c:v>
                </c:pt>
                <c:pt idx="1693" c:formatCode="yyyy/m/d">
                  <c:v>43679</c:v>
                </c:pt>
                <c:pt idx="1694" c:formatCode="yyyy/m/d">
                  <c:v>43678</c:v>
                </c:pt>
                <c:pt idx="1695" c:formatCode="yyyy/m/d">
                  <c:v>43677</c:v>
                </c:pt>
                <c:pt idx="1696" c:formatCode="yyyy/m/d">
                  <c:v>43676</c:v>
                </c:pt>
                <c:pt idx="1697" c:formatCode="yyyy/m/d">
                  <c:v>43675</c:v>
                </c:pt>
                <c:pt idx="1698" c:formatCode="yyyy/m/d">
                  <c:v>43672</c:v>
                </c:pt>
                <c:pt idx="1699" c:formatCode="yyyy/m/d">
                  <c:v>43671</c:v>
                </c:pt>
                <c:pt idx="1700" c:formatCode="yyyy/m/d">
                  <c:v>43670</c:v>
                </c:pt>
                <c:pt idx="1701" c:formatCode="yyyy/m/d">
                  <c:v>43669</c:v>
                </c:pt>
                <c:pt idx="1702" c:formatCode="yyyy/m/d">
                  <c:v>43668</c:v>
                </c:pt>
                <c:pt idx="1703" c:formatCode="yyyy/m/d">
                  <c:v>43665</c:v>
                </c:pt>
                <c:pt idx="1704" c:formatCode="yyyy/m/d">
                  <c:v>43664</c:v>
                </c:pt>
                <c:pt idx="1705" c:formatCode="yyyy/m/d">
                  <c:v>43663</c:v>
                </c:pt>
                <c:pt idx="1706" c:formatCode="yyyy/m/d">
                  <c:v>43662</c:v>
                </c:pt>
                <c:pt idx="1707" c:formatCode="yyyy/m/d">
                  <c:v>43661</c:v>
                </c:pt>
                <c:pt idx="1708" c:formatCode="yyyy/m/d">
                  <c:v>43658</c:v>
                </c:pt>
                <c:pt idx="1709" c:formatCode="yyyy/m/d">
                  <c:v>43657</c:v>
                </c:pt>
                <c:pt idx="1710" c:formatCode="yyyy/m/d">
                  <c:v>43656</c:v>
                </c:pt>
                <c:pt idx="1711" c:formatCode="yyyy/m/d">
                  <c:v>43655</c:v>
                </c:pt>
                <c:pt idx="1712" c:formatCode="yyyy/m/d">
                  <c:v>43654</c:v>
                </c:pt>
                <c:pt idx="1713" c:formatCode="yyyy/m/d">
                  <c:v>43651</c:v>
                </c:pt>
                <c:pt idx="1714" c:formatCode="yyyy/m/d">
                  <c:v>43650</c:v>
                </c:pt>
                <c:pt idx="1715" c:formatCode="yyyy/m/d">
                  <c:v>43649</c:v>
                </c:pt>
                <c:pt idx="1716" c:formatCode="yyyy/m/d">
                  <c:v>43648</c:v>
                </c:pt>
                <c:pt idx="1717" c:formatCode="yyyy/m/d">
                  <c:v>43647</c:v>
                </c:pt>
                <c:pt idx="1718" c:formatCode="yyyy/m/d">
                  <c:v>43644</c:v>
                </c:pt>
                <c:pt idx="1719" c:formatCode="yyyy/m/d">
                  <c:v>43643</c:v>
                </c:pt>
                <c:pt idx="1720" c:formatCode="yyyy/m/d">
                  <c:v>43642</c:v>
                </c:pt>
                <c:pt idx="1721" c:formatCode="yyyy/m/d">
                  <c:v>43641</c:v>
                </c:pt>
                <c:pt idx="1722" c:formatCode="yyyy/m/d">
                  <c:v>43640</c:v>
                </c:pt>
                <c:pt idx="1723" c:formatCode="yyyy/m/d">
                  <c:v>43637</c:v>
                </c:pt>
                <c:pt idx="1724" c:formatCode="yyyy/m/d">
                  <c:v>43636</c:v>
                </c:pt>
                <c:pt idx="1725" c:formatCode="yyyy/m/d">
                  <c:v>43635</c:v>
                </c:pt>
                <c:pt idx="1726" c:formatCode="yyyy/m/d">
                  <c:v>43634</c:v>
                </c:pt>
                <c:pt idx="1727" c:formatCode="yyyy/m/d">
                  <c:v>43633</c:v>
                </c:pt>
                <c:pt idx="1728" c:formatCode="yyyy/m/d">
                  <c:v>43630</c:v>
                </c:pt>
                <c:pt idx="1729" c:formatCode="yyyy/m/d">
                  <c:v>43629</c:v>
                </c:pt>
                <c:pt idx="1730" c:formatCode="yyyy/m/d">
                  <c:v>43628</c:v>
                </c:pt>
                <c:pt idx="1731" c:formatCode="yyyy/m/d">
                  <c:v>43627</c:v>
                </c:pt>
                <c:pt idx="1732" c:formatCode="yyyy/m/d">
                  <c:v>43626</c:v>
                </c:pt>
                <c:pt idx="1733" c:formatCode="yyyy/m/d">
                  <c:v>43623</c:v>
                </c:pt>
                <c:pt idx="1734" c:formatCode="yyyy/m/d">
                  <c:v>43622</c:v>
                </c:pt>
                <c:pt idx="1735" c:formatCode="yyyy/m/d">
                  <c:v>43621</c:v>
                </c:pt>
                <c:pt idx="1736" c:formatCode="yyyy/m/d">
                  <c:v>43620</c:v>
                </c:pt>
                <c:pt idx="1737" c:formatCode="yyyy/m/d">
                  <c:v>43619</c:v>
                </c:pt>
                <c:pt idx="1738" c:formatCode="yyyy/m/d">
                  <c:v>43616</c:v>
                </c:pt>
                <c:pt idx="1739" c:formatCode="yyyy/m/d">
                  <c:v>43615</c:v>
                </c:pt>
                <c:pt idx="1740" c:formatCode="yyyy/m/d">
                  <c:v>43614</c:v>
                </c:pt>
                <c:pt idx="1741" c:formatCode="yyyy/m/d">
                  <c:v>43613</c:v>
                </c:pt>
                <c:pt idx="1742" c:formatCode="yyyy/m/d">
                  <c:v>43612</c:v>
                </c:pt>
                <c:pt idx="1743" c:formatCode="yyyy/m/d">
                  <c:v>43609</c:v>
                </c:pt>
                <c:pt idx="1744" c:formatCode="yyyy/m/d">
                  <c:v>43608</c:v>
                </c:pt>
                <c:pt idx="1745" c:formatCode="yyyy/m/d">
                  <c:v>43607</c:v>
                </c:pt>
                <c:pt idx="1746" c:formatCode="yyyy/m/d">
                  <c:v>43606</c:v>
                </c:pt>
                <c:pt idx="1747" c:formatCode="yyyy/m/d">
                  <c:v>43605</c:v>
                </c:pt>
                <c:pt idx="1748" c:formatCode="yyyy/m/d">
                  <c:v>43602</c:v>
                </c:pt>
                <c:pt idx="1749" c:formatCode="yyyy/m/d">
                  <c:v>43601</c:v>
                </c:pt>
                <c:pt idx="1750" c:formatCode="yyyy/m/d">
                  <c:v>43600</c:v>
                </c:pt>
                <c:pt idx="1751" c:formatCode="yyyy/m/d">
                  <c:v>43599</c:v>
                </c:pt>
                <c:pt idx="1752" c:formatCode="yyyy/m/d">
                  <c:v>43598</c:v>
                </c:pt>
                <c:pt idx="1753" c:formatCode="yyyy/m/d">
                  <c:v>43595</c:v>
                </c:pt>
                <c:pt idx="1754" c:formatCode="yyyy/m/d">
                  <c:v>43594</c:v>
                </c:pt>
                <c:pt idx="1755" c:formatCode="yyyy/m/d">
                  <c:v>43593</c:v>
                </c:pt>
                <c:pt idx="1756" c:formatCode="yyyy/m/d">
                  <c:v>43592</c:v>
                </c:pt>
                <c:pt idx="1757" c:formatCode="yyyy/m/d">
                  <c:v>43591</c:v>
                </c:pt>
                <c:pt idx="1758" c:formatCode="yyyy/m/d">
                  <c:v>43588</c:v>
                </c:pt>
                <c:pt idx="1759" c:formatCode="yyyy/m/d">
                  <c:v>43587</c:v>
                </c:pt>
                <c:pt idx="1760" c:formatCode="yyyy/m/d">
                  <c:v>43586</c:v>
                </c:pt>
                <c:pt idx="1761" c:formatCode="yyyy/m/d">
                  <c:v>43585</c:v>
                </c:pt>
                <c:pt idx="1762" c:formatCode="yyyy/m/d">
                  <c:v>43584</c:v>
                </c:pt>
                <c:pt idx="1763" c:formatCode="yyyy/m/d">
                  <c:v>43581</c:v>
                </c:pt>
                <c:pt idx="1764" c:formatCode="yyyy/m/d">
                  <c:v>43580</c:v>
                </c:pt>
                <c:pt idx="1765" c:formatCode="yyyy/m/d">
                  <c:v>43579</c:v>
                </c:pt>
                <c:pt idx="1766" c:formatCode="yyyy/m/d">
                  <c:v>43578</c:v>
                </c:pt>
                <c:pt idx="1767" c:formatCode="yyyy/m/d">
                  <c:v>43577</c:v>
                </c:pt>
                <c:pt idx="1768" c:formatCode="yyyy/m/d">
                  <c:v>43574</c:v>
                </c:pt>
                <c:pt idx="1769" c:formatCode="yyyy/m/d">
                  <c:v>43573</c:v>
                </c:pt>
                <c:pt idx="1770" c:formatCode="yyyy/m/d">
                  <c:v>43572</c:v>
                </c:pt>
                <c:pt idx="1771" c:formatCode="yyyy/m/d">
                  <c:v>43571</c:v>
                </c:pt>
                <c:pt idx="1772" c:formatCode="yyyy/m/d">
                  <c:v>43570</c:v>
                </c:pt>
                <c:pt idx="1773" c:formatCode="yyyy/m/d">
                  <c:v>43567</c:v>
                </c:pt>
                <c:pt idx="1774" c:formatCode="yyyy/m/d">
                  <c:v>43566</c:v>
                </c:pt>
                <c:pt idx="1775" c:formatCode="yyyy/m/d">
                  <c:v>43565</c:v>
                </c:pt>
                <c:pt idx="1776" c:formatCode="yyyy/m/d">
                  <c:v>43564</c:v>
                </c:pt>
                <c:pt idx="1777" c:formatCode="yyyy/m/d">
                  <c:v>43563</c:v>
                </c:pt>
                <c:pt idx="1778" c:formatCode="yyyy/m/d">
                  <c:v>43560</c:v>
                </c:pt>
                <c:pt idx="1779" c:formatCode="yyyy/m/d">
                  <c:v>43559</c:v>
                </c:pt>
                <c:pt idx="1780" c:formatCode="yyyy/m/d">
                  <c:v>43558</c:v>
                </c:pt>
                <c:pt idx="1781" c:formatCode="yyyy/m/d">
                  <c:v>43557</c:v>
                </c:pt>
                <c:pt idx="1782" c:formatCode="yyyy/m/d">
                  <c:v>43556</c:v>
                </c:pt>
                <c:pt idx="1783" c:formatCode="yyyy/m/d">
                  <c:v>43553</c:v>
                </c:pt>
                <c:pt idx="1784" c:formatCode="yyyy/m/d">
                  <c:v>43552</c:v>
                </c:pt>
                <c:pt idx="1785" c:formatCode="yyyy/m/d">
                  <c:v>43551</c:v>
                </c:pt>
                <c:pt idx="1786" c:formatCode="yyyy/m/d">
                  <c:v>43550</c:v>
                </c:pt>
                <c:pt idx="1787" c:formatCode="yyyy/m/d">
                  <c:v>43549</c:v>
                </c:pt>
                <c:pt idx="1788" c:formatCode="yyyy/m/d">
                  <c:v>43546</c:v>
                </c:pt>
                <c:pt idx="1789" c:formatCode="yyyy/m/d">
                  <c:v>43545</c:v>
                </c:pt>
                <c:pt idx="1790" c:formatCode="yyyy/m/d">
                  <c:v>43544</c:v>
                </c:pt>
                <c:pt idx="1791" c:formatCode="yyyy/m/d">
                  <c:v>43543</c:v>
                </c:pt>
                <c:pt idx="1792" c:formatCode="yyyy/m/d">
                  <c:v>43542</c:v>
                </c:pt>
                <c:pt idx="1793" c:formatCode="yyyy/m/d">
                  <c:v>43539</c:v>
                </c:pt>
                <c:pt idx="1794" c:formatCode="yyyy/m/d">
                  <c:v>43538</c:v>
                </c:pt>
                <c:pt idx="1795" c:formatCode="yyyy/m/d">
                  <c:v>43537</c:v>
                </c:pt>
                <c:pt idx="1796" c:formatCode="yyyy/m/d">
                  <c:v>43536</c:v>
                </c:pt>
                <c:pt idx="1797" c:formatCode="yyyy/m/d">
                  <c:v>43535</c:v>
                </c:pt>
                <c:pt idx="1798" c:formatCode="yyyy/m/d">
                  <c:v>43532</c:v>
                </c:pt>
                <c:pt idx="1799" c:formatCode="yyyy/m/d">
                  <c:v>43531</c:v>
                </c:pt>
                <c:pt idx="1800" c:formatCode="yyyy/m/d">
                  <c:v>43530</c:v>
                </c:pt>
                <c:pt idx="1801" c:formatCode="yyyy/m/d">
                  <c:v>43529</c:v>
                </c:pt>
                <c:pt idx="1802" c:formatCode="yyyy/m/d">
                  <c:v>43528</c:v>
                </c:pt>
                <c:pt idx="1803" c:formatCode="yyyy/m/d">
                  <c:v>43525</c:v>
                </c:pt>
                <c:pt idx="1804" c:formatCode="yyyy/m/d">
                  <c:v>43524</c:v>
                </c:pt>
                <c:pt idx="1805" c:formatCode="yyyy/m/d">
                  <c:v>43523</c:v>
                </c:pt>
                <c:pt idx="1806" c:formatCode="yyyy/m/d">
                  <c:v>43522</c:v>
                </c:pt>
                <c:pt idx="1807" c:formatCode="yyyy/m/d">
                  <c:v>43521</c:v>
                </c:pt>
                <c:pt idx="1808" c:formatCode="yyyy/m/d">
                  <c:v>43518</c:v>
                </c:pt>
                <c:pt idx="1809" c:formatCode="yyyy/m/d">
                  <c:v>43517</c:v>
                </c:pt>
                <c:pt idx="1810" c:formatCode="yyyy/m/d">
                  <c:v>43516</c:v>
                </c:pt>
                <c:pt idx="1811" c:formatCode="yyyy/m/d">
                  <c:v>43515</c:v>
                </c:pt>
                <c:pt idx="1812" c:formatCode="yyyy/m/d">
                  <c:v>43514</c:v>
                </c:pt>
                <c:pt idx="1813" c:formatCode="yyyy/m/d">
                  <c:v>43511</c:v>
                </c:pt>
                <c:pt idx="1814" c:formatCode="yyyy/m/d">
                  <c:v>43510</c:v>
                </c:pt>
                <c:pt idx="1815" c:formatCode="yyyy/m/d">
                  <c:v>43509</c:v>
                </c:pt>
                <c:pt idx="1816" c:formatCode="yyyy/m/d">
                  <c:v>43508</c:v>
                </c:pt>
                <c:pt idx="1817" c:formatCode="yyyy/m/d">
                  <c:v>43507</c:v>
                </c:pt>
                <c:pt idx="1818" c:formatCode="yyyy/m/d">
                  <c:v>43504</c:v>
                </c:pt>
                <c:pt idx="1819" c:formatCode="yyyy/m/d">
                  <c:v>43503</c:v>
                </c:pt>
                <c:pt idx="1820" c:formatCode="yyyy/m/d">
                  <c:v>43502</c:v>
                </c:pt>
                <c:pt idx="1821" c:formatCode="yyyy/m/d">
                  <c:v>43501</c:v>
                </c:pt>
                <c:pt idx="1822" c:formatCode="yyyy/m/d">
                  <c:v>43500</c:v>
                </c:pt>
                <c:pt idx="1823" c:formatCode="yyyy/m/d">
                  <c:v>43497</c:v>
                </c:pt>
                <c:pt idx="1824" c:formatCode="yyyy/m/d">
                  <c:v>43496</c:v>
                </c:pt>
                <c:pt idx="1825" c:formatCode="yyyy/m/d">
                  <c:v>43495</c:v>
                </c:pt>
                <c:pt idx="1826" c:formatCode="yyyy/m/d">
                  <c:v>43494</c:v>
                </c:pt>
                <c:pt idx="1827" c:formatCode="yyyy/m/d">
                  <c:v>43493</c:v>
                </c:pt>
                <c:pt idx="1828" c:formatCode="yyyy/m/d">
                  <c:v>43490</c:v>
                </c:pt>
                <c:pt idx="1829" c:formatCode="yyyy/m/d">
                  <c:v>43489</c:v>
                </c:pt>
                <c:pt idx="1830" c:formatCode="yyyy/m/d">
                  <c:v>43488</c:v>
                </c:pt>
                <c:pt idx="1831" c:formatCode="yyyy/m/d">
                  <c:v>43487</c:v>
                </c:pt>
                <c:pt idx="1832" c:formatCode="yyyy/m/d">
                  <c:v>43486</c:v>
                </c:pt>
                <c:pt idx="1833" c:formatCode="yyyy/m/d">
                  <c:v>43483</c:v>
                </c:pt>
                <c:pt idx="1834" c:formatCode="yyyy/m/d">
                  <c:v>43482</c:v>
                </c:pt>
                <c:pt idx="1835" c:formatCode="yyyy/m/d">
                  <c:v>43481</c:v>
                </c:pt>
                <c:pt idx="1836" c:formatCode="yyyy/m/d">
                  <c:v>43480</c:v>
                </c:pt>
                <c:pt idx="1837" c:formatCode="yyyy/m/d">
                  <c:v>43479</c:v>
                </c:pt>
                <c:pt idx="1838" c:formatCode="yyyy/m/d">
                  <c:v>43476</c:v>
                </c:pt>
                <c:pt idx="1839" c:formatCode="yyyy/m/d">
                  <c:v>43475</c:v>
                </c:pt>
                <c:pt idx="1840" c:formatCode="yyyy/m/d">
                  <c:v>43474</c:v>
                </c:pt>
                <c:pt idx="1841" c:formatCode="yyyy/m/d">
                  <c:v>43473</c:v>
                </c:pt>
                <c:pt idx="1842" c:formatCode="yyyy/m/d">
                  <c:v>43472</c:v>
                </c:pt>
                <c:pt idx="1843" c:formatCode="yyyy/m/d">
                  <c:v>43469</c:v>
                </c:pt>
                <c:pt idx="1844" c:formatCode="yyyy/m/d">
                  <c:v>43468</c:v>
                </c:pt>
                <c:pt idx="1845" c:formatCode="yyyy/m/d">
                  <c:v>43467</c:v>
                </c:pt>
                <c:pt idx="1846" c:formatCode="yyyy/m/d">
                  <c:v>43466</c:v>
                </c:pt>
                <c:pt idx="1847" c:formatCode="yyyy/m/d">
                  <c:v>43465</c:v>
                </c:pt>
                <c:pt idx="1848" c:formatCode="yyyy/m/d">
                  <c:v>43462</c:v>
                </c:pt>
                <c:pt idx="1849" c:formatCode="yyyy/m/d">
                  <c:v>43461</c:v>
                </c:pt>
                <c:pt idx="1850" c:formatCode="yyyy/m/d">
                  <c:v>43460</c:v>
                </c:pt>
                <c:pt idx="1851" c:formatCode="yyyy/m/d">
                  <c:v>43459</c:v>
                </c:pt>
                <c:pt idx="1852" c:formatCode="yyyy/m/d">
                  <c:v>43458</c:v>
                </c:pt>
                <c:pt idx="1853" c:formatCode="yyyy/m/d">
                  <c:v>43455</c:v>
                </c:pt>
                <c:pt idx="1854" c:formatCode="yyyy/m/d">
                  <c:v>43454</c:v>
                </c:pt>
                <c:pt idx="1855" c:formatCode="yyyy/m/d">
                  <c:v>43453</c:v>
                </c:pt>
                <c:pt idx="1856" c:formatCode="yyyy/m/d">
                  <c:v>43452</c:v>
                </c:pt>
                <c:pt idx="1857" c:formatCode="yyyy/m/d">
                  <c:v>43451</c:v>
                </c:pt>
                <c:pt idx="1858" c:formatCode="yyyy/m/d">
                  <c:v>43448</c:v>
                </c:pt>
                <c:pt idx="1859" c:formatCode="yyyy/m/d">
                  <c:v>43447</c:v>
                </c:pt>
                <c:pt idx="1860" c:formatCode="yyyy/m/d">
                  <c:v>43446</c:v>
                </c:pt>
                <c:pt idx="1861" c:formatCode="yyyy/m/d">
                  <c:v>43445</c:v>
                </c:pt>
                <c:pt idx="1862" c:formatCode="yyyy/m/d">
                  <c:v>43444</c:v>
                </c:pt>
                <c:pt idx="1863" c:formatCode="yyyy/m/d">
                  <c:v>43441</c:v>
                </c:pt>
                <c:pt idx="1864" c:formatCode="yyyy/m/d">
                  <c:v>43440</c:v>
                </c:pt>
                <c:pt idx="1865" c:formatCode="yyyy/m/d">
                  <c:v>43439</c:v>
                </c:pt>
                <c:pt idx="1866" c:formatCode="yyyy/m/d">
                  <c:v>43438</c:v>
                </c:pt>
                <c:pt idx="1867" c:formatCode="yyyy/m/d">
                  <c:v>43437</c:v>
                </c:pt>
                <c:pt idx="1868" c:formatCode="yyyy/m/d">
                  <c:v>43434</c:v>
                </c:pt>
                <c:pt idx="1869" c:formatCode="yyyy/m/d">
                  <c:v>43433</c:v>
                </c:pt>
                <c:pt idx="1870" c:formatCode="yyyy/m/d">
                  <c:v>43432</c:v>
                </c:pt>
                <c:pt idx="1871" c:formatCode="yyyy/m/d">
                  <c:v>43431</c:v>
                </c:pt>
                <c:pt idx="1872" c:formatCode="yyyy/m/d">
                  <c:v>43430</c:v>
                </c:pt>
                <c:pt idx="1873" c:formatCode="yyyy/m/d">
                  <c:v>43427</c:v>
                </c:pt>
                <c:pt idx="1874" c:formatCode="yyyy/m/d">
                  <c:v>43426</c:v>
                </c:pt>
                <c:pt idx="1875" c:formatCode="yyyy/m/d">
                  <c:v>43425</c:v>
                </c:pt>
                <c:pt idx="1876" c:formatCode="yyyy/m/d">
                  <c:v>43424</c:v>
                </c:pt>
                <c:pt idx="1877" c:formatCode="yyyy/m/d">
                  <c:v>43423</c:v>
                </c:pt>
                <c:pt idx="1878" c:formatCode="yyyy/m/d">
                  <c:v>43420</c:v>
                </c:pt>
                <c:pt idx="1879" c:formatCode="yyyy/m/d">
                  <c:v>43419</c:v>
                </c:pt>
                <c:pt idx="1880" c:formatCode="yyyy/m/d">
                  <c:v>43418</c:v>
                </c:pt>
                <c:pt idx="1881" c:formatCode="yyyy/m/d">
                  <c:v>43417</c:v>
                </c:pt>
                <c:pt idx="1882" c:formatCode="yyyy/m/d">
                  <c:v>43416</c:v>
                </c:pt>
                <c:pt idx="1883" c:formatCode="yyyy/m/d">
                  <c:v>43413</c:v>
                </c:pt>
                <c:pt idx="1884" c:formatCode="yyyy/m/d">
                  <c:v>43412</c:v>
                </c:pt>
                <c:pt idx="1885" c:formatCode="yyyy/m/d">
                  <c:v>43411</c:v>
                </c:pt>
                <c:pt idx="1886" c:formatCode="yyyy/m/d">
                  <c:v>43410</c:v>
                </c:pt>
                <c:pt idx="1887" c:formatCode="yyyy/m/d">
                  <c:v>43409</c:v>
                </c:pt>
                <c:pt idx="1888" c:formatCode="yyyy/m/d">
                  <c:v>43406</c:v>
                </c:pt>
                <c:pt idx="1889" c:formatCode="yyyy/m/d">
                  <c:v>43405</c:v>
                </c:pt>
                <c:pt idx="1890" c:formatCode="yyyy/m/d">
                  <c:v>43404</c:v>
                </c:pt>
                <c:pt idx="1891" c:formatCode="yyyy/m/d">
                  <c:v>43403</c:v>
                </c:pt>
                <c:pt idx="1892" c:formatCode="yyyy/m/d">
                  <c:v>43402</c:v>
                </c:pt>
                <c:pt idx="1893" c:formatCode="yyyy/m/d">
                  <c:v>43399</c:v>
                </c:pt>
                <c:pt idx="1894" c:formatCode="yyyy/m/d">
                  <c:v>43398</c:v>
                </c:pt>
                <c:pt idx="1895" c:formatCode="yyyy/m/d">
                  <c:v>43397</c:v>
                </c:pt>
                <c:pt idx="1896" c:formatCode="yyyy/m/d">
                  <c:v>43396</c:v>
                </c:pt>
                <c:pt idx="1897" c:formatCode="yyyy/m/d">
                  <c:v>43395</c:v>
                </c:pt>
                <c:pt idx="1898" c:formatCode="yyyy/m/d">
                  <c:v>43392</c:v>
                </c:pt>
                <c:pt idx="1899" c:formatCode="yyyy/m/d">
                  <c:v>43391</c:v>
                </c:pt>
                <c:pt idx="1900" c:formatCode="yyyy/m/d">
                  <c:v>43390</c:v>
                </c:pt>
                <c:pt idx="1901" c:formatCode="yyyy/m/d">
                  <c:v>43389</c:v>
                </c:pt>
                <c:pt idx="1902" c:formatCode="yyyy/m/d">
                  <c:v>43388</c:v>
                </c:pt>
                <c:pt idx="1903" c:formatCode="yyyy/m/d">
                  <c:v>43385</c:v>
                </c:pt>
                <c:pt idx="1904" c:formatCode="yyyy/m/d">
                  <c:v>43384</c:v>
                </c:pt>
                <c:pt idx="1905" c:formatCode="yyyy/m/d">
                  <c:v>43383</c:v>
                </c:pt>
                <c:pt idx="1906" c:formatCode="yyyy/m/d">
                  <c:v>43382</c:v>
                </c:pt>
                <c:pt idx="1907" c:formatCode="yyyy/m/d">
                  <c:v>43381</c:v>
                </c:pt>
                <c:pt idx="1908" c:formatCode="yyyy/m/d">
                  <c:v>43378</c:v>
                </c:pt>
                <c:pt idx="1909" c:formatCode="yyyy/m/d">
                  <c:v>43377</c:v>
                </c:pt>
                <c:pt idx="1910" c:formatCode="yyyy/m/d">
                  <c:v>43376</c:v>
                </c:pt>
                <c:pt idx="1911" c:formatCode="yyyy/m/d">
                  <c:v>43375</c:v>
                </c:pt>
                <c:pt idx="1912" c:formatCode="yyyy/m/d">
                  <c:v>43374</c:v>
                </c:pt>
                <c:pt idx="1913" c:formatCode="yyyy/m/d">
                  <c:v>43371</c:v>
                </c:pt>
                <c:pt idx="1914" c:formatCode="yyyy/m/d">
                  <c:v>43370</c:v>
                </c:pt>
                <c:pt idx="1915" c:formatCode="yyyy/m/d">
                  <c:v>43369</c:v>
                </c:pt>
                <c:pt idx="1916" c:formatCode="yyyy/m/d">
                  <c:v>43368</c:v>
                </c:pt>
                <c:pt idx="1917" c:formatCode="yyyy/m/d">
                  <c:v>43367</c:v>
                </c:pt>
                <c:pt idx="1918" c:formatCode="yyyy/m/d">
                  <c:v>43364</c:v>
                </c:pt>
                <c:pt idx="1919" c:formatCode="yyyy/m/d">
                  <c:v>43363</c:v>
                </c:pt>
                <c:pt idx="1920" c:formatCode="yyyy/m/d">
                  <c:v>43362</c:v>
                </c:pt>
                <c:pt idx="1921" c:formatCode="yyyy/m/d">
                  <c:v>43361</c:v>
                </c:pt>
                <c:pt idx="1922" c:formatCode="yyyy/m/d">
                  <c:v>43360</c:v>
                </c:pt>
                <c:pt idx="1923" c:formatCode="yyyy/m/d">
                  <c:v>43357</c:v>
                </c:pt>
                <c:pt idx="1924" c:formatCode="yyyy/m/d">
                  <c:v>43356</c:v>
                </c:pt>
                <c:pt idx="1925" c:formatCode="yyyy/m/d">
                  <c:v>43355</c:v>
                </c:pt>
                <c:pt idx="1926" c:formatCode="yyyy/m/d">
                  <c:v>43354</c:v>
                </c:pt>
                <c:pt idx="1927" c:formatCode="yyyy/m/d">
                  <c:v>43353</c:v>
                </c:pt>
                <c:pt idx="1928" c:formatCode="yyyy/m/d">
                  <c:v>43350</c:v>
                </c:pt>
                <c:pt idx="1929" c:formatCode="yyyy/m/d">
                  <c:v>43349</c:v>
                </c:pt>
                <c:pt idx="1930" c:formatCode="yyyy/m/d">
                  <c:v>43348</c:v>
                </c:pt>
                <c:pt idx="1931" c:formatCode="yyyy/m/d">
                  <c:v>43347</c:v>
                </c:pt>
                <c:pt idx="1932" c:formatCode="yyyy/m/d">
                  <c:v>43346</c:v>
                </c:pt>
                <c:pt idx="1933" c:formatCode="yyyy/m/d">
                  <c:v>43343</c:v>
                </c:pt>
                <c:pt idx="1934" c:formatCode="yyyy/m/d">
                  <c:v>43342</c:v>
                </c:pt>
                <c:pt idx="1935" c:formatCode="yyyy/m/d">
                  <c:v>43341</c:v>
                </c:pt>
                <c:pt idx="1936" c:formatCode="yyyy/m/d">
                  <c:v>43340</c:v>
                </c:pt>
                <c:pt idx="1937" c:formatCode="yyyy/m/d">
                  <c:v>43339</c:v>
                </c:pt>
                <c:pt idx="1938" c:formatCode="yyyy/m/d">
                  <c:v>43336</c:v>
                </c:pt>
                <c:pt idx="1939" c:formatCode="yyyy/m/d">
                  <c:v>43335</c:v>
                </c:pt>
                <c:pt idx="1940" c:formatCode="yyyy/m/d">
                  <c:v>43334</c:v>
                </c:pt>
                <c:pt idx="1941" c:formatCode="yyyy/m/d">
                  <c:v>43333</c:v>
                </c:pt>
                <c:pt idx="1942" c:formatCode="yyyy/m/d">
                  <c:v>43332</c:v>
                </c:pt>
                <c:pt idx="1943" c:formatCode="yyyy/m/d">
                  <c:v>43329</c:v>
                </c:pt>
                <c:pt idx="1944" c:formatCode="yyyy/m/d">
                  <c:v>43328</c:v>
                </c:pt>
                <c:pt idx="1945" c:formatCode="yyyy/m/d">
                  <c:v>43327</c:v>
                </c:pt>
                <c:pt idx="1946" c:formatCode="yyyy/m/d">
                  <c:v>43326</c:v>
                </c:pt>
                <c:pt idx="1947" c:formatCode="yyyy/m/d">
                  <c:v>43325</c:v>
                </c:pt>
                <c:pt idx="1948" c:formatCode="yyyy/m/d">
                  <c:v>43322</c:v>
                </c:pt>
                <c:pt idx="1949" c:formatCode="yyyy/m/d">
                  <c:v>43321</c:v>
                </c:pt>
                <c:pt idx="1950" c:formatCode="yyyy/m/d">
                  <c:v>43320</c:v>
                </c:pt>
                <c:pt idx="1951" c:formatCode="yyyy/m/d">
                  <c:v>43319</c:v>
                </c:pt>
                <c:pt idx="1952" c:formatCode="yyyy/m/d">
                  <c:v>43318</c:v>
                </c:pt>
                <c:pt idx="1953" c:formatCode="yyyy/m/d">
                  <c:v>43315</c:v>
                </c:pt>
                <c:pt idx="1954" c:formatCode="yyyy/m/d">
                  <c:v>43314</c:v>
                </c:pt>
                <c:pt idx="1955" c:formatCode="yyyy/m/d">
                  <c:v>43313</c:v>
                </c:pt>
                <c:pt idx="1956" c:formatCode="yyyy/m/d">
                  <c:v>43312</c:v>
                </c:pt>
                <c:pt idx="1957" c:formatCode="yyyy/m/d">
                  <c:v>43311</c:v>
                </c:pt>
                <c:pt idx="1958" c:formatCode="yyyy/m/d">
                  <c:v>43308</c:v>
                </c:pt>
                <c:pt idx="1959" c:formatCode="yyyy/m/d">
                  <c:v>43307</c:v>
                </c:pt>
                <c:pt idx="1960" c:formatCode="yyyy/m/d">
                  <c:v>43306</c:v>
                </c:pt>
                <c:pt idx="1961" c:formatCode="yyyy/m/d">
                  <c:v>43305</c:v>
                </c:pt>
                <c:pt idx="1962" c:formatCode="yyyy/m/d">
                  <c:v>43304</c:v>
                </c:pt>
                <c:pt idx="1963" c:formatCode="yyyy/m/d">
                  <c:v>43301</c:v>
                </c:pt>
                <c:pt idx="1964" c:formatCode="yyyy/m/d">
                  <c:v>43300</c:v>
                </c:pt>
                <c:pt idx="1965" c:formatCode="yyyy/m/d">
                  <c:v>43299</c:v>
                </c:pt>
                <c:pt idx="1966" c:formatCode="yyyy/m/d">
                  <c:v>43298</c:v>
                </c:pt>
                <c:pt idx="1967" c:formatCode="yyyy/m/d">
                  <c:v>43297</c:v>
                </c:pt>
                <c:pt idx="1968" c:formatCode="yyyy/m/d">
                  <c:v>43294</c:v>
                </c:pt>
                <c:pt idx="1969" c:formatCode="yyyy/m/d">
                  <c:v>43293</c:v>
                </c:pt>
                <c:pt idx="1970" c:formatCode="yyyy/m/d">
                  <c:v>43292</c:v>
                </c:pt>
                <c:pt idx="1971" c:formatCode="yyyy/m/d">
                  <c:v>43291</c:v>
                </c:pt>
                <c:pt idx="1972" c:formatCode="yyyy/m/d">
                  <c:v>43290</c:v>
                </c:pt>
                <c:pt idx="1973" c:formatCode="yyyy/m/d">
                  <c:v>43287</c:v>
                </c:pt>
                <c:pt idx="1974" c:formatCode="yyyy/m/d">
                  <c:v>43286</c:v>
                </c:pt>
                <c:pt idx="1975" c:formatCode="yyyy/m/d">
                  <c:v>43285</c:v>
                </c:pt>
                <c:pt idx="1976" c:formatCode="yyyy/m/d">
                  <c:v>43284</c:v>
                </c:pt>
                <c:pt idx="1977" c:formatCode="yyyy/m/d">
                  <c:v>43283</c:v>
                </c:pt>
                <c:pt idx="1978" c:formatCode="yyyy/m/d">
                  <c:v>43280</c:v>
                </c:pt>
                <c:pt idx="1979" c:formatCode="yyyy/m/d">
                  <c:v>43279</c:v>
                </c:pt>
                <c:pt idx="1980" c:formatCode="yyyy/m/d">
                  <c:v>43278</c:v>
                </c:pt>
                <c:pt idx="1981" c:formatCode="yyyy/m/d">
                  <c:v>43277</c:v>
                </c:pt>
                <c:pt idx="1982" c:formatCode="yyyy/m/d">
                  <c:v>43276</c:v>
                </c:pt>
                <c:pt idx="1983" c:formatCode="yyyy/m/d">
                  <c:v>43273</c:v>
                </c:pt>
                <c:pt idx="1984" c:formatCode="yyyy/m/d">
                  <c:v>43272</c:v>
                </c:pt>
                <c:pt idx="1985" c:formatCode="yyyy/m/d">
                  <c:v>43271</c:v>
                </c:pt>
                <c:pt idx="1986" c:formatCode="yyyy/m/d">
                  <c:v>43270</c:v>
                </c:pt>
                <c:pt idx="1987" c:formatCode="yyyy/m/d">
                  <c:v>43269</c:v>
                </c:pt>
                <c:pt idx="1988" c:formatCode="yyyy/m/d">
                  <c:v>43266</c:v>
                </c:pt>
                <c:pt idx="1989" c:formatCode="yyyy/m/d">
                  <c:v>43265</c:v>
                </c:pt>
                <c:pt idx="1990" c:formatCode="yyyy/m/d">
                  <c:v>43264</c:v>
                </c:pt>
                <c:pt idx="1991" c:formatCode="yyyy/m/d">
                  <c:v>43263</c:v>
                </c:pt>
                <c:pt idx="1992" c:formatCode="yyyy/m/d">
                  <c:v>43262</c:v>
                </c:pt>
                <c:pt idx="1993" c:formatCode="yyyy/m/d">
                  <c:v>43259</c:v>
                </c:pt>
                <c:pt idx="1994" c:formatCode="yyyy/m/d">
                  <c:v>43258</c:v>
                </c:pt>
                <c:pt idx="1995" c:formatCode="yyyy/m/d">
                  <c:v>43257</c:v>
                </c:pt>
                <c:pt idx="1996" c:formatCode="yyyy/m/d">
                  <c:v>43256</c:v>
                </c:pt>
                <c:pt idx="1997" c:formatCode="yyyy/m/d">
                  <c:v>43255</c:v>
                </c:pt>
                <c:pt idx="1998" c:formatCode="yyyy/m/d">
                  <c:v>43252</c:v>
                </c:pt>
                <c:pt idx="1999" c:formatCode="yyyy/m/d">
                  <c:v>43251</c:v>
                </c:pt>
                <c:pt idx="2000" c:formatCode="yyyy/m/d">
                  <c:v>43250</c:v>
                </c:pt>
                <c:pt idx="2001" c:formatCode="yyyy/m/d">
                  <c:v>43249</c:v>
                </c:pt>
                <c:pt idx="2002" c:formatCode="yyyy/m/d">
                  <c:v>43248</c:v>
                </c:pt>
                <c:pt idx="2003" c:formatCode="yyyy/m/d">
                  <c:v>43245</c:v>
                </c:pt>
                <c:pt idx="2004" c:formatCode="yyyy/m/d">
                  <c:v>43244</c:v>
                </c:pt>
                <c:pt idx="2005" c:formatCode="yyyy/m/d">
                  <c:v>43243</c:v>
                </c:pt>
                <c:pt idx="2006" c:formatCode="yyyy/m/d">
                  <c:v>43242</c:v>
                </c:pt>
                <c:pt idx="2007" c:formatCode="yyyy/m/d">
                  <c:v>43241</c:v>
                </c:pt>
                <c:pt idx="2008" c:formatCode="yyyy/m/d">
                  <c:v>43238</c:v>
                </c:pt>
                <c:pt idx="2009" c:formatCode="yyyy/m/d">
                  <c:v>43237</c:v>
                </c:pt>
                <c:pt idx="2010" c:formatCode="yyyy/m/d">
                  <c:v>43236</c:v>
                </c:pt>
                <c:pt idx="2011" c:formatCode="yyyy/m/d">
                  <c:v>43235</c:v>
                </c:pt>
                <c:pt idx="2012" c:formatCode="yyyy/m/d">
                  <c:v>43234</c:v>
                </c:pt>
                <c:pt idx="2013" c:formatCode="yyyy/m/d">
                  <c:v>43231</c:v>
                </c:pt>
                <c:pt idx="2014" c:formatCode="yyyy/m/d">
                  <c:v>43230</c:v>
                </c:pt>
                <c:pt idx="2015" c:formatCode="yyyy/m/d">
                  <c:v>43229</c:v>
                </c:pt>
                <c:pt idx="2016" c:formatCode="yyyy/m/d">
                  <c:v>43228</c:v>
                </c:pt>
                <c:pt idx="2017" c:formatCode="yyyy/m/d">
                  <c:v>43227</c:v>
                </c:pt>
                <c:pt idx="2018" c:formatCode="yyyy/m/d">
                  <c:v>43224</c:v>
                </c:pt>
                <c:pt idx="2019" c:formatCode="yyyy/m/d">
                  <c:v>43223</c:v>
                </c:pt>
                <c:pt idx="2020" c:formatCode="yyyy/m/d">
                  <c:v>43222</c:v>
                </c:pt>
                <c:pt idx="2021" c:formatCode="yyyy/m/d">
                  <c:v>43221</c:v>
                </c:pt>
                <c:pt idx="2022" c:formatCode="yyyy/m/d">
                  <c:v>43220</c:v>
                </c:pt>
                <c:pt idx="2023" c:formatCode="yyyy/m/d">
                  <c:v>43217</c:v>
                </c:pt>
                <c:pt idx="2024" c:formatCode="yyyy/m/d">
                  <c:v>43216</c:v>
                </c:pt>
                <c:pt idx="2025" c:formatCode="yyyy/m/d">
                  <c:v>43215</c:v>
                </c:pt>
                <c:pt idx="2026" c:formatCode="yyyy/m/d">
                  <c:v>43214</c:v>
                </c:pt>
                <c:pt idx="2027" c:formatCode="yyyy/m/d">
                  <c:v>43213</c:v>
                </c:pt>
                <c:pt idx="2028" c:formatCode="yyyy/m/d">
                  <c:v>43210</c:v>
                </c:pt>
                <c:pt idx="2029" c:formatCode="yyyy/m/d">
                  <c:v>43209</c:v>
                </c:pt>
                <c:pt idx="2030" c:formatCode="yyyy/m/d">
                  <c:v>43208</c:v>
                </c:pt>
                <c:pt idx="2031" c:formatCode="yyyy/m/d">
                  <c:v>43207</c:v>
                </c:pt>
                <c:pt idx="2032" c:formatCode="yyyy/m/d">
                  <c:v>43206</c:v>
                </c:pt>
                <c:pt idx="2033" c:formatCode="yyyy/m/d">
                  <c:v>43203</c:v>
                </c:pt>
                <c:pt idx="2034" c:formatCode="yyyy/m/d">
                  <c:v>43202</c:v>
                </c:pt>
                <c:pt idx="2035" c:formatCode="yyyy/m/d">
                  <c:v>43201</c:v>
                </c:pt>
                <c:pt idx="2036" c:formatCode="yyyy/m/d">
                  <c:v>43200</c:v>
                </c:pt>
                <c:pt idx="2037" c:formatCode="yyyy/m/d">
                  <c:v>43199</c:v>
                </c:pt>
                <c:pt idx="2038" c:formatCode="yyyy/m/d">
                  <c:v>43196</c:v>
                </c:pt>
                <c:pt idx="2039" c:formatCode="yyyy/m/d">
                  <c:v>43195</c:v>
                </c:pt>
                <c:pt idx="2040" c:formatCode="yyyy/m/d">
                  <c:v>43194</c:v>
                </c:pt>
                <c:pt idx="2041" c:formatCode="yyyy/m/d">
                  <c:v>43193</c:v>
                </c:pt>
                <c:pt idx="2042" c:formatCode="yyyy/m/d">
                  <c:v>43192</c:v>
                </c:pt>
                <c:pt idx="2043" c:formatCode="yyyy/m/d">
                  <c:v>43189</c:v>
                </c:pt>
                <c:pt idx="2044" c:formatCode="yyyy/m/d">
                  <c:v>43188</c:v>
                </c:pt>
                <c:pt idx="2045" c:formatCode="yyyy/m/d">
                  <c:v>43187</c:v>
                </c:pt>
                <c:pt idx="2046" c:formatCode="yyyy/m/d">
                  <c:v>43186</c:v>
                </c:pt>
                <c:pt idx="2047" c:formatCode="yyyy/m/d">
                  <c:v>43185</c:v>
                </c:pt>
                <c:pt idx="2048" c:formatCode="yyyy/m/d">
                  <c:v>43182</c:v>
                </c:pt>
                <c:pt idx="2049" c:formatCode="yyyy/m/d">
                  <c:v>43181</c:v>
                </c:pt>
                <c:pt idx="2050" c:formatCode="yyyy/m/d">
                  <c:v>43180</c:v>
                </c:pt>
                <c:pt idx="2051" c:formatCode="yyyy/m/d">
                  <c:v>43179</c:v>
                </c:pt>
                <c:pt idx="2052" c:formatCode="yyyy/m/d">
                  <c:v>43178</c:v>
                </c:pt>
                <c:pt idx="2053" c:formatCode="yyyy/m/d">
                  <c:v>43175</c:v>
                </c:pt>
                <c:pt idx="2054" c:formatCode="yyyy/m/d">
                  <c:v>43174</c:v>
                </c:pt>
                <c:pt idx="2055" c:formatCode="yyyy/m/d">
                  <c:v>43173</c:v>
                </c:pt>
                <c:pt idx="2056" c:formatCode="yyyy/m/d">
                  <c:v>43172</c:v>
                </c:pt>
                <c:pt idx="2057" c:formatCode="yyyy/m/d">
                  <c:v>43171</c:v>
                </c:pt>
                <c:pt idx="2058" c:formatCode="yyyy/m/d">
                  <c:v>43168</c:v>
                </c:pt>
                <c:pt idx="2059" c:formatCode="yyyy/m/d">
                  <c:v>43167</c:v>
                </c:pt>
                <c:pt idx="2060" c:formatCode="yyyy/m/d">
                  <c:v>43166</c:v>
                </c:pt>
                <c:pt idx="2061" c:formatCode="yyyy/m/d">
                  <c:v>43165</c:v>
                </c:pt>
                <c:pt idx="2062" c:formatCode="yyyy/m/d">
                  <c:v>43164</c:v>
                </c:pt>
                <c:pt idx="2063" c:formatCode="yyyy/m/d">
                  <c:v>43161</c:v>
                </c:pt>
                <c:pt idx="2064" c:formatCode="yyyy/m/d">
                  <c:v>43160</c:v>
                </c:pt>
                <c:pt idx="2065" c:formatCode="yyyy/m/d">
                  <c:v>43159</c:v>
                </c:pt>
                <c:pt idx="2066" c:formatCode="yyyy/m/d">
                  <c:v>43158</c:v>
                </c:pt>
                <c:pt idx="2067" c:formatCode="yyyy/m/d">
                  <c:v>43157</c:v>
                </c:pt>
                <c:pt idx="2068" c:formatCode="yyyy/m/d">
                  <c:v>43154</c:v>
                </c:pt>
                <c:pt idx="2069" c:formatCode="yyyy/m/d">
                  <c:v>43153</c:v>
                </c:pt>
                <c:pt idx="2070" c:formatCode="yyyy/m/d">
                  <c:v>43152</c:v>
                </c:pt>
                <c:pt idx="2071" c:formatCode="yyyy/m/d">
                  <c:v>43151</c:v>
                </c:pt>
                <c:pt idx="2072" c:formatCode="yyyy/m/d">
                  <c:v>43150</c:v>
                </c:pt>
                <c:pt idx="2073" c:formatCode="yyyy/m/d">
                  <c:v>43147</c:v>
                </c:pt>
                <c:pt idx="2074" c:formatCode="yyyy/m/d">
                  <c:v>43146</c:v>
                </c:pt>
                <c:pt idx="2075" c:formatCode="yyyy/m/d">
                  <c:v>43145</c:v>
                </c:pt>
                <c:pt idx="2076" c:formatCode="yyyy/m/d">
                  <c:v>43144</c:v>
                </c:pt>
                <c:pt idx="2077" c:formatCode="yyyy/m/d">
                  <c:v>43143</c:v>
                </c:pt>
                <c:pt idx="2078" c:formatCode="yyyy/m/d">
                  <c:v>43140</c:v>
                </c:pt>
                <c:pt idx="2079" c:formatCode="yyyy/m/d">
                  <c:v>43139</c:v>
                </c:pt>
                <c:pt idx="2080" c:formatCode="yyyy/m/d">
                  <c:v>43138</c:v>
                </c:pt>
                <c:pt idx="2081" c:formatCode="yyyy/m/d">
                  <c:v>43137</c:v>
                </c:pt>
                <c:pt idx="2082" c:formatCode="yyyy/m/d">
                  <c:v>43136</c:v>
                </c:pt>
                <c:pt idx="2083" c:formatCode="yyyy/m/d">
                  <c:v>43133</c:v>
                </c:pt>
                <c:pt idx="2084" c:formatCode="yyyy/m/d">
                  <c:v>43132</c:v>
                </c:pt>
                <c:pt idx="2085" c:formatCode="yyyy/m/d">
                  <c:v>43131</c:v>
                </c:pt>
                <c:pt idx="2086" c:formatCode="yyyy/m/d">
                  <c:v>43130</c:v>
                </c:pt>
                <c:pt idx="2087" c:formatCode="yyyy/m/d">
                  <c:v>43129</c:v>
                </c:pt>
                <c:pt idx="2088" c:formatCode="yyyy/m/d">
                  <c:v>43126</c:v>
                </c:pt>
                <c:pt idx="2089" c:formatCode="yyyy/m/d">
                  <c:v>43125</c:v>
                </c:pt>
                <c:pt idx="2090" c:formatCode="yyyy/m/d">
                  <c:v>43124</c:v>
                </c:pt>
                <c:pt idx="2091" c:formatCode="yyyy/m/d">
                  <c:v>43123</c:v>
                </c:pt>
                <c:pt idx="2092" c:formatCode="yyyy/m/d">
                  <c:v>43122</c:v>
                </c:pt>
                <c:pt idx="2093" c:formatCode="yyyy/m/d">
                  <c:v>43119</c:v>
                </c:pt>
                <c:pt idx="2094" c:formatCode="yyyy/m/d">
                  <c:v>43118</c:v>
                </c:pt>
                <c:pt idx="2095" c:formatCode="yyyy/m/d">
                  <c:v>43117</c:v>
                </c:pt>
                <c:pt idx="2096" c:formatCode="yyyy/m/d">
                  <c:v>43116</c:v>
                </c:pt>
                <c:pt idx="2097" c:formatCode="yyyy/m/d">
                  <c:v>43115</c:v>
                </c:pt>
                <c:pt idx="2098" c:formatCode="yyyy/m/d">
                  <c:v>43112</c:v>
                </c:pt>
                <c:pt idx="2099" c:formatCode="yyyy/m/d">
                  <c:v>43111</c:v>
                </c:pt>
                <c:pt idx="2100" c:formatCode="yyyy/m/d">
                  <c:v>43110</c:v>
                </c:pt>
                <c:pt idx="2101" c:formatCode="yyyy/m/d">
                  <c:v>43109</c:v>
                </c:pt>
                <c:pt idx="2102" c:formatCode="yyyy/m/d">
                  <c:v>43108</c:v>
                </c:pt>
                <c:pt idx="2103" c:formatCode="yyyy/m/d">
                  <c:v>43105</c:v>
                </c:pt>
                <c:pt idx="2104" c:formatCode="yyyy/m/d">
                  <c:v>43104</c:v>
                </c:pt>
                <c:pt idx="2105" c:formatCode="yyyy/m/d">
                  <c:v>43103</c:v>
                </c:pt>
                <c:pt idx="2106" c:formatCode="yyyy/m/d">
                  <c:v>43102</c:v>
                </c:pt>
                <c:pt idx="2107" c:formatCode="yyyy/m/d">
                  <c:v>43101</c:v>
                </c:pt>
                <c:pt idx="2108" c:formatCode="yyyy/m/d">
                  <c:v>43098</c:v>
                </c:pt>
                <c:pt idx="2109" c:formatCode="yyyy/m/d">
                  <c:v>43097</c:v>
                </c:pt>
                <c:pt idx="2110" c:formatCode="yyyy/m/d">
                  <c:v>43096</c:v>
                </c:pt>
                <c:pt idx="2111" c:formatCode="yyyy/m/d">
                  <c:v>43095</c:v>
                </c:pt>
                <c:pt idx="2112" c:formatCode="yyyy/m/d">
                  <c:v>43094</c:v>
                </c:pt>
                <c:pt idx="2113" c:formatCode="yyyy/m/d">
                  <c:v>43091</c:v>
                </c:pt>
                <c:pt idx="2114" c:formatCode="yyyy/m/d">
                  <c:v>43090</c:v>
                </c:pt>
                <c:pt idx="2115" c:formatCode="yyyy/m/d">
                  <c:v>43089</c:v>
                </c:pt>
                <c:pt idx="2116" c:formatCode="yyyy/m/d">
                  <c:v>43088</c:v>
                </c:pt>
                <c:pt idx="2117" c:formatCode="yyyy/m/d">
                  <c:v>43087</c:v>
                </c:pt>
                <c:pt idx="2118" c:formatCode="yyyy/m/d">
                  <c:v>43084</c:v>
                </c:pt>
                <c:pt idx="2119" c:formatCode="yyyy/m/d">
                  <c:v>43083</c:v>
                </c:pt>
                <c:pt idx="2120" c:formatCode="yyyy/m/d">
                  <c:v>43082</c:v>
                </c:pt>
                <c:pt idx="2121" c:formatCode="yyyy/m/d">
                  <c:v>43081</c:v>
                </c:pt>
                <c:pt idx="2122" c:formatCode="yyyy/m/d">
                  <c:v>43080</c:v>
                </c:pt>
                <c:pt idx="2123" c:formatCode="yyyy/m/d">
                  <c:v>43077</c:v>
                </c:pt>
                <c:pt idx="2124" c:formatCode="yyyy/m/d">
                  <c:v>43076</c:v>
                </c:pt>
                <c:pt idx="2125" c:formatCode="yyyy/m/d">
                  <c:v>43075</c:v>
                </c:pt>
                <c:pt idx="2126" c:formatCode="yyyy/m/d">
                  <c:v>43074</c:v>
                </c:pt>
                <c:pt idx="2127" c:formatCode="yyyy/m/d">
                  <c:v>43073</c:v>
                </c:pt>
                <c:pt idx="2128" c:formatCode="yyyy/m/d">
                  <c:v>43070</c:v>
                </c:pt>
                <c:pt idx="2129" c:formatCode="yyyy/m/d">
                  <c:v>43069</c:v>
                </c:pt>
                <c:pt idx="2130" c:formatCode="yyyy/m/d">
                  <c:v>43068</c:v>
                </c:pt>
                <c:pt idx="2131" c:formatCode="yyyy/m/d">
                  <c:v>43067</c:v>
                </c:pt>
                <c:pt idx="2132" c:formatCode="yyyy/m/d">
                  <c:v>43066</c:v>
                </c:pt>
                <c:pt idx="2133" c:formatCode="yyyy/m/d">
                  <c:v>43063</c:v>
                </c:pt>
                <c:pt idx="2134" c:formatCode="yyyy/m/d">
                  <c:v>43062</c:v>
                </c:pt>
                <c:pt idx="2135" c:formatCode="yyyy/m/d">
                  <c:v>43061</c:v>
                </c:pt>
                <c:pt idx="2136" c:formatCode="yyyy/m/d">
                  <c:v>43060</c:v>
                </c:pt>
                <c:pt idx="2137" c:formatCode="yyyy/m/d">
                  <c:v>43059</c:v>
                </c:pt>
                <c:pt idx="2138" c:formatCode="yyyy/m/d">
                  <c:v>43056</c:v>
                </c:pt>
                <c:pt idx="2139" c:formatCode="yyyy/m/d">
                  <c:v>43055</c:v>
                </c:pt>
                <c:pt idx="2140" c:formatCode="yyyy/m/d">
                  <c:v>43054</c:v>
                </c:pt>
                <c:pt idx="2141" c:formatCode="yyyy/m/d">
                  <c:v>43053</c:v>
                </c:pt>
                <c:pt idx="2142" c:formatCode="yyyy/m/d">
                  <c:v>43052</c:v>
                </c:pt>
                <c:pt idx="2143" c:formatCode="yyyy/m/d">
                  <c:v>43049</c:v>
                </c:pt>
                <c:pt idx="2144" c:formatCode="yyyy/m/d">
                  <c:v>43048</c:v>
                </c:pt>
                <c:pt idx="2145" c:formatCode="yyyy/m/d">
                  <c:v>43047</c:v>
                </c:pt>
                <c:pt idx="2146" c:formatCode="yyyy/m/d">
                  <c:v>43046</c:v>
                </c:pt>
                <c:pt idx="2147" c:formatCode="yyyy/m/d">
                  <c:v>43045</c:v>
                </c:pt>
                <c:pt idx="2148" c:formatCode="yyyy/m/d">
                  <c:v>43042</c:v>
                </c:pt>
                <c:pt idx="2149" c:formatCode="yyyy/m/d">
                  <c:v>43041</c:v>
                </c:pt>
                <c:pt idx="2150" c:formatCode="yyyy/m/d">
                  <c:v>43040</c:v>
                </c:pt>
                <c:pt idx="2151" c:formatCode="yyyy/m/d">
                  <c:v>43039</c:v>
                </c:pt>
                <c:pt idx="2152" c:formatCode="yyyy/m/d">
                  <c:v>43038</c:v>
                </c:pt>
                <c:pt idx="2153" c:formatCode="yyyy/m/d">
                  <c:v>43035</c:v>
                </c:pt>
                <c:pt idx="2154" c:formatCode="yyyy/m/d">
                  <c:v>43034</c:v>
                </c:pt>
                <c:pt idx="2155" c:formatCode="yyyy/m/d">
                  <c:v>43033</c:v>
                </c:pt>
                <c:pt idx="2156" c:formatCode="yyyy/m/d">
                  <c:v>43032</c:v>
                </c:pt>
                <c:pt idx="2157" c:formatCode="yyyy/m/d">
                  <c:v>43031</c:v>
                </c:pt>
                <c:pt idx="2158" c:formatCode="yyyy/m/d">
                  <c:v>43028</c:v>
                </c:pt>
                <c:pt idx="2159" c:formatCode="yyyy/m/d">
                  <c:v>43027</c:v>
                </c:pt>
                <c:pt idx="2160" c:formatCode="yyyy/m/d">
                  <c:v>43026</c:v>
                </c:pt>
                <c:pt idx="2161" c:formatCode="yyyy/m/d">
                  <c:v>43025</c:v>
                </c:pt>
                <c:pt idx="2162" c:formatCode="yyyy/m/d">
                  <c:v>43024</c:v>
                </c:pt>
                <c:pt idx="2163" c:formatCode="yyyy/m/d">
                  <c:v>43021</c:v>
                </c:pt>
                <c:pt idx="2164" c:formatCode="yyyy/m/d">
                  <c:v>43020</c:v>
                </c:pt>
                <c:pt idx="2165" c:formatCode="yyyy/m/d">
                  <c:v>43019</c:v>
                </c:pt>
                <c:pt idx="2166" c:formatCode="yyyy/m/d">
                  <c:v>43018</c:v>
                </c:pt>
                <c:pt idx="2167" c:formatCode="yyyy/m/d">
                  <c:v>43017</c:v>
                </c:pt>
                <c:pt idx="2168" c:formatCode="yyyy/m/d">
                  <c:v>43014</c:v>
                </c:pt>
                <c:pt idx="2169" c:formatCode="yyyy/m/d">
                  <c:v>43013</c:v>
                </c:pt>
                <c:pt idx="2170" c:formatCode="yyyy/m/d">
                  <c:v>43012</c:v>
                </c:pt>
                <c:pt idx="2171" c:formatCode="yyyy/m/d">
                  <c:v>43011</c:v>
                </c:pt>
                <c:pt idx="2172" c:formatCode="yyyy/m/d">
                  <c:v>43010</c:v>
                </c:pt>
                <c:pt idx="2173" c:formatCode="yyyy/m/d">
                  <c:v>43007</c:v>
                </c:pt>
                <c:pt idx="2174" c:formatCode="yyyy/m/d">
                  <c:v>43006</c:v>
                </c:pt>
                <c:pt idx="2175" c:formatCode="yyyy/m/d">
                  <c:v>43005</c:v>
                </c:pt>
                <c:pt idx="2176" c:formatCode="yyyy/m/d">
                  <c:v>43004</c:v>
                </c:pt>
                <c:pt idx="2177" c:formatCode="yyyy/m/d">
                  <c:v>43003</c:v>
                </c:pt>
                <c:pt idx="2178" c:formatCode="yyyy/m/d">
                  <c:v>43000</c:v>
                </c:pt>
                <c:pt idx="2179" c:formatCode="yyyy/m/d">
                  <c:v>42999</c:v>
                </c:pt>
                <c:pt idx="2180" c:formatCode="yyyy/m/d">
                  <c:v>42998</c:v>
                </c:pt>
                <c:pt idx="2181" c:formatCode="yyyy/m/d">
                  <c:v>42997</c:v>
                </c:pt>
                <c:pt idx="2182" c:formatCode="yyyy/m/d">
                  <c:v>42996</c:v>
                </c:pt>
                <c:pt idx="2183" c:formatCode="yyyy/m/d">
                  <c:v>42993</c:v>
                </c:pt>
                <c:pt idx="2184" c:formatCode="yyyy/m/d">
                  <c:v>42992</c:v>
                </c:pt>
                <c:pt idx="2185" c:formatCode="yyyy/m/d">
                  <c:v>42991</c:v>
                </c:pt>
                <c:pt idx="2186" c:formatCode="yyyy/m/d">
                  <c:v>42990</c:v>
                </c:pt>
                <c:pt idx="2187" c:formatCode="yyyy/m/d">
                  <c:v>42989</c:v>
                </c:pt>
                <c:pt idx="2188" c:formatCode="yyyy/m/d">
                  <c:v>42986</c:v>
                </c:pt>
                <c:pt idx="2189" c:formatCode="yyyy/m/d">
                  <c:v>42985</c:v>
                </c:pt>
                <c:pt idx="2190" c:formatCode="yyyy/m/d">
                  <c:v>42984</c:v>
                </c:pt>
                <c:pt idx="2191" c:formatCode="yyyy/m/d">
                  <c:v>42983</c:v>
                </c:pt>
                <c:pt idx="2192" c:formatCode="yyyy/m/d">
                  <c:v>42982</c:v>
                </c:pt>
                <c:pt idx="2193" c:formatCode="yyyy/m/d">
                  <c:v>42979</c:v>
                </c:pt>
                <c:pt idx="2194" c:formatCode="yyyy/m/d">
                  <c:v>42978</c:v>
                </c:pt>
                <c:pt idx="2195" c:formatCode="yyyy/m/d">
                  <c:v>42977</c:v>
                </c:pt>
                <c:pt idx="2196" c:formatCode="yyyy/m/d">
                  <c:v>42976</c:v>
                </c:pt>
                <c:pt idx="2197" c:formatCode="yyyy/m/d">
                  <c:v>42975</c:v>
                </c:pt>
                <c:pt idx="2198" c:formatCode="yyyy/m/d">
                  <c:v>42972</c:v>
                </c:pt>
                <c:pt idx="2199" c:formatCode="yyyy/m/d">
                  <c:v>42971</c:v>
                </c:pt>
                <c:pt idx="2200" c:formatCode="yyyy/m/d">
                  <c:v>42970</c:v>
                </c:pt>
                <c:pt idx="2201" c:formatCode="yyyy/m/d">
                  <c:v>42969</c:v>
                </c:pt>
                <c:pt idx="2202" c:formatCode="yyyy/m/d">
                  <c:v>42968</c:v>
                </c:pt>
                <c:pt idx="2203" c:formatCode="yyyy/m/d">
                  <c:v>42965</c:v>
                </c:pt>
                <c:pt idx="2204" c:formatCode="yyyy/m/d">
                  <c:v>42964</c:v>
                </c:pt>
                <c:pt idx="2205" c:formatCode="yyyy/m/d">
                  <c:v>42963</c:v>
                </c:pt>
                <c:pt idx="2206" c:formatCode="yyyy/m/d">
                  <c:v>42962</c:v>
                </c:pt>
                <c:pt idx="2207" c:formatCode="yyyy/m/d">
                  <c:v>42961</c:v>
                </c:pt>
                <c:pt idx="2208" c:formatCode="yyyy/m/d">
                  <c:v>42958</c:v>
                </c:pt>
                <c:pt idx="2209" c:formatCode="yyyy/m/d">
                  <c:v>42957</c:v>
                </c:pt>
                <c:pt idx="2210" c:formatCode="yyyy/m/d">
                  <c:v>42956</c:v>
                </c:pt>
                <c:pt idx="2211" c:formatCode="yyyy/m/d">
                  <c:v>42955</c:v>
                </c:pt>
                <c:pt idx="2212" c:formatCode="yyyy/m/d">
                  <c:v>42954</c:v>
                </c:pt>
                <c:pt idx="2213" c:formatCode="yyyy/m/d">
                  <c:v>42951</c:v>
                </c:pt>
                <c:pt idx="2214" c:formatCode="yyyy/m/d">
                  <c:v>42950</c:v>
                </c:pt>
                <c:pt idx="2215" c:formatCode="yyyy/m/d">
                  <c:v>42949</c:v>
                </c:pt>
                <c:pt idx="2216" c:formatCode="yyyy/m/d">
                  <c:v>42948</c:v>
                </c:pt>
                <c:pt idx="2217" c:formatCode="yyyy/m/d">
                  <c:v>42947</c:v>
                </c:pt>
                <c:pt idx="2218" c:formatCode="yyyy/m/d">
                  <c:v>42944</c:v>
                </c:pt>
                <c:pt idx="2219" c:formatCode="yyyy/m/d">
                  <c:v>42943</c:v>
                </c:pt>
                <c:pt idx="2220" c:formatCode="yyyy/m/d">
                  <c:v>42942</c:v>
                </c:pt>
                <c:pt idx="2221" c:formatCode="yyyy/m/d">
                  <c:v>42941</c:v>
                </c:pt>
                <c:pt idx="2222" c:formatCode="yyyy/m/d">
                  <c:v>42940</c:v>
                </c:pt>
                <c:pt idx="2223" c:formatCode="yyyy/m/d">
                  <c:v>42937</c:v>
                </c:pt>
                <c:pt idx="2224" c:formatCode="yyyy/m/d">
                  <c:v>42936</c:v>
                </c:pt>
                <c:pt idx="2225" c:formatCode="yyyy/m/d">
                  <c:v>42935</c:v>
                </c:pt>
                <c:pt idx="2226" c:formatCode="yyyy/m/d">
                  <c:v>42934</c:v>
                </c:pt>
                <c:pt idx="2227" c:formatCode="yyyy/m/d">
                  <c:v>42933</c:v>
                </c:pt>
                <c:pt idx="2228" c:formatCode="yyyy/m/d">
                  <c:v>42930</c:v>
                </c:pt>
                <c:pt idx="2229" c:formatCode="yyyy/m/d">
                  <c:v>42929</c:v>
                </c:pt>
                <c:pt idx="2230" c:formatCode="yyyy/m/d">
                  <c:v>42928</c:v>
                </c:pt>
                <c:pt idx="2231" c:formatCode="yyyy/m/d">
                  <c:v>42927</c:v>
                </c:pt>
                <c:pt idx="2232" c:formatCode="yyyy/m/d">
                  <c:v>42926</c:v>
                </c:pt>
                <c:pt idx="2233" c:formatCode="yyyy/m/d">
                  <c:v>42923</c:v>
                </c:pt>
                <c:pt idx="2234" c:formatCode="yyyy/m/d">
                  <c:v>42922</c:v>
                </c:pt>
                <c:pt idx="2235" c:formatCode="yyyy/m/d">
                  <c:v>42921</c:v>
                </c:pt>
                <c:pt idx="2236" c:formatCode="yyyy/m/d">
                  <c:v>42920</c:v>
                </c:pt>
                <c:pt idx="2237" c:formatCode="yyyy/m/d">
                  <c:v>42919</c:v>
                </c:pt>
                <c:pt idx="2238" c:formatCode="yyyy/m/d">
                  <c:v>42916</c:v>
                </c:pt>
                <c:pt idx="2239" c:formatCode="yyyy/m/d">
                  <c:v>42915</c:v>
                </c:pt>
                <c:pt idx="2240" c:formatCode="yyyy/m/d">
                  <c:v>42914</c:v>
                </c:pt>
                <c:pt idx="2241" c:formatCode="yyyy/m/d">
                  <c:v>42913</c:v>
                </c:pt>
                <c:pt idx="2242" c:formatCode="yyyy/m/d">
                  <c:v>42912</c:v>
                </c:pt>
                <c:pt idx="2243" c:formatCode="yyyy/m/d">
                  <c:v>42909</c:v>
                </c:pt>
                <c:pt idx="2244" c:formatCode="yyyy/m/d">
                  <c:v>42908</c:v>
                </c:pt>
                <c:pt idx="2245" c:formatCode="yyyy/m/d">
                  <c:v>42907</c:v>
                </c:pt>
                <c:pt idx="2246" c:formatCode="yyyy/m/d">
                  <c:v>42906</c:v>
                </c:pt>
                <c:pt idx="2247" c:formatCode="yyyy/m/d">
                  <c:v>42905</c:v>
                </c:pt>
                <c:pt idx="2248" c:formatCode="yyyy/m/d">
                  <c:v>42902</c:v>
                </c:pt>
                <c:pt idx="2249" c:formatCode="yyyy/m/d">
                  <c:v>42901</c:v>
                </c:pt>
                <c:pt idx="2250" c:formatCode="yyyy/m/d">
                  <c:v>42900</c:v>
                </c:pt>
                <c:pt idx="2251" c:formatCode="yyyy/m/d">
                  <c:v>42899</c:v>
                </c:pt>
                <c:pt idx="2252" c:formatCode="yyyy/m/d">
                  <c:v>42898</c:v>
                </c:pt>
                <c:pt idx="2253" c:formatCode="yyyy/m/d">
                  <c:v>42895</c:v>
                </c:pt>
                <c:pt idx="2254" c:formatCode="yyyy/m/d">
                  <c:v>42894</c:v>
                </c:pt>
                <c:pt idx="2255" c:formatCode="yyyy/m/d">
                  <c:v>42893</c:v>
                </c:pt>
                <c:pt idx="2256" c:formatCode="yyyy/m/d">
                  <c:v>42892</c:v>
                </c:pt>
                <c:pt idx="2257" c:formatCode="yyyy/m/d">
                  <c:v>42891</c:v>
                </c:pt>
                <c:pt idx="2258" c:formatCode="yyyy/m/d">
                  <c:v>42888</c:v>
                </c:pt>
                <c:pt idx="2259" c:formatCode="yyyy/m/d">
                  <c:v>42887</c:v>
                </c:pt>
                <c:pt idx="2260" c:formatCode="yyyy/m/d">
                  <c:v>42886</c:v>
                </c:pt>
                <c:pt idx="2261" c:formatCode="yyyy/m/d">
                  <c:v>42885</c:v>
                </c:pt>
                <c:pt idx="2262" c:formatCode="yyyy/m/d">
                  <c:v>42884</c:v>
                </c:pt>
                <c:pt idx="2263" c:formatCode="yyyy/m/d">
                  <c:v>42881</c:v>
                </c:pt>
                <c:pt idx="2264" c:formatCode="yyyy/m/d">
                  <c:v>42880</c:v>
                </c:pt>
                <c:pt idx="2265" c:formatCode="yyyy/m/d">
                  <c:v>42879</c:v>
                </c:pt>
                <c:pt idx="2266" c:formatCode="yyyy/m/d">
                  <c:v>42878</c:v>
                </c:pt>
                <c:pt idx="2267" c:formatCode="yyyy/m/d">
                  <c:v>42877</c:v>
                </c:pt>
                <c:pt idx="2268" c:formatCode="yyyy/m/d">
                  <c:v>42874</c:v>
                </c:pt>
                <c:pt idx="2269" c:formatCode="yyyy/m/d">
                  <c:v>42873</c:v>
                </c:pt>
                <c:pt idx="2270" c:formatCode="yyyy/m/d">
                  <c:v>42872</c:v>
                </c:pt>
                <c:pt idx="2271" c:formatCode="yyyy/m/d">
                  <c:v>42871</c:v>
                </c:pt>
                <c:pt idx="2272" c:formatCode="yyyy/m/d">
                  <c:v>42870</c:v>
                </c:pt>
                <c:pt idx="2273" c:formatCode="yyyy/m/d">
                  <c:v>42867</c:v>
                </c:pt>
                <c:pt idx="2274" c:formatCode="yyyy/m/d">
                  <c:v>42866</c:v>
                </c:pt>
                <c:pt idx="2275" c:formatCode="yyyy/m/d">
                  <c:v>42865</c:v>
                </c:pt>
                <c:pt idx="2276" c:formatCode="yyyy/m/d">
                  <c:v>42864</c:v>
                </c:pt>
                <c:pt idx="2277" c:formatCode="yyyy/m/d">
                  <c:v>42863</c:v>
                </c:pt>
                <c:pt idx="2278" c:formatCode="yyyy/m/d">
                  <c:v>42860</c:v>
                </c:pt>
                <c:pt idx="2279" c:formatCode="yyyy/m/d">
                  <c:v>42859</c:v>
                </c:pt>
                <c:pt idx="2280" c:formatCode="yyyy/m/d">
                  <c:v>42858</c:v>
                </c:pt>
                <c:pt idx="2281" c:formatCode="yyyy/m/d">
                  <c:v>42857</c:v>
                </c:pt>
                <c:pt idx="2282" c:formatCode="yyyy/m/d">
                  <c:v>42856</c:v>
                </c:pt>
                <c:pt idx="2283" c:formatCode="yyyy/m/d">
                  <c:v>42853</c:v>
                </c:pt>
                <c:pt idx="2284" c:formatCode="yyyy/m/d">
                  <c:v>42852</c:v>
                </c:pt>
                <c:pt idx="2285" c:formatCode="yyyy/m/d">
                  <c:v>42851</c:v>
                </c:pt>
                <c:pt idx="2286" c:formatCode="yyyy/m/d">
                  <c:v>42850</c:v>
                </c:pt>
                <c:pt idx="2287" c:formatCode="yyyy/m/d">
                  <c:v>42849</c:v>
                </c:pt>
                <c:pt idx="2288" c:formatCode="yyyy/m/d">
                  <c:v>42846</c:v>
                </c:pt>
                <c:pt idx="2289" c:formatCode="yyyy/m/d">
                  <c:v>42845</c:v>
                </c:pt>
                <c:pt idx="2290" c:formatCode="yyyy/m/d">
                  <c:v>42844</c:v>
                </c:pt>
                <c:pt idx="2291" c:formatCode="yyyy/m/d">
                  <c:v>42843</c:v>
                </c:pt>
                <c:pt idx="2292" c:formatCode="yyyy/m/d">
                  <c:v>42842</c:v>
                </c:pt>
                <c:pt idx="2293" c:formatCode="yyyy/m/d">
                  <c:v>42839</c:v>
                </c:pt>
                <c:pt idx="2294" c:formatCode="yyyy/m/d">
                  <c:v>42838</c:v>
                </c:pt>
                <c:pt idx="2295" c:formatCode="yyyy/m/d">
                  <c:v>42837</c:v>
                </c:pt>
                <c:pt idx="2296" c:formatCode="yyyy/m/d">
                  <c:v>42836</c:v>
                </c:pt>
                <c:pt idx="2297" c:formatCode="yyyy/m/d">
                  <c:v>42835</c:v>
                </c:pt>
                <c:pt idx="2298" c:formatCode="yyyy/m/d">
                  <c:v>42832</c:v>
                </c:pt>
                <c:pt idx="2299" c:formatCode="yyyy/m/d">
                  <c:v>42831</c:v>
                </c:pt>
                <c:pt idx="2300" c:formatCode="yyyy/m/d">
                  <c:v>42830</c:v>
                </c:pt>
                <c:pt idx="2301" c:formatCode="yyyy/m/d">
                  <c:v>42829</c:v>
                </c:pt>
                <c:pt idx="2302" c:formatCode="yyyy/m/d">
                  <c:v>42828</c:v>
                </c:pt>
                <c:pt idx="2303" c:formatCode="yyyy/m/d">
                  <c:v>42825</c:v>
                </c:pt>
                <c:pt idx="2304" c:formatCode="yyyy/m/d">
                  <c:v>42824</c:v>
                </c:pt>
                <c:pt idx="2305" c:formatCode="yyyy/m/d">
                  <c:v>42823</c:v>
                </c:pt>
                <c:pt idx="2306" c:formatCode="yyyy/m/d">
                  <c:v>42822</c:v>
                </c:pt>
                <c:pt idx="2307" c:formatCode="yyyy/m/d">
                  <c:v>42821</c:v>
                </c:pt>
                <c:pt idx="2308" c:formatCode="yyyy/m/d">
                  <c:v>42818</c:v>
                </c:pt>
                <c:pt idx="2309" c:formatCode="yyyy/m/d">
                  <c:v>42817</c:v>
                </c:pt>
                <c:pt idx="2310" c:formatCode="yyyy/m/d">
                  <c:v>42816</c:v>
                </c:pt>
                <c:pt idx="2311" c:formatCode="yyyy/m/d">
                  <c:v>42815</c:v>
                </c:pt>
                <c:pt idx="2312" c:formatCode="yyyy/m/d">
                  <c:v>42814</c:v>
                </c:pt>
                <c:pt idx="2313" c:formatCode="yyyy/m/d">
                  <c:v>42811</c:v>
                </c:pt>
                <c:pt idx="2314" c:formatCode="yyyy/m/d">
                  <c:v>42810</c:v>
                </c:pt>
                <c:pt idx="2315" c:formatCode="yyyy/m/d">
                  <c:v>42809</c:v>
                </c:pt>
                <c:pt idx="2316" c:formatCode="yyyy/m/d">
                  <c:v>42808</c:v>
                </c:pt>
                <c:pt idx="2317" c:formatCode="yyyy/m/d">
                  <c:v>42807</c:v>
                </c:pt>
                <c:pt idx="2318" c:formatCode="yyyy/m/d">
                  <c:v>42804</c:v>
                </c:pt>
                <c:pt idx="2319" c:formatCode="yyyy/m/d">
                  <c:v>42803</c:v>
                </c:pt>
                <c:pt idx="2320" c:formatCode="yyyy/m/d">
                  <c:v>42802</c:v>
                </c:pt>
                <c:pt idx="2321" c:formatCode="yyyy/m/d">
                  <c:v>42801</c:v>
                </c:pt>
                <c:pt idx="2322" c:formatCode="yyyy/m/d">
                  <c:v>42800</c:v>
                </c:pt>
                <c:pt idx="2323" c:formatCode="yyyy/m/d">
                  <c:v>42797</c:v>
                </c:pt>
                <c:pt idx="2324" c:formatCode="yyyy/m/d">
                  <c:v>42796</c:v>
                </c:pt>
                <c:pt idx="2325" c:formatCode="yyyy/m/d">
                  <c:v>42795</c:v>
                </c:pt>
                <c:pt idx="2326" c:formatCode="yyyy/m/d">
                  <c:v>42794</c:v>
                </c:pt>
                <c:pt idx="2327" c:formatCode="yyyy/m/d">
                  <c:v>42793</c:v>
                </c:pt>
                <c:pt idx="2328" c:formatCode="yyyy/m/d">
                  <c:v>42790</c:v>
                </c:pt>
                <c:pt idx="2329" c:formatCode="yyyy/m/d">
                  <c:v>42789</c:v>
                </c:pt>
                <c:pt idx="2330" c:formatCode="yyyy/m/d">
                  <c:v>42788</c:v>
                </c:pt>
                <c:pt idx="2331" c:formatCode="yyyy/m/d">
                  <c:v>42787</c:v>
                </c:pt>
                <c:pt idx="2332" c:formatCode="yyyy/m/d">
                  <c:v>42786</c:v>
                </c:pt>
                <c:pt idx="2333" c:formatCode="yyyy/m/d">
                  <c:v>42783</c:v>
                </c:pt>
                <c:pt idx="2334" c:formatCode="yyyy/m/d">
                  <c:v>42782</c:v>
                </c:pt>
                <c:pt idx="2335" c:formatCode="yyyy/m/d">
                  <c:v>42781</c:v>
                </c:pt>
                <c:pt idx="2336" c:formatCode="yyyy/m/d">
                  <c:v>42780</c:v>
                </c:pt>
                <c:pt idx="2337" c:formatCode="yyyy/m/d">
                  <c:v>42779</c:v>
                </c:pt>
                <c:pt idx="2338" c:formatCode="yyyy/m/d">
                  <c:v>42776</c:v>
                </c:pt>
                <c:pt idx="2339" c:formatCode="yyyy/m/d">
                  <c:v>42775</c:v>
                </c:pt>
                <c:pt idx="2340" c:formatCode="yyyy/m/d">
                  <c:v>42774</c:v>
                </c:pt>
                <c:pt idx="2341" c:formatCode="yyyy/m/d">
                  <c:v>42773</c:v>
                </c:pt>
                <c:pt idx="2342" c:formatCode="yyyy/m/d">
                  <c:v>42772</c:v>
                </c:pt>
                <c:pt idx="2343" c:formatCode="yyyy/m/d">
                  <c:v>42769</c:v>
                </c:pt>
                <c:pt idx="2344" c:formatCode="yyyy/m/d">
                  <c:v>42768</c:v>
                </c:pt>
                <c:pt idx="2345" c:formatCode="yyyy/m/d">
                  <c:v>42767</c:v>
                </c:pt>
                <c:pt idx="2346" c:formatCode="yyyy/m/d">
                  <c:v>42766</c:v>
                </c:pt>
                <c:pt idx="2347" c:formatCode="yyyy/m/d">
                  <c:v>42765</c:v>
                </c:pt>
                <c:pt idx="2348" c:formatCode="yyyy/m/d">
                  <c:v>42762</c:v>
                </c:pt>
                <c:pt idx="2349" c:formatCode="yyyy/m/d">
                  <c:v>42761</c:v>
                </c:pt>
                <c:pt idx="2350" c:formatCode="yyyy/m/d">
                  <c:v>42760</c:v>
                </c:pt>
                <c:pt idx="2351" c:formatCode="yyyy/m/d">
                  <c:v>42759</c:v>
                </c:pt>
                <c:pt idx="2352" c:formatCode="yyyy/m/d">
                  <c:v>42758</c:v>
                </c:pt>
                <c:pt idx="2353" c:formatCode="yyyy/m/d">
                  <c:v>42755</c:v>
                </c:pt>
                <c:pt idx="2354" c:formatCode="yyyy/m/d">
                  <c:v>42754</c:v>
                </c:pt>
                <c:pt idx="2355" c:formatCode="yyyy/m/d">
                  <c:v>42753</c:v>
                </c:pt>
                <c:pt idx="2356" c:formatCode="yyyy/m/d">
                  <c:v>42752</c:v>
                </c:pt>
                <c:pt idx="2357" c:formatCode="yyyy/m/d">
                  <c:v>42751</c:v>
                </c:pt>
                <c:pt idx="2358" c:formatCode="yyyy/m/d">
                  <c:v>42748</c:v>
                </c:pt>
                <c:pt idx="2359" c:formatCode="yyyy/m/d">
                  <c:v>42747</c:v>
                </c:pt>
                <c:pt idx="2360" c:formatCode="yyyy/m/d">
                  <c:v>42746</c:v>
                </c:pt>
                <c:pt idx="2361" c:formatCode="yyyy/m/d">
                  <c:v>42745</c:v>
                </c:pt>
                <c:pt idx="2362" c:formatCode="yyyy/m/d">
                  <c:v>42744</c:v>
                </c:pt>
                <c:pt idx="2363" c:formatCode="yyyy/m/d">
                  <c:v>42741</c:v>
                </c:pt>
                <c:pt idx="2364" c:formatCode="yyyy/m/d">
                  <c:v>42740</c:v>
                </c:pt>
                <c:pt idx="2365" c:formatCode="yyyy/m/d">
                  <c:v>42739</c:v>
                </c:pt>
                <c:pt idx="2366" c:formatCode="yyyy/m/d">
                  <c:v>42738</c:v>
                </c:pt>
                <c:pt idx="2367" c:formatCode="yyyy/m/d">
                  <c:v>42737</c:v>
                </c:pt>
                <c:pt idx="2368" c:formatCode="yyyy/m/d">
                  <c:v>42734</c:v>
                </c:pt>
                <c:pt idx="2369" c:formatCode="yyyy/m/d">
                  <c:v>42733</c:v>
                </c:pt>
                <c:pt idx="2370" c:formatCode="yyyy/m/d">
                  <c:v>42732</c:v>
                </c:pt>
                <c:pt idx="2371" c:formatCode="yyyy/m/d">
                  <c:v>42731</c:v>
                </c:pt>
                <c:pt idx="2372" c:formatCode="yyyy/m/d">
                  <c:v>42730</c:v>
                </c:pt>
                <c:pt idx="2373" c:formatCode="yyyy/m/d">
                  <c:v>42727</c:v>
                </c:pt>
                <c:pt idx="2374" c:formatCode="yyyy/m/d">
                  <c:v>42726</c:v>
                </c:pt>
                <c:pt idx="2375" c:formatCode="yyyy/m/d">
                  <c:v>42725</c:v>
                </c:pt>
                <c:pt idx="2376" c:formatCode="yyyy/m/d">
                  <c:v>42724</c:v>
                </c:pt>
                <c:pt idx="2377" c:formatCode="yyyy/m/d">
                  <c:v>42723</c:v>
                </c:pt>
                <c:pt idx="2378" c:formatCode="yyyy/m/d">
                  <c:v>42720</c:v>
                </c:pt>
                <c:pt idx="2379" c:formatCode="yyyy/m/d">
                  <c:v>42719</c:v>
                </c:pt>
                <c:pt idx="2380" c:formatCode="yyyy/m/d">
                  <c:v>42718</c:v>
                </c:pt>
                <c:pt idx="2381" c:formatCode="yyyy/m/d">
                  <c:v>42717</c:v>
                </c:pt>
                <c:pt idx="2382" c:formatCode="yyyy/m/d">
                  <c:v>42716</c:v>
                </c:pt>
                <c:pt idx="2383" c:formatCode="yyyy/m/d">
                  <c:v>42713</c:v>
                </c:pt>
                <c:pt idx="2384" c:formatCode="yyyy/m/d">
                  <c:v>42712</c:v>
                </c:pt>
                <c:pt idx="2385" c:formatCode="yyyy/m/d">
                  <c:v>42711</c:v>
                </c:pt>
                <c:pt idx="2386" c:formatCode="yyyy/m/d">
                  <c:v>42710</c:v>
                </c:pt>
                <c:pt idx="2387" c:formatCode="yyyy/m/d">
                  <c:v>42709</c:v>
                </c:pt>
                <c:pt idx="2388" c:formatCode="yyyy/m/d">
                  <c:v>42706</c:v>
                </c:pt>
                <c:pt idx="2389" c:formatCode="yyyy/m/d">
                  <c:v>42705</c:v>
                </c:pt>
                <c:pt idx="2390" c:formatCode="yyyy/m/d">
                  <c:v>42704</c:v>
                </c:pt>
                <c:pt idx="2391" c:formatCode="yyyy/m/d">
                  <c:v>42703</c:v>
                </c:pt>
                <c:pt idx="2392" c:formatCode="yyyy/m/d">
                  <c:v>42702</c:v>
                </c:pt>
                <c:pt idx="2393" c:formatCode="yyyy/m/d">
                  <c:v>42699</c:v>
                </c:pt>
                <c:pt idx="2394" c:formatCode="yyyy/m/d">
                  <c:v>42698</c:v>
                </c:pt>
                <c:pt idx="2395" c:formatCode="yyyy/m/d">
                  <c:v>42697</c:v>
                </c:pt>
                <c:pt idx="2396" c:formatCode="yyyy/m/d">
                  <c:v>42696</c:v>
                </c:pt>
                <c:pt idx="2397" c:formatCode="yyyy/m/d">
                  <c:v>42695</c:v>
                </c:pt>
                <c:pt idx="2398" c:formatCode="yyyy/m/d">
                  <c:v>42692</c:v>
                </c:pt>
                <c:pt idx="2399" c:formatCode="yyyy/m/d">
                  <c:v>42691</c:v>
                </c:pt>
                <c:pt idx="2400" c:formatCode="yyyy/m/d">
                  <c:v>42690</c:v>
                </c:pt>
                <c:pt idx="2401" c:formatCode="yyyy/m/d">
                  <c:v>42689</c:v>
                </c:pt>
                <c:pt idx="2402" c:formatCode="yyyy/m/d">
                  <c:v>42688</c:v>
                </c:pt>
                <c:pt idx="2403" c:formatCode="yyyy/m/d">
                  <c:v>42685</c:v>
                </c:pt>
                <c:pt idx="2404" c:formatCode="yyyy/m/d">
                  <c:v>42684</c:v>
                </c:pt>
                <c:pt idx="2405" c:formatCode="yyyy/m/d">
                  <c:v>42683</c:v>
                </c:pt>
                <c:pt idx="2406" c:formatCode="yyyy/m/d">
                  <c:v>42682</c:v>
                </c:pt>
                <c:pt idx="2407" c:formatCode="yyyy/m/d">
                  <c:v>42681</c:v>
                </c:pt>
                <c:pt idx="2408" c:formatCode="yyyy/m/d">
                  <c:v>42678</c:v>
                </c:pt>
                <c:pt idx="2409" c:formatCode="yyyy/m/d">
                  <c:v>42677</c:v>
                </c:pt>
                <c:pt idx="2410" c:formatCode="yyyy/m/d">
                  <c:v>42676</c:v>
                </c:pt>
                <c:pt idx="2411" c:formatCode="yyyy/m/d">
                  <c:v>42675</c:v>
                </c:pt>
                <c:pt idx="2412" c:formatCode="yyyy/m/d">
                  <c:v>42674</c:v>
                </c:pt>
                <c:pt idx="2413" c:formatCode="yyyy/m/d">
                  <c:v>42671</c:v>
                </c:pt>
                <c:pt idx="2414" c:formatCode="yyyy/m/d">
                  <c:v>42670</c:v>
                </c:pt>
                <c:pt idx="2415" c:formatCode="yyyy/m/d">
                  <c:v>42669</c:v>
                </c:pt>
                <c:pt idx="2416" c:formatCode="yyyy/m/d">
                  <c:v>42668</c:v>
                </c:pt>
                <c:pt idx="2417" c:formatCode="yyyy/m/d">
                  <c:v>42667</c:v>
                </c:pt>
                <c:pt idx="2418" c:formatCode="yyyy/m/d">
                  <c:v>42664</c:v>
                </c:pt>
                <c:pt idx="2419" c:formatCode="yyyy/m/d">
                  <c:v>42663</c:v>
                </c:pt>
                <c:pt idx="2420" c:formatCode="yyyy/m/d">
                  <c:v>42662</c:v>
                </c:pt>
                <c:pt idx="2421" c:formatCode="yyyy/m/d">
                  <c:v>42661</c:v>
                </c:pt>
                <c:pt idx="2422" c:formatCode="yyyy/m/d">
                  <c:v>42660</c:v>
                </c:pt>
                <c:pt idx="2423" c:formatCode="yyyy/m/d">
                  <c:v>42657</c:v>
                </c:pt>
                <c:pt idx="2424" c:formatCode="yyyy/m/d">
                  <c:v>42656</c:v>
                </c:pt>
                <c:pt idx="2425" c:formatCode="yyyy/m/d">
                  <c:v>42655</c:v>
                </c:pt>
                <c:pt idx="2426" c:formatCode="yyyy/m/d">
                  <c:v>42654</c:v>
                </c:pt>
                <c:pt idx="2427" c:formatCode="yyyy/m/d">
                  <c:v>42653</c:v>
                </c:pt>
                <c:pt idx="2428" c:formatCode="yyyy/m/d">
                  <c:v>42650</c:v>
                </c:pt>
                <c:pt idx="2429" c:formatCode="yyyy/m/d">
                  <c:v>42649</c:v>
                </c:pt>
                <c:pt idx="2430" c:formatCode="yyyy/m/d">
                  <c:v>42648</c:v>
                </c:pt>
                <c:pt idx="2431" c:formatCode="yyyy/m/d">
                  <c:v>42647</c:v>
                </c:pt>
                <c:pt idx="2432" c:formatCode="yyyy/m/d">
                  <c:v>42646</c:v>
                </c:pt>
                <c:pt idx="2433" c:formatCode="yyyy/m/d">
                  <c:v>42643</c:v>
                </c:pt>
                <c:pt idx="2434" c:formatCode="yyyy/m/d">
                  <c:v>42642</c:v>
                </c:pt>
                <c:pt idx="2435" c:formatCode="yyyy/m/d">
                  <c:v>42641</c:v>
                </c:pt>
                <c:pt idx="2436" c:formatCode="yyyy/m/d">
                  <c:v>42640</c:v>
                </c:pt>
                <c:pt idx="2437" c:formatCode="yyyy/m/d">
                  <c:v>42639</c:v>
                </c:pt>
                <c:pt idx="2438" c:formatCode="yyyy/m/d">
                  <c:v>42636</c:v>
                </c:pt>
                <c:pt idx="2439" c:formatCode="yyyy/m/d">
                  <c:v>42635</c:v>
                </c:pt>
                <c:pt idx="2440" c:formatCode="yyyy/m/d">
                  <c:v>42634</c:v>
                </c:pt>
                <c:pt idx="2441" c:formatCode="yyyy/m/d">
                  <c:v>42633</c:v>
                </c:pt>
                <c:pt idx="2442" c:formatCode="yyyy/m/d">
                  <c:v>42632</c:v>
                </c:pt>
                <c:pt idx="2443" c:formatCode="yyyy/m/d">
                  <c:v>42629</c:v>
                </c:pt>
                <c:pt idx="2444" c:formatCode="yyyy/m/d">
                  <c:v>42628</c:v>
                </c:pt>
                <c:pt idx="2445" c:formatCode="yyyy/m/d">
                  <c:v>42627</c:v>
                </c:pt>
                <c:pt idx="2446" c:formatCode="yyyy/m/d">
                  <c:v>42626</c:v>
                </c:pt>
                <c:pt idx="2447" c:formatCode="yyyy/m/d">
                  <c:v>42625</c:v>
                </c:pt>
                <c:pt idx="2448" c:formatCode="yyyy/m/d">
                  <c:v>42622</c:v>
                </c:pt>
                <c:pt idx="2449" c:formatCode="yyyy/m/d">
                  <c:v>42621</c:v>
                </c:pt>
                <c:pt idx="2450" c:formatCode="yyyy/m/d">
                  <c:v>42620</c:v>
                </c:pt>
                <c:pt idx="2451" c:formatCode="yyyy/m/d">
                  <c:v>42619</c:v>
                </c:pt>
                <c:pt idx="2452" c:formatCode="yyyy/m/d">
                  <c:v>42618</c:v>
                </c:pt>
                <c:pt idx="2453" c:formatCode="yyyy/m/d">
                  <c:v>42615</c:v>
                </c:pt>
                <c:pt idx="2454" c:formatCode="yyyy/m/d">
                  <c:v>42614</c:v>
                </c:pt>
                <c:pt idx="2455" c:formatCode="yyyy/m/d">
                  <c:v>42613</c:v>
                </c:pt>
                <c:pt idx="2456" c:formatCode="yyyy/m/d">
                  <c:v>42612</c:v>
                </c:pt>
                <c:pt idx="2457" c:formatCode="yyyy/m/d">
                  <c:v>42611</c:v>
                </c:pt>
                <c:pt idx="2458" c:formatCode="yyyy/m/d">
                  <c:v>42608</c:v>
                </c:pt>
                <c:pt idx="2459" c:formatCode="yyyy/m/d">
                  <c:v>42607</c:v>
                </c:pt>
                <c:pt idx="2460" c:formatCode="yyyy/m/d">
                  <c:v>42606</c:v>
                </c:pt>
                <c:pt idx="2461" c:formatCode="yyyy/m/d">
                  <c:v>42605</c:v>
                </c:pt>
                <c:pt idx="2462" c:formatCode="yyyy/m/d">
                  <c:v>42604</c:v>
                </c:pt>
                <c:pt idx="2463" c:formatCode="yyyy/m/d">
                  <c:v>42601</c:v>
                </c:pt>
                <c:pt idx="2464" c:formatCode="yyyy/m/d">
                  <c:v>42600</c:v>
                </c:pt>
                <c:pt idx="2465" c:formatCode="yyyy/m/d">
                  <c:v>42599</c:v>
                </c:pt>
                <c:pt idx="2466" c:formatCode="yyyy/m/d">
                  <c:v>42598</c:v>
                </c:pt>
                <c:pt idx="2467" c:formatCode="yyyy/m/d">
                  <c:v>42597</c:v>
                </c:pt>
                <c:pt idx="2468" c:formatCode="yyyy/m/d">
                  <c:v>42594</c:v>
                </c:pt>
                <c:pt idx="2469" c:formatCode="yyyy/m/d">
                  <c:v>42593</c:v>
                </c:pt>
                <c:pt idx="2470" c:formatCode="yyyy/m/d">
                  <c:v>42592</c:v>
                </c:pt>
                <c:pt idx="2471" c:formatCode="yyyy/m/d">
                  <c:v>42591</c:v>
                </c:pt>
                <c:pt idx="2472" c:formatCode="yyyy/m/d">
                  <c:v>42590</c:v>
                </c:pt>
                <c:pt idx="2473" c:formatCode="yyyy/m/d">
                  <c:v>42587</c:v>
                </c:pt>
                <c:pt idx="2474" c:formatCode="yyyy/m/d">
                  <c:v>42586</c:v>
                </c:pt>
                <c:pt idx="2475" c:formatCode="yyyy/m/d">
                  <c:v>42585</c:v>
                </c:pt>
                <c:pt idx="2476" c:formatCode="yyyy/m/d">
                  <c:v>42584</c:v>
                </c:pt>
                <c:pt idx="2477" c:formatCode="yyyy/m/d">
                  <c:v>42583</c:v>
                </c:pt>
                <c:pt idx="2478" c:formatCode="yyyy/m/d">
                  <c:v>42580</c:v>
                </c:pt>
                <c:pt idx="2479" c:formatCode="yyyy/m/d">
                  <c:v>42579</c:v>
                </c:pt>
                <c:pt idx="2480" c:formatCode="yyyy/m/d">
                  <c:v>42578</c:v>
                </c:pt>
                <c:pt idx="2481" c:formatCode="yyyy/m/d">
                  <c:v>42577</c:v>
                </c:pt>
                <c:pt idx="2482" c:formatCode="yyyy/m/d">
                  <c:v>42576</c:v>
                </c:pt>
                <c:pt idx="2483" c:formatCode="yyyy/m/d">
                  <c:v>42573</c:v>
                </c:pt>
                <c:pt idx="2484" c:formatCode="yyyy/m/d">
                  <c:v>42572</c:v>
                </c:pt>
                <c:pt idx="2485" c:formatCode="yyyy/m/d">
                  <c:v>42571</c:v>
                </c:pt>
                <c:pt idx="2486" c:formatCode="yyyy/m/d">
                  <c:v>42570</c:v>
                </c:pt>
                <c:pt idx="2487" c:formatCode="yyyy/m/d">
                  <c:v>42569</c:v>
                </c:pt>
                <c:pt idx="2488" c:formatCode="yyyy/m/d">
                  <c:v>42566</c:v>
                </c:pt>
                <c:pt idx="2489" c:formatCode="yyyy/m/d">
                  <c:v>42565</c:v>
                </c:pt>
                <c:pt idx="2490" c:formatCode="yyyy/m/d">
                  <c:v>42564</c:v>
                </c:pt>
                <c:pt idx="2491" c:formatCode="yyyy/m/d">
                  <c:v>42563</c:v>
                </c:pt>
                <c:pt idx="2492" c:formatCode="yyyy/m/d">
                  <c:v>42562</c:v>
                </c:pt>
                <c:pt idx="2493" c:formatCode="yyyy/m/d">
                  <c:v>42559</c:v>
                </c:pt>
                <c:pt idx="2494" c:formatCode="yyyy/m/d">
                  <c:v>42558</c:v>
                </c:pt>
                <c:pt idx="2495" c:formatCode="yyyy/m/d">
                  <c:v>42557</c:v>
                </c:pt>
                <c:pt idx="2496" c:formatCode="yyyy/m/d">
                  <c:v>42556</c:v>
                </c:pt>
                <c:pt idx="2497" c:formatCode="yyyy/m/d">
                  <c:v>42555</c:v>
                </c:pt>
                <c:pt idx="2498" c:formatCode="yyyy/m/d">
                  <c:v>42552</c:v>
                </c:pt>
                <c:pt idx="2499" c:formatCode="yyyy/m/d">
                  <c:v>42551</c:v>
                </c:pt>
                <c:pt idx="2500" c:formatCode="yyyy/m/d">
                  <c:v>42550</c:v>
                </c:pt>
                <c:pt idx="2501" c:formatCode="yyyy/m/d">
                  <c:v>42549</c:v>
                </c:pt>
                <c:pt idx="2502" c:formatCode="yyyy/m/d">
                  <c:v>42548</c:v>
                </c:pt>
                <c:pt idx="2503" c:formatCode="yyyy/m/d">
                  <c:v>42545</c:v>
                </c:pt>
                <c:pt idx="2504" c:formatCode="yyyy/m/d">
                  <c:v>42544</c:v>
                </c:pt>
                <c:pt idx="2505" c:formatCode="yyyy/m/d">
                  <c:v>42543</c:v>
                </c:pt>
                <c:pt idx="2506" c:formatCode="yyyy/m/d">
                  <c:v>42542</c:v>
                </c:pt>
                <c:pt idx="2507" c:formatCode="yyyy/m/d">
                  <c:v>42541</c:v>
                </c:pt>
                <c:pt idx="2508" c:formatCode="yyyy/m/d">
                  <c:v>42538</c:v>
                </c:pt>
                <c:pt idx="2509" c:formatCode="yyyy/m/d">
                  <c:v>42537</c:v>
                </c:pt>
                <c:pt idx="2510" c:formatCode="yyyy/m/d">
                  <c:v>42536</c:v>
                </c:pt>
                <c:pt idx="2511" c:formatCode="yyyy/m/d">
                  <c:v>42535</c:v>
                </c:pt>
                <c:pt idx="2512" c:formatCode="yyyy/m/d">
                  <c:v>42534</c:v>
                </c:pt>
                <c:pt idx="2513" c:formatCode="yyyy/m/d">
                  <c:v>42531</c:v>
                </c:pt>
                <c:pt idx="2514" c:formatCode="yyyy/m/d">
                  <c:v>42530</c:v>
                </c:pt>
                <c:pt idx="2515" c:formatCode="yyyy/m/d">
                  <c:v>42529</c:v>
                </c:pt>
                <c:pt idx="2516" c:formatCode="yyyy/m/d">
                  <c:v>42528</c:v>
                </c:pt>
                <c:pt idx="2517" c:formatCode="yyyy/m/d">
                  <c:v>42527</c:v>
                </c:pt>
                <c:pt idx="2518" c:formatCode="yyyy/m/d">
                  <c:v>42524</c:v>
                </c:pt>
                <c:pt idx="2519" c:formatCode="yyyy/m/d">
                  <c:v>42523</c:v>
                </c:pt>
                <c:pt idx="2520" c:formatCode="yyyy/m/d">
                  <c:v>42522</c:v>
                </c:pt>
                <c:pt idx="2521" c:formatCode="yyyy/m/d">
                  <c:v>42521</c:v>
                </c:pt>
                <c:pt idx="2522" c:formatCode="yyyy/m/d">
                  <c:v>42520</c:v>
                </c:pt>
                <c:pt idx="2523" c:formatCode="yyyy/m/d">
                  <c:v>42517</c:v>
                </c:pt>
                <c:pt idx="2524" c:formatCode="yyyy/m/d">
                  <c:v>42516</c:v>
                </c:pt>
                <c:pt idx="2525" c:formatCode="yyyy/m/d">
                  <c:v>42515</c:v>
                </c:pt>
                <c:pt idx="2526" c:formatCode="yyyy/m/d">
                  <c:v>42514</c:v>
                </c:pt>
                <c:pt idx="2527" c:formatCode="yyyy/m/d">
                  <c:v>42513</c:v>
                </c:pt>
                <c:pt idx="2528" c:formatCode="yyyy/m/d">
                  <c:v>42510</c:v>
                </c:pt>
                <c:pt idx="2529" c:formatCode="yyyy/m/d">
                  <c:v>42509</c:v>
                </c:pt>
                <c:pt idx="2530" c:formatCode="yyyy/m/d">
                  <c:v>42508</c:v>
                </c:pt>
                <c:pt idx="2531" c:formatCode="yyyy/m/d">
                  <c:v>42507</c:v>
                </c:pt>
                <c:pt idx="2532" c:formatCode="yyyy/m/d">
                  <c:v>42506</c:v>
                </c:pt>
                <c:pt idx="2533" c:formatCode="yyyy/m/d">
                  <c:v>42503</c:v>
                </c:pt>
                <c:pt idx="2534" c:formatCode="yyyy/m/d">
                  <c:v>42502</c:v>
                </c:pt>
                <c:pt idx="2535" c:formatCode="yyyy/m/d">
                  <c:v>42501</c:v>
                </c:pt>
                <c:pt idx="2536" c:formatCode="yyyy/m/d">
                  <c:v>42500</c:v>
                </c:pt>
                <c:pt idx="2537" c:formatCode="yyyy/m/d">
                  <c:v>42499</c:v>
                </c:pt>
                <c:pt idx="2538" c:formatCode="yyyy/m/d">
                  <c:v>42496</c:v>
                </c:pt>
                <c:pt idx="2539" c:formatCode="yyyy/m/d">
                  <c:v>42495</c:v>
                </c:pt>
                <c:pt idx="2540" c:formatCode="yyyy/m/d">
                  <c:v>42494</c:v>
                </c:pt>
                <c:pt idx="2541" c:formatCode="yyyy/m/d">
                  <c:v>42493</c:v>
                </c:pt>
                <c:pt idx="2542" c:formatCode="yyyy/m/d">
                  <c:v>42492</c:v>
                </c:pt>
                <c:pt idx="2543" c:formatCode="yyyy/m/d">
                  <c:v>42489</c:v>
                </c:pt>
                <c:pt idx="2544" c:formatCode="yyyy/m/d">
                  <c:v>42488</c:v>
                </c:pt>
                <c:pt idx="2545" c:formatCode="yyyy/m/d">
                  <c:v>42487</c:v>
                </c:pt>
                <c:pt idx="2546" c:formatCode="yyyy/m/d">
                  <c:v>42486</c:v>
                </c:pt>
                <c:pt idx="2547" c:formatCode="yyyy/m/d">
                  <c:v>42485</c:v>
                </c:pt>
                <c:pt idx="2548" c:formatCode="yyyy/m/d">
                  <c:v>42482</c:v>
                </c:pt>
                <c:pt idx="2549" c:formatCode="yyyy/m/d">
                  <c:v>42481</c:v>
                </c:pt>
                <c:pt idx="2550" c:formatCode="yyyy/m/d">
                  <c:v>42480</c:v>
                </c:pt>
                <c:pt idx="2551" c:formatCode="yyyy/m/d">
                  <c:v>42479</c:v>
                </c:pt>
                <c:pt idx="2552" c:formatCode="yyyy/m/d">
                  <c:v>42478</c:v>
                </c:pt>
                <c:pt idx="2553" c:formatCode="yyyy/m/d">
                  <c:v>42475</c:v>
                </c:pt>
                <c:pt idx="2554" c:formatCode="yyyy/m/d">
                  <c:v>42474</c:v>
                </c:pt>
                <c:pt idx="2555" c:formatCode="yyyy/m/d">
                  <c:v>42473</c:v>
                </c:pt>
                <c:pt idx="2556" c:formatCode="yyyy/m/d">
                  <c:v>42472</c:v>
                </c:pt>
                <c:pt idx="2557" c:formatCode="yyyy/m/d">
                  <c:v>42471</c:v>
                </c:pt>
                <c:pt idx="2558" c:formatCode="yyyy/m/d">
                  <c:v>42468</c:v>
                </c:pt>
                <c:pt idx="2559" c:formatCode="yyyy/m/d">
                  <c:v>42467</c:v>
                </c:pt>
                <c:pt idx="2560" c:formatCode="yyyy/m/d">
                  <c:v>42466</c:v>
                </c:pt>
                <c:pt idx="2561" c:formatCode="yyyy/m/d">
                  <c:v>42465</c:v>
                </c:pt>
                <c:pt idx="2562" c:formatCode="yyyy/m/d">
                  <c:v>42464</c:v>
                </c:pt>
                <c:pt idx="2563" c:formatCode="yyyy/m/d">
                  <c:v>42461</c:v>
                </c:pt>
                <c:pt idx="2564" c:formatCode="yyyy/m/d">
                  <c:v>42460</c:v>
                </c:pt>
                <c:pt idx="2565" c:formatCode="yyyy/m/d">
                  <c:v>42459</c:v>
                </c:pt>
                <c:pt idx="2566" c:formatCode="yyyy/m/d">
                  <c:v>42458</c:v>
                </c:pt>
                <c:pt idx="2567" c:formatCode="yyyy/m/d">
                  <c:v>42457</c:v>
                </c:pt>
                <c:pt idx="2568" c:formatCode="yyyy/m/d">
                  <c:v>42454</c:v>
                </c:pt>
                <c:pt idx="2569" c:formatCode="yyyy/m/d">
                  <c:v>42453</c:v>
                </c:pt>
                <c:pt idx="2570" c:formatCode="yyyy/m/d">
                  <c:v>42452</c:v>
                </c:pt>
                <c:pt idx="2571" c:formatCode="yyyy/m/d">
                  <c:v>42451</c:v>
                </c:pt>
                <c:pt idx="2572" c:formatCode="yyyy/m/d">
                  <c:v>42450</c:v>
                </c:pt>
                <c:pt idx="2573" c:formatCode="yyyy/m/d">
                  <c:v>42447</c:v>
                </c:pt>
                <c:pt idx="2574" c:formatCode="yyyy/m/d">
                  <c:v>42446</c:v>
                </c:pt>
                <c:pt idx="2575" c:formatCode="yyyy/m/d">
                  <c:v>42445</c:v>
                </c:pt>
                <c:pt idx="2576" c:formatCode="yyyy/m/d">
                  <c:v>42444</c:v>
                </c:pt>
                <c:pt idx="2577" c:formatCode="yyyy/m/d">
                  <c:v>42443</c:v>
                </c:pt>
                <c:pt idx="2578" c:formatCode="yyyy/m/d">
                  <c:v>42440</c:v>
                </c:pt>
                <c:pt idx="2579" c:formatCode="yyyy/m/d">
                  <c:v>42439</c:v>
                </c:pt>
                <c:pt idx="2580" c:formatCode="yyyy/m/d">
                  <c:v>42438</c:v>
                </c:pt>
                <c:pt idx="2581" c:formatCode="yyyy/m/d">
                  <c:v>42437</c:v>
                </c:pt>
                <c:pt idx="2582" c:formatCode="yyyy/m/d">
                  <c:v>42436</c:v>
                </c:pt>
                <c:pt idx="2583" c:formatCode="yyyy/m/d">
                  <c:v>42433</c:v>
                </c:pt>
                <c:pt idx="2584" c:formatCode="yyyy/m/d">
                  <c:v>42432</c:v>
                </c:pt>
                <c:pt idx="2585" c:formatCode="yyyy/m/d">
                  <c:v>42431</c:v>
                </c:pt>
                <c:pt idx="2586" c:formatCode="yyyy/m/d">
                  <c:v>42430</c:v>
                </c:pt>
                <c:pt idx="2587" c:formatCode="yyyy/m/d">
                  <c:v>42429</c:v>
                </c:pt>
                <c:pt idx="2588" c:formatCode="yyyy/m/d">
                  <c:v>42426</c:v>
                </c:pt>
                <c:pt idx="2589" c:formatCode="yyyy/m/d">
                  <c:v>42425</c:v>
                </c:pt>
                <c:pt idx="2590" c:formatCode="yyyy/m/d">
                  <c:v>42424</c:v>
                </c:pt>
                <c:pt idx="2591" c:formatCode="yyyy/m/d">
                  <c:v>42423</c:v>
                </c:pt>
                <c:pt idx="2592" c:formatCode="yyyy/m/d">
                  <c:v>42422</c:v>
                </c:pt>
                <c:pt idx="2593" c:formatCode="yyyy/m/d">
                  <c:v>42419</c:v>
                </c:pt>
                <c:pt idx="2594" c:formatCode="yyyy/m/d">
                  <c:v>42418</c:v>
                </c:pt>
                <c:pt idx="2595" c:formatCode="yyyy/m/d">
                  <c:v>42417</c:v>
                </c:pt>
                <c:pt idx="2596" c:formatCode="yyyy/m/d">
                  <c:v>42416</c:v>
                </c:pt>
                <c:pt idx="2597" c:formatCode="yyyy/m/d">
                  <c:v>42415</c:v>
                </c:pt>
                <c:pt idx="2598" c:formatCode="yyyy/m/d">
                  <c:v>42412</c:v>
                </c:pt>
                <c:pt idx="2599" c:formatCode="yyyy/m/d">
                  <c:v>42411</c:v>
                </c:pt>
                <c:pt idx="2600" c:formatCode="yyyy/m/d">
                  <c:v>42410</c:v>
                </c:pt>
                <c:pt idx="2601" c:formatCode="yyyy/m/d">
                  <c:v>42409</c:v>
                </c:pt>
                <c:pt idx="2602" c:formatCode="yyyy/m/d">
                  <c:v>42408</c:v>
                </c:pt>
                <c:pt idx="2603" c:formatCode="yyyy/m/d">
                  <c:v>42405</c:v>
                </c:pt>
                <c:pt idx="2604" c:formatCode="yyyy/m/d">
                  <c:v>42404</c:v>
                </c:pt>
                <c:pt idx="2605" c:formatCode="yyyy/m/d">
                  <c:v>42403</c:v>
                </c:pt>
                <c:pt idx="2606" c:formatCode="yyyy/m/d">
                  <c:v>42402</c:v>
                </c:pt>
                <c:pt idx="2607" c:formatCode="yyyy/m/d">
                  <c:v>42401</c:v>
                </c:pt>
                <c:pt idx="2608" c:formatCode="yyyy/m/d">
                  <c:v>42398</c:v>
                </c:pt>
                <c:pt idx="2609" c:formatCode="yyyy/m/d">
                  <c:v>42397</c:v>
                </c:pt>
                <c:pt idx="2610" c:formatCode="yyyy/m/d">
                  <c:v>42396</c:v>
                </c:pt>
                <c:pt idx="2611" c:formatCode="yyyy/m/d">
                  <c:v>42395</c:v>
                </c:pt>
                <c:pt idx="2612" c:formatCode="yyyy/m/d">
                  <c:v>42394</c:v>
                </c:pt>
                <c:pt idx="2613" c:formatCode="yyyy/m/d">
                  <c:v>42391</c:v>
                </c:pt>
                <c:pt idx="2614" c:formatCode="yyyy/m/d">
                  <c:v>42390</c:v>
                </c:pt>
                <c:pt idx="2615" c:formatCode="yyyy/m/d">
                  <c:v>42389</c:v>
                </c:pt>
                <c:pt idx="2616" c:formatCode="yyyy/m/d">
                  <c:v>42388</c:v>
                </c:pt>
                <c:pt idx="2617" c:formatCode="yyyy/m/d">
                  <c:v>42387</c:v>
                </c:pt>
                <c:pt idx="2618" c:formatCode="yyyy/m/d">
                  <c:v>42384</c:v>
                </c:pt>
                <c:pt idx="2619" c:formatCode="yyyy/m/d">
                  <c:v>42383</c:v>
                </c:pt>
                <c:pt idx="2620" c:formatCode="yyyy/m/d">
                  <c:v>42382</c:v>
                </c:pt>
                <c:pt idx="2621" c:formatCode="yyyy/m/d">
                  <c:v>42381</c:v>
                </c:pt>
                <c:pt idx="2622" c:formatCode="yyyy/m/d">
                  <c:v>42380</c:v>
                </c:pt>
                <c:pt idx="2623" c:formatCode="yyyy/m/d">
                  <c:v>42377</c:v>
                </c:pt>
                <c:pt idx="2624" c:formatCode="yyyy/m/d">
                  <c:v>42376</c:v>
                </c:pt>
                <c:pt idx="2625" c:formatCode="yyyy/m/d">
                  <c:v>42375</c:v>
                </c:pt>
                <c:pt idx="2626" c:formatCode="yyyy/m/d">
                  <c:v>42374</c:v>
                </c:pt>
                <c:pt idx="2627" c:formatCode="yyyy/m/d">
                  <c:v>42373</c:v>
                </c:pt>
                <c:pt idx="2628" c:formatCode="yyyy/m/d">
                  <c:v>42370</c:v>
                </c:pt>
                <c:pt idx="2629" c:formatCode="yyyy/m/d">
                  <c:v>42369</c:v>
                </c:pt>
                <c:pt idx="2630" c:formatCode="yyyy/m/d">
                  <c:v>42368</c:v>
                </c:pt>
                <c:pt idx="2631" c:formatCode="yyyy/m/d">
                  <c:v>42367</c:v>
                </c:pt>
                <c:pt idx="2632" c:formatCode="yyyy/m/d">
                  <c:v>42366</c:v>
                </c:pt>
                <c:pt idx="2633" c:formatCode="yyyy/m/d">
                  <c:v>42363</c:v>
                </c:pt>
                <c:pt idx="2634" c:formatCode="yyyy/m/d">
                  <c:v>42362</c:v>
                </c:pt>
                <c:pt idx="2635" c:formatCode="yyyy/m/d">
                  <c:v>42361</c:v>
                </c:pt>
                <c:pt idx="2636" c:formatCode="yyyy/m/d">
                  <c:v>42360</c:v>
                </c:pt>
                <c:pt idx="2637" c:formatCode="yyyy/m/d">
                  <c:v>42359</c:v>
                </c:pt>
                <c:pt idx="2638" c:formatCode="yyyy/m/d">
                  <c:v>42356</c:v>
                </c:pt>
                <c:pt idx="2639" c:formatCode="yyyy/m/d">
                  <c:v>42355</c:v>
                </c:pt>
                <c:pt idx="2640" c:formatCode="yyyy/m/d">
                  <c:v>42354</c:v>
                </c:pt>
                <c:pt idx="2641" c:formatCode="yyyy/m/d">
                  <c:v>42353</c:v>
                </c:pt>
                <c:pt idx="2642" c:formatCode="yyyy/m/d">
                  <c:v>42352</c:v>
                </c:pt>
                <c:pt idx="2643" c:formatCode="yyyy/m/d">
                  <c:v>42349</c:v>
                </c:pt>
                <c:pt idx="2644" c:formatCode="yyyy/m/d">
                  <c:v>42348</c:v>
                </c:pt>
                <c:pt idx="2645" c:formatCode="yyyy/m/d">
                  <c:v>42347</c:v>
                </c:pt>
                <c:pt idx="2646" c:formatCode="yyyy/m/d">
                  <c:v>42346</c:v>
                </c:pt>
                <c:pt idx="2647" c:formatCode="yyyy/m/d">
                  <c:v>42345</c:v>
                </c:pt>
                <c:pt idx="2648" c:formatCode="yyyy/m/d">
                  <c:v>42342</c:v>
                </c:pt>
                <c:pt idx="2649" c:formatCode="yyyy/m/d">
                  <c:v>42341</c:v>
                </c:pt>
                <c:pt idx="2650" c:formatCode="yyyy/m/d">
                  <c:v>42340</c:v>
                </c:pt>
                <c:pt idx="2651" c:formatCode="yyyy/m/d">
                  <c:v>42339</c:v>
                </c:pt>
                <c:pt idx="2652" c:formatCode="yyyy/m/d">
                  <c:v>42338</c:v>
                </c:pt>
                <c:pt idx="2653" c:formatCode="yyyy/m/d">
                  <c:v>42335</c:v>
                </c:pt>
                <c:pt idx="2654" c:formatCode="yyyy/m/d">
                  <c:v>42334</c:v>
                </c:pt>
                <c:pt idx="2655" c:formatCode="yyyy/m/d">
                  <c:v>42333</c:v>
                </c:pt>
                <c:pt idx="2656" c:formatCode="yyyy/m/d">
                  <c:v>42332</c:v>
                </c:pt>
                <c:pt idx="2657" c:formatCode="yyyy/m/d">
                  <c:v>42331</c:v>
                </c:pt>
                <c:pt idx="2658" c:formatCode="yyyy/m/d">
                  <c:v>42328</c:v>
                </c:pt>
                <c:pt idx="2659" c:formatCode="yyyy/m/d">
                  <c:v>42327</c:v>
                </c:pt>
                <c:pt idx="2660" c:formatCode="yyyy/m/d">
                  <c:v>42326</c:v>
                </c:pt>
                <c:pt idx="2661" c:formatCode="yyyy/m/d">
                  <c:v>42325</c:v>
                </c:pt>
                <c:pt idx="2662" c:formatCode="yyyy/m/d">
                  <c:v>42324</c:v>
                </c:pt>
                <c:pt idx="2663" c:formatCode="yyyy/m/d">
                  <c:v>42321</c:v>
                </c:pt>
                <c:pt idx="2664" c:formatCode="yyyy/m/d">
                  <c:v>42320</c:v>
                </c:pt>
                <c:pt idx="2665" c:formatCode="yyyy/m/d">
                  <c:v>42319</c:v>
                </c:pt>
                <c:pt idx="2666" c:formatCode="yyyy/m/d">
                  <c:v>42318</c:v>
                </c:pt>
                <c:pt idx="2667" c:formatCode="yyyy/m/d">
                  <c:v>42317</c:v>
                </c:pt>
                <c:pt idx="2668" c:formatCode="yyyy/m/d">
                  <c:v>42314</c:v>
                </c:pt>
                <c:pt idx="2669" c:formatCode="yyyy/m/d">
                  <c:v>42313</c:v>
                </c:pt>
                <c:pt idx="2670" c:formatCode="yyyy/m/d">
                  <c:v>42312</c:v>
                </c:pt>
                <c:pt idx="2671" c:formatCode="yyyy/m/d">
                  <c:v>42311</c:v>
                </c:pt>
                <c:pt idx="2672" c:formatCode="yyyy/m/d">
                  <c:v>42310</c:v>
                </c:pt>
                <c:pt idx="2673" c:formatCode="yyyy/m/d">
                  <c:v>42307</c:v>
                </c:pt>
                <c:pt idx="2674" c:formatCode="yyyy/m/d">
                  <c:v>42306</c:v>
                </c:pt>
                <c:pt idx="2675" c:formatCode="yyyy/m/d">
                  <c:v>42305</c:v>
                </c:pt>
                <c:pt idx="2676" c:formatCode="yyyy/m/d">
                  <c:v>42304</c:v>
                </c:pt>
                <c:pt idx="2677" c:formatCode="yyyy/m/d">
                  <c:v>42303</c:v>
                </c:pt>
                <c:pt idx="2678" c:formatCode="yyyy/m/d">
                  <c:v>42300</c:v>
                </c:pt>
                <c:pt idx="2679" c:formatCode="yyyy/m/d">
                  <c:v>42299</c:v>
                </c:pt>
                <c:pt idx="2680" c:formatCode="yyyy/m/d">
                  <c:v>42298</c:v>
                </c:pt>
                <c:pt idx="2681" c:formatCode="yyyy/m/d">
                  <c:v>42297</c:v>
                </c:pt>
                <c:pt idx="2682" c:formatCode="yyyy/m/d">
                  <c:v>42296</c:v>
                </c:pt>
                <c:pt idx="2683" c:formatCode="yyyy/m/d">
                  <c:v>42293</c:v>
                </c:pt>
                <c:pt idx="2684" c:formatCode="yyyy/m/d">
                  <c:v>42292</c:v>
                </c:pt>
                <c:pt idx="2685" c:formatCode="yyyy/m/d">
                  <c:v>42291</c:v>
                </c:pt>
                <c:pt idx="2686" c:formatCode="yyyy/m/d">
                  <c:v>42290</c:v>
                </c:pt>
                <c:pt idx="2687" c:formatCode="yyyy/m/d">
                  <c:v>42289</c:v>
                </c:pt>
                <c:pt idx="2688" c:formatCode="yyyy/m/d">
                  <c:v>42286</c:v>
                </c:pt>
                <c:pt idx="2689" c:formatCode="yyyy/m/d">
                  <c:v>42285</c:v>
                </c:pt>
                <c:pt idx="2690" c:formatCode="yyyy/m/d">
                  <c:v>42284</c:v>
                </c:pt>
                <c:pt idx="2691" c:formatCode="yyyy/m/d">
                  <c:v>42283</c:v>
                </c:pt>
                <c:pt idx="2692" c:formatCode="yyyy/m/d">
                  <c:v>42282</c:v>
                </c:pt>
                <c:pt idx="2693" c:formatCode="yyyy/m/d">
                  <c:v>42279</c:v>
                </c:pt>
                <c:pt idx="2694" c:formatCode="yyyy/m/d">
                  <c:v>42278</c:v>
                </c:pt>
                <c:pt idx="2695" c:formatCode="yyyy/m/d">
                  <c:v>42277</c:v>
                </c:pt>
                <c:pt idx="2696" c:formatCode="yyyy/m/d">
                  <c:v>42276</c:v>
                </c:pt>
                <c:pt idx="2697" c:formatCode="yyyy/m/d">
                  <c:v>42275</c:v>
                </c:pt>
                <c:pt idx="2698" c:formatCode="yyyy/m/d">
                  <c:v>42272</c:v>
                </c:pt>
                <c:pt idx="2699" c:formatCode="yyyy/m/d">
                  <c:v>42271</c:v>
                </c:pt>
                <c:pt idx="2700" c:formatCode="yyyy/m/d">
                  <c:v>42270</c:v>
                </c:pt>
                <c:pt idx="2701" c:formatCode="yyyy/m/d">
                  <c:v>42269</c:v>
                </c:pt>
                <c:pt idx="2702" c:formatCode="yyyy/m/d">
                  <c:v>42268</c:v>
                </c:pt>
                <c:pt idx="2703" c:formatCode="yyyy/m/d">
                  <c:v>42265</c:v>
                </c:pt>
                <c:pt idx="2704" c:formatCode="yyyy/m/d">
                  <c:v>42264</c:v>
                </c:pt>
                <c:pt idx="2705" c:formatCode="yyyy/m/d">
                  <c:v>42263</c:v>
                </c:pt>
                <c:pt idx="2706" c:formatCode="yyyy/m/d">
                  <c:v>42262</c:v>
                </c:pt>
                <c:pt idx="2707" c:formatCode="yyyy/m/d">
                  <c:v>42261</c:v>
                </c:pt>
                <c:pt idx="2708" c:formatCode="yyyy/m/d">
                  <c:v>42258</c:v>
                </c:pt>
                <c:pt idx="2709" c:formatCode="yyyy/m/d">
                  <c:v>42257</c:v>
                </c:pt>
                <c:pt idx="2710" c:formatCode="yyyy/m/d">
                  <c:v>42256</c:v>
                </c:pt>
                <c:pt idx="2711" c:formatCode="yyyy/m/d">
                  <c:v>42255</c:v>
                </c:pt>
                <c:pt idx="2712" c:formatCode="yyyy/m/d">
                  <c:v>42254</c:v>
                </c:pt>
                <c:pt idx="2713" c:formatCode="yyyy/m/d">
                  <c:v>42251</c:v>
                </c:pt>
                <c:pt idx="2714" c:formatCode="yyyy/m/d">
                  <c:v>42250</c:v>
                </c:pt>
                <c:pt idx="2715" c:formatCode="yyyy/m/d">
                  <c:v>42249</c:v>
                </c:pt>
                <c:pt idx="2716" c:formatCode="yyyy/m/d">
                  <c:v>42248</c:v>
                </c:pt>
                <c:pt idx="2717" c:formatCode="yyyy/m/d">
                  <c:v>42247</c:v>
                </c:pt>
                <c:pt idx="2718" c:formatCode="yyyy/m/d">
                  <c:v>42244</c:v>
                </c:pt>
                <c:pt idx="2719" c:formatCode="yyyy/m/d">
                  <c:v>42243</c:v>
                </c:pt>
                <c:pt idx="2720" c:formatCode="yyyy/m/d">
                  <c:v>42242</c:v>
                </c:pt>
                <c:pt idx="2721" c:formatCode="yyyy/m/d">
                  <c:v>42241</c:v>
                </c:pt>
                <c:pt idx="2722" c:formatCode="yyyy/m/d">
                  <c:v>42240</c:v>
                </c:pt>
                <c:pt idx="2723" c:formatCode="yyyy/m/d">
                  <c:v>42237</c:v>
                </c:pt>
                <c:pt idx="2724" c:formatCode="yyyy/m/d">
                  <c:v>42236</c:v>
                </c:pt>
                <c:pt idx="2725" c:formatCode="yyyy/m/d">
                  <c:v>42235</c:v>
                </c:pt>
                <c:pt idx="2726" c:formatCode="yyyy/m/d">
                  <c:v>42234</c:v>
                </c:pt>
                <c:pt idx="2727" c:formatCode="yyyy/m/d">
                  <c:v>42233</c:v>
                </c:pt>
                <c:pt idx="2728" c:formatCode="yyyy/m/d">
                  <c:v>42230</c:v>
                </c:pt>
                <c:pt idx="2729" c:formatCode="yyyy/m/d">
                  <c:v>42229</c:v>
                </c:pt>
                <c:pt idx="2730" c:formatCode="yyyy/m/d">
                  <c:v>42228</c:v>
                </c:pt>
                <c:pt idx="2731" c:formatCode="yyyy/m/d">
                  <c:v>42227</c:v>
                </c:pt>
                <c:pt idx="2732" c:formatCode="yyyy/m/d">
                  <c:v>42226</c:v>
                </c:pt>
                <c:pt idx="2733" c:formatCode="yyyy/m/d">
                  <c:v>42223</c:v>
                </c:pt>
                <c:pt idx="2734" c:formatCode="yyyy/m/d">
                  <c:v>42222</c:v>
                </c:pt>
                <c:pt idx="2735" c:formatCode="yyyy/m/d">
                  <c:v>42221</c:v>
                </c:pt>
                <c:pt idx="2736" c:formatCode="yyyy/m/d">
                  <c:v>42220</c:v>
                </c:pt>
                <c:pt idx="2737" c:formatCode="yyyy/m/d">
                  <c:v>42219</c:v>
                </c:pt>
                <c:pt idx="2738" c:formatCode="yyyy/m/d">
                  <c:v>42216</c:v>
                </c:pt>
                <c:pt idx="2739" c:formatCode="yyyy/m/d">
                  <c:v>42215</c:v>
                </c:pt>
                <c:pt idx="2740" c:formatCode="yyyy/m/d">
                  <c:v>42214</c:v>
                </c:pt>
                <c:pt idx="2741" c:formatCode="yyyy/m/d">
                  <c:v>42213</c:v>
                </c:pt>
                <c:pt idx="2742" c:formatCode="yyyy/m/d">
                  <c:v>42212</c:v>
                </c:pt>
                <c:pt idx="2743" c:formatCode="yyyy/m/d">
                  <c:v>42209</c:v>
                </c:pt>
                <c:pt idx="2744" c:formatCode="yyyy/m/d">
                  <c:v>42208</c:v>
                </c:pt>
                <c:pt idx="2745" c:formatCode="yyyy/m/d">
                  <c:v>42207</c:v>
                </c:pt>
                <c:pt idx="2746" c:formatCode="yyyy/m/d">
                  <c:v>42206</c:v>
                </c:pt>
                <c:pt idx="2747" c:formatCode="yyyy/m/d">
                  <c:v>42205</c:v>
                </c:pt>
                <c:pt idx="2748" c:formatCode="yyyy/m/d">
                  <c:v>42202</c:v>
                </c:pt>
                <c:pt idx="2749" c:formatCode="yyyy/m/d">
                  <c:v>42201</c:v>
                </c:pt>
                <c:pt idx="2750" c:formatCode="yyyy/m/d">
                  <c:v>42200</c:v>
                </c:pt>
                <c:pt idx="2751" c:formatCode="yyyy/m/d">
                  <c:v>42199</c:v>
                </c:pt>
                <c:pt idx="2752" c:formatCode="yyyy/m/d">
                  <c:v>42198</c:v>
                </c:pt>
                <c:pt idx="2753" c:formatCode="yyyy/m/d">
                  <c:v>42195</c:v>
                </c:pt>
                <c:pt idx="2754" c:formatCode="yyyy/m/d">
                  <c:v>42194</c:v>
                </c:pt>
                <c:pt idx="2755" c:formatCode="yyyy/m/d">
                  <c:v>42193</c:v>
                </c:pt>
                <c:pt idx="2756" c:formatCode="yyyy/m/d">
                  <c:v>42192</c:v>
                </c:pt>
                <c:pt idx="2757" c:formatCode="yyyy/m/d">
                  <c:v>42191</c:v>
                </c:pt>
                <c:pt idx="2758" c:formatCode="yyyy/m/d">
                  <c:v>42188</c:v>
                </c:pt>
                <c:pt idx="2759" c:formatCode="yyyy/m/d">
                  <c:v>42187</c:v>
                </c:pt>
                <c:pt idx="2760" c:formatCode="yyyy/m/d">
                  <c:v>42186</c:v>
                </c:pt>
                <c:pt idx="2761" c:formatCode="yyyy/m/d">
                  <c:v>42185</c:v>
                </c:pt>
                <c:pt idx="2762" c:formatCode="yyyy/m/d">
                  <c:v>42184</c:v>
                </c:pt>
                <c:pt idx="2763" c:formatCode="yyyy/m/d">
                  <c:v>42181</c:v>
                </c:pt>
                <c:pt idx="2764" c:formatCode="yyyy/m/d">
                  <c:v>42180</c:v>
                </c:pt>
                <c:pt idx="2765" c:formatCode="yyyy/m/d">
                  <c:v>42179</c:v>
                </c:pt>
                <c:pt idx="2766" c:formatCode="yyyy/m/d">
                  <c:v>42178</c:v>
                </c:pt>
                <c:pt idx="2767" c:formatCode="yyyy/m/d">
                  <c:v>42177</c:v>
                </c:pt>
                <c:pt idx="2768" c:formatCode="yyyy/m/d">
                  <c:v>42174</c:v>
                </c:pt>
                <c:pt idx="2769" c:formatCode="yyyy/m/d">
                  <c:v>42173</c:v>
                </c:pt>
                <c:pt idx="2770" c:formatCode="yyyy/m/d">
                  <c:v>42172</c:v>
                </c:pt>
                <c:pt idx="2771" c:formatCode="yyyy/m/d">
                  <c:v>42171</c:v>
                </c:pt>
                <c:pt idx="2772" c:formatCode="yyyy/m/d">
                  <c:v>42170</c:v>
                </c:pt>
                <c:pt idx="2773" c:formatCode="yyyy/m/d">
                  <c:v>42167</c:v>
                </c:pt>
                <c:pt idx="2774" c:formatCode="yyyy/m/d">
                  <c:v>42166</c:v>
                </c:pt>
                <c:pt idx="2775" c:formatCode="yyyy/m/d">
                  <c:v>42165</c:v>
                </c:pt>
                <c:pt idx="2776" c:formatCode="yyyy/m/d">
                  <c:v>42164</c:v>
                </c:pt>
                <c:pt idx="2777" c:formatCode="yyyy/m/d">
                  <c:v>42163</c:v>
                </c:pt>
                <c:pt idx="2778" c:formatCode="yyyy/m/d">
                  <c:v>42160</c:v>
                </c:pt>
                <c:pt idx="2779" c:formatCode="yyyy/m/d">
                  <c:v>42159</c:v>
                </c:pt>
                <c:pt idx="2780" c:formatCode="yyyy/m/d">
                  <c:v>42158</c:v>
                </c:pt>
                <c:pt idx="2781" c:formatCode="yyyy/m/d">
                  <c:v>42157</c:v>
                </c:pt>
                <c:pt idx="2782" c:formatCode="yyyy/m/d">
                  <c:v>42156</c:v>
                </c:pt>
                <c:pt idx="2783" c:formatCode="yyyy/m/d">
                  <c:v>42153</c:v>
                </c:pt>
                <c:pt idx="2784" c:formatCode="yyyy/m/d">
                  <c:v>42152</c:v>
                </c:pt>
                <c:pt idx="2785" c:formatCode="yyyy/m/d">
                  <c:v>42151</c:v>
                </c:pt>
                <c:pt idx="2786" c:formatCode="yyyy/m/d">
                  <c:v>42150</c:v>
                </c:pt>
                <c:pt idx="2787" c:formatCode="yyyy/m/d">
                  <c:v>42149</c:v>
                </c:pt>
                <c:pt idx="2788" c:formatCode="yyyy/m/d">
                  <c:v>42146</c:v>
                </c:pt>
                <c:pt idx="2789" c:formatCode="yyyy/m/d">
                  <c:v>42145</c:v>
                </c:pt>
                <c:pt idx="2790" c:formatCode="yyyy/m/d">
                  <c:v>42144</c:v>
                </c:pt>
                <c:pt idx="2791" c:formatCode="yyyy/m/d">
                  <c:v>42143</c:v>
                </c:pt>
                <c:pt idx="2792" c:formatCode="yyyy/m/d">
                  <c:v>42142</c:v>
                </c:pt>
                <c:pt idx="2793" c:formatCode="yyyy/m/d">
                  <c:v>42139</c:v>
                </c:pt>
                <c:pt idx="2794" c:formatCode="yyyy/m/d">
                  <c:v>42138</c:v>
                </c:pt>
                <c:pt idx="2795" c:formatCode="yyyy/m/d">
                  <c:v>42137</c:v>
                </c:pt>
                <c:pt idx="2796" c:formatCode="yyyy/m/d">
                  <c:v>42136</c:v>
                </c:pt>
                <c:pt idx="2797" c:formatCode="yyyy/m/d">
                  <c:v>42135</c:v>
                </c:pt>
                <c:pt idx="2798" c:formatCode="yyyy/m/d">
                  <c:v>42132</c:v>
                </c:pt>
                <c:pt idx="2799" c:formatCode="yyyy/m/d">
                  <c:v>42131</c:v>
                </c:pt>
                <c:pt idx="2800" c:formatCode="yyyy/m/d">
                  <c:v>42130</c:v>
                </c:pt>
                <c:pt idx="2801" c:formatCode="yyyy/m/d">
                  <c:v>42129</c:v>
                </c:pt>
                <c:pt idx="2802" c:formatCode="yyyy/m/d">
                  <c:v>42128</c:v>
                </c:pt>
                <c:pt idx="2803" c:formatCode="yyyy/m/d">
                  <c:v>42125</c:v>
                </c:pt>
                <c:pt idx="2804" c:formatCode="yyyy/m/d">
                  <c:v>42124</c:v>
                </c:pt>
                <c:pt idx="2805" c:formatCode="yyyy/m/d">
                  <c:v>42123</c:v>
                </c:pt>
                <c:pt idx="2806" c:formatCode="yyyy/m/d">
                  <c:v>42122</c:v>
                </c:pt>
                <c:pt idx="2807" c:formatCode="yyyy/m/d">
                  <c:v>42121</c:v>
                </c:pt>
                <c:pt idx="2808" c:formatCode="yyyy/m/d">
                  <c:v>42118</c:v>
                </c:pt>
                <c:pt idx="2809" c:formatCode="yyyy/m/d">
                  <c:v>42117</c:v>
                </c:pt>
                <c:pt idx="2810" c:formatCode="yyyy/m/d">
                  <c:v>42116</c:v>
                </c:pt>
                <c:pt idx="2811" c:formatCode="yyyy/m/d">
                  <c:v>42115</c:v>
                </c:pt>
                <c:pt idx="2812" c:formatCode="yyyy/m/d">
                  <c:v>42114</c:v>
                </c:pt>
                <c:pt idx="2813" c:formatCode="yyyy/m/d">
                  <c:v>42111</c:v>
                </c:pt>
                <c:pt idx="2814" c:formatCode="yyyy/m/d">
                  <c:v>42110</c:v>
                </c:pt>
                <c:pt idx="2815" c:formatCode="yyyy/m/d">
                  <c:v>42109</c:v>
                </c:pt>
                <c:pt idx="2816" c:formatCode="yyyy/m/d">
                  <c:v>42108</c:v>
                </c:pt>
                <c:pt idx="2817" c:formatCode="yyyy/m/d">
                  <c:v>42107</c:v>
                </c:pt>
                <c:pt idx="2818" c:formatCode="yyyy/m/d">
                  <c:v>42104</c:v>
                </c:pt>
                <c:pt idx="2819" c:formatCode="yyyy/m/d">
                  <c:v>42103</c:v>
                </c:pt>
                <c:pt idx="2820" c:formatCode="yyyy/m/d">
                  <c:v>42102</c:v>
                </c:pt>
                <c:pt idx="2821" c:formatCode="yyyy/m/d">
                  <c:v>42101</c:v>
                </c:pt>
                <c:pt idx="2822" c:formatCode="yyyy/m/d">
                  <c:v>42100</c:v>
                </c:pt>
                <c:pt idx="2823" c:formatCode="yyyy/m/d">
                  <c:v>42097</c:v>
                </c:pt>
                <c:pt idx="2824" c:formatCode="yyyy/m/d">
                  <c:v>42096</c:v>
                </c:pt>
                <c:pt idx="2825" c:formatCode="yyyy/m/d">
                  <c:v>42095</c:v>
                </c:pt>
                <c:pt idx="2826" c:formatCode="yyyy/m/d">
                  <c:v>42094</c:v>
                </c:pt>
                <c:pt idx="2827" c:formatCode="yyyy/m/d">
                  <c:v>42093</c:v>
                </c:pt>
                <c:pt idx="2828" c:formatCode="yyyy/m/d">
                  <c:v>42090</c:v>
                </c:pt>
                <c:pt idx="2829" c:formatCode="yyyy/m/d">
                  <c:v>42089</c:v>
                </c:pt>
                <c:pt idx="2830" c:formatCode="yyyy/m/d">
                  <c:v>42088</c:v>
                </c:pt>
                <c:pt idx="2831" c:formatCode="yyyy/m/d">
                  <c:v>42087</c:v>
                </c:pt>
                <c:pt idx="2832" c:formatCode="yyyy/m/d">
                  <c:v>42086</c:v>
                </c:pt>
                <c:pt idx="2833" c:formatCode="yyyy/m/d">
                  <c:v>42083</c:v>
                </c:pt>
                <c:pt idx="2834" c:formatCode="yyyy/m/d">
                  <c:v>42082</c:v>
                </c:pt>
                <c:pt idx="2835" c:formatCode="yyyy/m/d">
                  <c:v>42081</c:v>
                </c:pt>
                <c:pt idx="2836" c:formatCode="yyyy/m/d">
                  <c:v>42080</c:v>
                </c:pt>
                <c:pt idx="2837" c:formatCode="yyyy/m/d">
                  <c:v>42079</c:v>
                </c:pt>
                <c:pt idx="2838" c:formatCode="yyyy/m/d">
                  <c:v>42076</c:v>
                </c:pt>
                <c:pt idx="2839" c:formatCode="yyyy/m/d">
                  <c:v>42075</c:v>
                </c:pt>
                <c:pt idx="2840" c:formatCode="yyyy/m/d">
                  <c:v>42074</c:v>
                </c:pt>
                <c:pt idx="2841" c:formatCode="yyyy/m/d">
                  <c:v>42073</c:v>
                </c:pt>
                <c:pt idx="2842" c:formatCode="yyyy/m/d">
                  <c:v>42072</c:v>
                </c:pt>
                <c:pt idx="2843" c:formatCode="yyyy/m/d">
                  <c:v>42069</c:v>
                </c:pt>
                <c:pt idx="2844" c:formatCode="yyyy/m/d">
                  <c:v>42068</c:v>
                </c:pt>
                <c:pt idx="2845" c:formatCode="yyyy/m/d">
                  <c:v>42067</c:v>
                </c:pt>
                <c:pt idx="2846" c:formatCode="yyyy/m/d">
                  <c:v>42066</c:v>
                </c:pt>
                <c:pt idx="2847" c:formatCode="yyyy/m/d">
                  <c:v>42065</c:v>
                </c:pt>
                <c:pt idx="2848" c:formatCode="yyyy/m/d">
                  <c:v>42062</c:v>
                </c:pt>
                <c:pt idx="2849" c:formatCode="yyyy/m/d">
                  <c:v>42061</c:v>
                </c:pt>
                <c:pt idx="2850" c:formatCode="yyyy/m/d">
                  <c:v>42060</c:v>
                </c:pt>
                <c:pt idx="2851" c:formatCode="yyyy/m/d">
                  <c:v>42059</c:v>
                </c:pt>
                <c:pt idx="2852" c:formatCode="yyyy/m/d">
                  <c:v>42058</c:v>
                </c:pt>
                <c:pt idx="2853" c:formatCode="yyyy/m/d">
                  <c:v>42055</c:v>
                </c:pt>
                <c:pt idx="2854" c:formatCode="yyyy/m/d">
                  <c:v>42054</c:v>
                </c:pt>
                <c:pt idx="2855" c:formatCode="yyyy/m/d">
                  <c:v>42053</c:v>
                </c:pt>
                <c:pt idx="2856" c:formatCode="yyyy/m/d">
                  <c:v>42052</c:v>
                </c:pt>
                <c:pt idx="2857" c:formatCode="yyyy/m/d">
                  <c:v>42051</c:v>
                </c:pt>
                <c:pt idx="2858" c:formatCode="yyyy/m/d">
                  <c:v>42048</c:v>
                </c:pt>
                <c:pt idx="2859" c:formatCode="yyyy/m/d">
                  <c:v>42047</c:v>
                </c:pt>
                <c:pt idx="2860" c:formatCode="yyyy/m/d">
                  <c:v>42046</c:v>
                </c:pt>
                <c:pt idx="2861" c:formatCode="yyyy/m/d">
                  <c:v>42045</c:v>
                </c:pt>
                <c:pt idx="2862" c:formatCode="yyyy/m/d">
                  <c:v>42044</c:v>
                </c:pt>
                <c:pt idx="2863" c:formatCode="yyyy/m/d">
                  <c:v>42041</c:v>
                </c:pt>
                <c:pt idx="2864" c:formatCode="yyyy/m/d">
                  <c:v>42040</c:v>
                </c:pt>
                <c:pt idx="2865" c:formatCode="yyyy/m/d">
                  <c:v>42039</c:v>
                </c:pt>
                <c:pt idx="2866" c:formatCode="yyyy/m/d">
                  <c:v>42038</c:v>
                </c:pt>
                <c:pt idx="2867" c:formatCode="yyyy/m/d">
                  <c:v>42037</c:v>
                </c:pt>
                <c:pt idx="2868" c:formatCode="yyyy/m/d">
                  <c:v>42034</c:v>
                </c:pt>
                <c:pt idx="2869" c:formatCode="yyyy/m/d">
                  <c:v>42033</c:v>
                </c:pt>
                <c:pt idx="2870" c:formatCode="yyyy/m/d">
                  <c:v>42032</c:v>
                </c:pt>
                <c:pt idx="2871" c:formatCode="yyyy/m/d">
                  <c:v>42031</c:v>
                </c:pt>
                <c:pt idx="2872" c:formatCode="yyyy/m/d">
                  <c:v>42030</c:v>
                </c:pt>
                <c:pt idx="2873" c:formatCode="yyyy/m/d">
                  <c:v>42027</c:v>
                </c:pt>
                <c:pt idx="2874" c:formatCode="yyyy/m/d">
                  <c:v>42026</c:v>
                </c:pt>
                <c:pt idx="2875" c:formatCode="yyyy/m/d">
                  <c:v>42025</c:v>
                </c:pt>
                <c:pt idx="2876" c:formatCode="yyyy/m/d">
                  <c:v>42024</c:v>
                </c:pt>
                <c:pt idx="2877" c:formatCode="yyyy/m/d">
                  <c:v>42023</c:v>
                </c:pt>
                <c:pt idx="2878" c:formatCode="yyyy/m/d">
                  <c:v>42020</c:v>
                </c:pt>
                <c:pt idx="2879" c:formatCode="yyyy/m/d">
                  <c:v>42019</c:v>
                </c:pt>
                <c:pt idx="2880" c:formatCode="yyyy/m/d">
                  <c:v>42018</c:v>
                </c:pt>
                <c:pt idx="2881" c:formatCode="yyyy/m/d">
                  <c:v>42017</c:v>
                </c:pt>
                <c:pt idx="2882" c:formatCode="yyyy/m/d">
                  <c:v>42016</c:v>
                </c:pt>
                <c:pt idx="2883" c:formatCode="yyyy/m/d">
                  <c:v>42013</c:v>
                </c:pt>
                <c:pt idx="2884" c:formatCode="yyyy/m/d">
                  <c:v>42012</c:v>
                </c:pt>
                <c:pt idx="2885" c:formatCode="yyyy/m/d">
                  <c:v>42011</c:v>
                </c:pt>
                <c:pt idx="2886" c:formatCode="yyyy/m/d">
                  <c:v>42010</c:v>
                </c:pt>
                <c:pt idx="2887" c:formatCode="yyyy/m/d">
                  <c:v>42009</c:v>
                </c:pt>
                <c:pt idx="2888" c:formatCode="yyyy/m/d">
                  <c:v>42006</c:v>
                </c:pt>
                <c:pt idx="2889" c:formatCode="yyyy/m/d">
                  <c:v>42005</c:v>
                </c:pt>
                <c:pt idx="2890" c:formatCode="yyyy/m/d">
                  <c:v>42004</c:v>
                </c:pt>
                <c:pt idx="2891" c:formatCode="yyyy/m/d">
                  <c:v>42003</c:v>
                </c:pt>
                <c:pt idx="2892" c:formatCode="yyyy/m/d">
                  <c:v>42002</c:v>
                </c:pt>
                <c:pt idx="2893" c:formatCode="yyyy/m/d">
                  <c:v>41999</c:v>
                </c:pt>
                <c:pt idx="2894" c:formatCode="yyyy/m/d">
                  <c:v>41998</c:v>
                </c:pt>
                <c:pt idx="2895" c:formatCode="yyyy/m/d">
                  <c:v>41997</c:v>
                </c:pt>
                <c:pt idx="2896" c:formatCode="yyyy/m/d">
                  <c:v>41996</c:v>
                </c:pt>
                <c:pt idx="2897" c:formatCode="yyyy/m/d">
                  <c:v>41995</c:v>
                </c:pt>
                <c:pt idx="2898" c:formatCode="yyyy/m/d">
                  <c:v>41992</c:v>
                </c:pt>
                <c:pt idx="2899" c:formatCode="yyyy/m/d">
                  <c:v>41991</c:v>
                </c:pt>
                <c:pt idx="2900" c:formatCode="yyyy/m/d">
                  <c:v>41990</c:v>
                </c:pt>
                <c:pt idx="2901" c:formatCode="yyyy/m/d">
                  <c:v>41989</c:v>
                </c:pt>
                <c:pt idx="2902" c:formatCode="yyyy/m/d">
                  <c:v>41988</c:v>
                </c:pt>
                <c:pt idx="2903" c:formatCode="yyyy/m/d">
                  <c:v>41985</c:v>
                </c:pt>
                <c:pt idx="2904" c:formatCode="yyyy/m/d">
                  <c:v>41984</c:v>
                </c:pt>
                <c:pt idx="2905" c:formatCode="yyyy/m/d">
                  <c:v>41983</c:v>
                </c:pt>
                <c:pt idx="2906" c:formatCode="yyyy/m/d">
                  <c:v>41982</c:v>
                </c:pt>
                <c:pt idx="2907" c:formatCode="yyyy/m/d">
                  <c:v>41981</c:v>
                </c:pt>
                <c:pt idx="2908" c:formatCode="yyyy/m/d">
                  <c:v>41978</c:v>
                </c:pt>
                <c:pt idx="2909" c:formatCode="yyyy/m/d">
                  <c:v>41977</c:v>
                </c:pt>
                <c:pt idx="2910" c:formatCode="yyyy/m/d">
                  <c:v>41976</c:v>
                </c:pt>
                <c:pt idx="2911" c:formatCode="yyyy/m/d">
                  <c:v>41975</c:v>
                </c:pt>
                <c:pt idx="2912" c:formatCode="yyyy/m/d">
                  <c:v>41974</c:v>
                </c:pt>
                <c:pt idx="2913" c:formatCode="yyyy/m/d">
                  <c:v>41971</c:v>
                </c:pt>
                <c:pt idx="2914" c:formatCode="yyyy/m/d">
                  <c:v>41970</c:v>
                </c:pt>
                <c:pt idx="2915" c:formatCode="yyyy/m/d">
                  <c:v>41969</c:v>
                </c:pt>
                <c:pt idx="2916" c:formatCode="yyyy/m/d">
                  <c:v>41968</c:v>
                </c:pt>
                <c:pt idx="2917" c:formatCode="yyyy/m/d">
                  <c:v>41967</c:v>
                </c:pt>
                <c:pt idx="2918" c:formatCode="yyyy/m/d">
                  <c:v>41964</c:v>
                </c:pt>
                <c:pt idx="2919" c:formatCode="yyyy/m/d">
                  <c:v>41963</c:v>
                </c:pt>
                <c:pt idx="2920" c:formatCode="yyyy/m/d">
                  <c:v>41962</c:v>
                </c:pt>
                <c:pt idx="2921" c:formatCode="yyyy/m/d">
                  <c:v>41961</c:v>
                </c:pt>
                <c:pt idx="2922" c:formatCode="yyyy/m/d">
                  <c:v>41960</c:v>
                </c:pt>
                <c:pt idx="2923" c:formatCode="yyyy/m/d">
                  <c:v>41957</c:v>
                </c:pt>
                <c:pt idx="2924" c:formatCode="yyyy/m/d">
                  <c:v>41956</c:v>
                </c:pt>
                <c:pt idx="2925" c:formatCode="yyyy/m/d">
                  <c:v>41955</c:v>
                </c:pt>
                <c:pt idx="2926" c:formatCode="yyyy/m/d">
                  <c:v>41954</c:v>
                </c:pt>
                <c:pt idx="2927" c:formatCode="yyyy/m/d">
                  <c:v>41953</c:v>
                </c:pt>
                <c:pt idx="2928" c:formatCode="yyyy/m/d">
                  <c:v>41950</c:v>
                </c:pt>
                <c:pt idx="2929" c:formatCode="yyyy/m/d">
                  <c:v>41949</c:v>
                </c:pt>
                <c:pt idx="2930" c:formatCode="yyyy/m/d">
                  <c:v>41948</c:v>
                </c:pt>
                <c:pt idx="2931" c:formatCode="yyyy/m/d">
                  <c:v>41947</c:v>
                </c:pt>
                <c:pt idx="2932" c:formatCode="yyyy/m/d">
                  <c:v>41946</c:v>
                </c:pt>
                <c:pt idx="2933" c:formatCode="yyyy/m/d">
                  <c:v>41943</c:v>
                </c:pt>
                <c:pt idx="2934" c:formatCode="yyyy/m/d">
                  <c:v>41942</c:v>
                </c:pt>
                <c:pt idx="2935" c:formatCode="yyyy/m/d">
                  <c:v>41941</c:v>
                </c:pt>
                <c:pt idx="2936" c:formatCode="yyyy/m/d">
                  <c:v>41940</c:v>
                </c:pt>
                <c:pt idx="2937" c:formatCode="yyyy/m/d">
                  <c:v>41939</c:v>
                </c:pt>
                <c:pt idx="2938" c:formatCode="yyyy/m/d">
                  <c:v>41936</c:v>
                </c:pt>
                <c:pt idx="2939" c:formatCode="yyyy/m/d">
                  <c:v>41935</c:v>
                </c:pt>
                <c:pt idx="2940" c:formatCode="yyyy/m/d">
                  <c:v>41934</c:v>
                </c:pt>
                <c:pt idx="2941" c:formatCode="yyyy/m/d">
                  <c:v>41933</c:v>
                </c:pt>
                <c:pt idx="2942" c:formatCode="yyyy/m/d">
                  <c:v>41932</c:v>
                </c:pt>
                <c:pt idx="2943" c:formatCode="yyyy/m/d">
                  <c:v>41929</c:v>
                </c:pt>
                <c:pt idx="2944" c:formatCode="yyyy/m/d">
                  <c:v>41928</c:v>
                </c:pt>
                <c:pt idx="2945" c:formatCode="yyyy/m/d">
                  <c:v>41927</c:v>
                </c:pt>
                <c:pt idx="2946" c:formatCode="yyyy/m/d">
                  <c:v>41926</c:v>
                </c:pt>
                <c:pt idx="2947" c:formatCode="yyyy/m/d">
                  <c:v>41925</c:v>
                </c:pt>
                <c:pt idx="2948" c:formatCode="yyyy/m/d">
                  <c:v>41922</c:v>
                </c:pt>
                <c:pt idx="2949" c:formatCode="yyyy/m/d">
                  <c:v>41921</c:v>
                </c:pt>
                <c:pt idx="2950" c:formatCode="yyyy/m/d">
                  <c:v>41920</c:v>
                </c:pt>
                <c:pt idx="2951" c:formatCode="yyyy/m/d">
                  <c:v>41919</c:v>
                </c:pt>
                <c:pt idx="2952" c:formatCode="yyyy/m/d">
                  <c:v>41918</c:v>
                </c:pt>
                <c:pt idx="2953" c:formatCode="yyyy/m/d">
                  <c:v>41915</c:v>
                </c:pt>
                <c:pt idx="2954" c:formatCode="yyyy/m/d">
                  <c:v>41914</c:v>
                </c:pt>
                <c:pt idx="2955" c:formatCode="yyyy/m/d">
                  <c:v>41913</c:v>
                </c:pt>
                <c:pt idx="2956" c:formatCode="yyyy/m/d">
                  <c:v>41912</c:v>
                </c:pt>
                <c:pt idx="2957" c:formatCode="yyyy/m/d">
                  <c:v>41911</c:v>
                </c:pt>
                <c:pt idx="2958" c:formatCode="yyyy/m/d">
                  <c:v>41908</c:v>
                </c:pt>
                <c:pt idx="2959" c:formatCode="yyyy/m/d">
                  <c:v>41907</c:v>
                </c:pt>
                <c:pt idx="2960" c:formatCode="yyyy/m/d">
                  <c:v>41906</c:v>
                </c:pt>
                <c:pt idx="2961" c:formatCode="yyyy/m/d">
                  <c:v>41905</c:v>
                </c:pt>
                <c:pt idx="2962" c:formatCode="yyyy/m/d">
                  <c:v>41904</c:v>
                </c:pt>
                <c:pt idx="2963" c:formatCode="yyyy/m/d">
                  <c:v>41901</c:v>
                </c:pt>
                <c:pt idx="2964" c:formatCode="yyyy/m/d">
                  <c:v>41900</c:v>
                </c:pt>
                <c:pt idx="2965" c:formatCode="yyyy/m/d">
                  <c:v>41899</c:v>
                </c:pt>
                <c:pt idx="2966" c:formatCode="yyyy/m/d">
                  <c:v>41898</c:v>
                </c:pt>
                <c:pt idx="2967" c:formatCode="yyyy/m/d">
                  <c:v>41897</c:v>
                </c:pt>
                <c:pt idx="2968" c:formatCode="yyyy/m/d">
                  <c:v>41894</c:v>
                </c:pt>
                <c:pt idx="2969" c:formatCode="yyyy/m/d">
                  <c:v>41893</c:v>
                </c:pt>
                <c:pt idx="2970" c:formatCode="yyyy/m/d">
                  <c:v>41892</c:v>
                </c:pt>
                <c:pt idx="2971" c:formatCode="yyyy/m/d">
                  <c:v>41891</c:v>
                </c:pt>
                <c:pt idx="2972" c:formatCode="yyyy/m/d">
                  <c:v>41890</c:v>
                </c:pt>
                <c:pt idx="2973" c:formatCode="yyyy/m/d">
                  <c:v>41887</c:v>
                </c:pt>
                <c:pt idx="2974" c:formatCode="yyyy/m/d">
                  <c:v>41886</c:v>
                </c:pt>
                <c:pt idx="2975" c:formatCode="yyyy/m/d">
                  <c:v>41885</c:v>
                </c:pt>
                <c:pt idx="2976" c:formatCode="yyyy/m/d">
                  <c:v>41884</c:v>
                </c:pt>
                <c:pt idx="2977" c:formatCode="yyyy/m/d">
                  <c:v>41883</c:v>
                </c:pt>
                <c:pt idx="2978" c:formatCode="yyyy/m/d">
                  <c:v>41880</c:v>
                </c:pt>
                <c:pt idx="2979" c:formatCode="yyyy/m/d">
                  <c:v>41879</c:v>
                </c:pt>
                <c:pt idx="2980" c:formatCode="yyyy/m/d">
                  <c:v>41878</c:v>
                </c:pt>
                <c:pt idx="2981" c:formatCode="yyyy/m/d">
                  <c:v>41877</c:v>
                </c:pt>
                <c:pt idx="2982" c:formatCode="yyyy/m/d">
                  <c:v>41876</c:v>
                </c:pt>
                <c:pt idx="2983" c:formatCode="yyyy/m/d">
                  <c:v>41873</c:v>
                </c:pt>
                <c:pt idx="2984" c:formatCode="yyyy/m/d">
                  <c:v>41872</c:v>
                </c:pt>
                <c:pt idx="2985" c:formatCode="yyyy/m/d">
                  <c:v>41871</c:v>
                </c:pt>
                <c:pt idx="2986" c:formatCode="yyyy/m/d">
                  <c:v>41870</c:v>
                </c:pt>
                <c:pt idx="2987" c:formatCode="yyyy/m/d">
                  <c:v>41869</c:v>
                </c:pt>
                <c:pt idx="2988" c:formatCode="yyyy/m/d">
                  <c:v>41866</c:v>
                </c:pt>
                <c:pt idx="2989" c:formatCode="yyyy/m/d">
                  <c:v>41865</c:v>
                </c:pt>
                <c:pt idx="2990" c:formatCode="yyyy/m/d">
                  <c:v>41864</c:v>
                </c:pt>
                <c:pt idx="2991" c:formatCode="yyyy/m/d">
                  <c:v>41863</c:v>
                </c:pt>
                <c:pt idx="2992" c:formatCode="yyyy/m/d">
                  <c:v>41862</c:v>
                </c:pt>
                <c:pt idx="2993" c:formatCode="yyyy/m/d">
                  <c:v>41859</c:v>
                </c:pt>
                <c:pt idx="2994" c:formatCode="yyyy/m/d">
                  <c:v>41858</c:v>
                </c:pt>
                <c:pt idx="2995" c:formatCode="yyyy/m/d">
                  <c:v>41857</c:v>
                </c:pt>
                <c:pt idx="2996" c:formatCode="yyyy/m/d">
                  <c:v>41856</c:v>
                </c:pt>
                <c:pt idx="2997" c:formatCode="yyyy/m/d">
                  <c:v>41855</c:v>
                </c:pt>
                <c:pt idx="2998" c:formatCode="yyyy/m/d">
                  <c:v>41852</c:v>
                </c:pt>
                <c:pt idx="2999" c:formatCode="yyyy/m/d">
                  <c:v>41851</c:v>
                </c:pt>
                <c:pt idx="3000" c:formatCode="yyyy/m/d">
                  <c:v>41850</c:v>
                </c:pt>
                <c:pt idx="3001" c:formatCode="yyyy/m/d">
                  <c:v>41849</c:v>
                </c:pt>
                <c:pt idx="3002" c:formatCode="yyyy/m/d">
                  <c:v>41848</c:v>
                </c:pt>
                <c:pt idx="3003" c:formatCode="yyyy/m/d">
                  <c:v>41845</c:v>
                </c:pt>
                <c:pt idx="3004" c:formatCode="yyyy/m/d">
                  <c:v>41844</c:v>
                </c:pt>
                <c:pt idx="3005" c:formatCode="yyyy/m/d">
                  <c:v>41843</c:v>
                </c:pt>
                <c:pt idx="3006" c:formatCode="yyyy/m/d">
                  <c:v>41842</c:v>
                </c:pt>
                <c:pt idx="3007" c:formatCode="yyyy/m/d">
                  <c:v>41841</c:v>
                </c:pt>
                <c:pt idx="3008" c:formatCode="yyyy/m/d">
                  <c:v>41838</c:v>
                </c:pt>
                <c:pt idx="3009" c:formatCode="yyyy/m/d">
                  <c:v>41837</c:v>
                </c:pt>
                <c:pt idx="3010" c:formatCode="yyyy/m/d">
                  <c:v>41836</c:v>
                </c:pt>
                <c:pt idx="3011" c:formatCode="yyyy/m/d">
                  <c:v>41835</c:v>
                </c:pt>
                <c:pt idx="3012" c:formatCode="yyyy/m/d">
                  <c:v>41834</c:v>
                </c:pt>
                <c:pt idx="3013" c:formatCode="yyyy/m/d">
                  <c:v>41831</c:v>
                </c:pt>
                <c:pt idx="3014" c:formatCode="yyyy/m/d">
                  <c:v>41830</c:v>
                </c:pt>
                <c:pt idx="3015" c:formatCode="yyyy/m/d">
                  <c:v>41829</c:v>
                </c:pt>
                <c:pt idx="3016" c:formatCode="yyyy/m/d">
                  <c:v>41828</c:v>
                </c:pt>
                <c:pt idx="3017" c:formatCode="yyyy/m/d">
                  <c:v>41827</c:v>
                </c:pt>
                <c:pt idx="3018" c:formatCode="yyyy/m/d">
                  <c:v>41824</c:v>
                </c:pt>
                <c:pt idx="3019" c:formatCode="yyyy/m/d">
                  <c:v>41823</c:v>
                </c:pt>
                <c:pt idx="3020" c:formatCode="yyyy/m/d">
                  <c:v>41822</c:v>
                </c:pt>
                <c:pt idx="3021" c:formatCode="yyyy/m/d">
                  <c:v>41821</c:v>
                </c:pt>
                <c:pt idx="3022" c:formatCode="yyyy/m/d">
                  <c:v>41820</c:v>
                </c:pt>
                <c:pt idx="3023" c:formatCode="yyyy/m/d">
                  <c:v>41817</c:v>
                </c:pt>
                <c:pt idx="3024" c:formatCode="yyyy/m/d">
                  <c:v>41816</c:v>
                </c:pt>
                <c:pt idx="3025" c:formatCode="yyyy/m/d">
                  <c:v>41815</c:v>
                </c:pt>
                <c:pt idx="3026" c:formatCode="yyyy/m/d">
                  <c:v>41814</c:v>
                </c:pt>
                <c:pt idx="3027" c:formatCode="yyyy/m/d">
                  <c:v>41813</c:v>
                </c:pt>
                <c:pt idx="3028" c:formatCode="yyyy/m/d">
                  <c:v>41810</c:v>
                </c:pt>
                <c:pt idx="3029" c:formatCode="yyyy/m/d">
                  <c:v>41809</c:v>
                </c:pt>
                <c:pt idx="3030" c:formatCode="yyyy/m/d">
                  <c:v>41808</c:v>
                </c:pt>
                <c:pt idx="3031" c:formatCode="yyyy/m/d">
                  <c:v>41807</c:v>
                </c:pt>
                <c:pt idx="3032" c:formatCode="yyyy/m/d">
                  <c:v>41806</c:v>
                </c:pt>
                <c:pt idx="3033" c:formatCode="yyyy/m/d">
                  <c:v>41803</c:v>
                </c:pt>
                <c:pt idx="3034" c:formatCode="yyyy/m/d">
                  <c:v>41802</c:v>
                </c:pt>
                <c:pt idx="3035" c:formatCode="yyyy/m/d">
                  <c:v>41801</c:v>
                </c:pt>
                <c:pt idx="3036" c:formatCode="yyyy/m/d">
                  <c:v>41800</c:v>
                </c:pt>
                <c:pt idx="3037" c:formatCode="yyyy/m/d">
                  <c:v>41799</c:v>
                </c:pt>
                <c:pt idx="3038" c:formatCode="yyyy/m/d">
                  <c:v>41796</c:v>
                </c:pt>
                <c:pt idx="3039" c:formatCode="yyyy/m/d">
                  <c:v>41795</c:v>
                </c:pt>
                <c:pt idx="3040" c:formatCode="yyyy/m/d">
                  <c:v>41794</c:v>
                </c:pt>
                <c:pt idx="3041" c:formatCode="yyyy/m/d">
                  <c:v>41793</c:v>
                </c:pt>
                <c:pt idx="3042" c:formatCode="yyyy/m/d">
                  <c:v>41792</c:v>
                </c:pt>
                <c:pt idx="3043" c:formatCode="yyyy/m/d">
                  <c:v>41789</c:v>
                </c:pt>
                <c:pt idx="3044" c:formatCode="yyyy/m/d">
                  <c:v>41788</c:v>
                </c:pt>
                <c:pt idx="3045" c:formatCode="yyyy/m/d">
                  <c:v>41787</c:v>
                </c:pt>
                <c:pt idx="3046" c:formatCode="yyyy/m/d">
                  <c:v>41786</c:v>
                </c:pt>
                <c:pt idx="3047" c:formatCode="yyyy/m/d">
                  <c:v>41785</c:v>
                </c:pt>
                <c:pt idx="3048" c:formatCode="yyyy/m/d">
                  <c:v>41782</c:v>
                </c:pt>
                <c:pt idx="3049" c:formatCode="yyyy/m/d">
                  <c:v>41781</c:v>
                </c:pt>
                <c:pt idx="3050" c:formatCode="yyyy/m/d">
                  <c:v>41780</c:v>
                </c:pt>
                <c:pt idx="3051" c:formatCode="yyyy/m/d">
                  <c:v>41779</c:v>
                </c:pt>
                <c:pt idx="3052" c:formatCode="yyyy/m/d">
                  <c:v>41778</c:v>
                </c:pt>
                <c:pt idx="3053" c:formatCode="yyyy/m/d">
                  <c:v>41775</c:v>
                </c:pt>
                <c:pt idx="3054" c:formatCode="yyyy/m/d">
                  <c:v>41774</c:v>
                </c:pt>
                <c:pt idx="3055" c:formatCode="yyyy/m/d">
                  <c:v>41773</c:v>
                </c:pt>
                <c:pt idx="3056" c:formatCode="yyyy/m/d">
                  <c:v>41772</c:v>
                </c:pt>
                <c:pt idx="3057" c:formatCode="yyyy/m/d">
                  <c:v>41771</c:v>
                </c:pt>
                <c:pt idx="3058" c:formatCode="yyyy/m/d">
                  <c:v>41768</c:v>
                </c:pt>
                <c:pt idx="3059" c:formatCode="yyyy/m/d">
                  <c:v>41767</c:v>
                </c:pt>
                <c:pt idx="3060" c:formatCode="yyyy/m/d">
                  <c:v>41766</c:v>
                </c:pt>
                <c:pt idx="3061" c:formatCode="yyyy/m/d">
                  <c:v>41765</c:v>
                </c:pt>
                <c:pt idx="3062" c:formatCode="yyyy/m/d">
                  <c:v>41764</c:v>
                </c:pt>
                <c:pt idx="3063" c:formatCode="yyyy/m/d">
                  <c:v>41761</c:v>
                </c:pt>
                <c:pt idx="3064" c:formatCode="yyyy/m/d">
                  <c:v>41760</c:v>
                </c:pt>
                <c:pt idx="3065" c:formatCode="yyyy/m/d">
                  <c:v>41759</c:v>
                </c:pt>
                <c:pt idx="3066" c:formatCode="yyyy/m/d">
                  <c:v>41758</c:v>
                </c:pt>
                <c:pt idx="3067" c:formatCode="yyyy/m/d">
                  <c:v>41757</c:v>
                </c:pt>
                <c:pt idx="3068" c:formatCode="yyyy/m/d">
                  <c:v>41754</c:v>
                </c:pt>
                <c:pt idx="3069" c:formatCode="yyyy/m/d">
                  <c:v>41753</c:v>
                </c:pt>
                <c:pt idx="3070" c:formatCode="yyyy/m/d">
                  <c:v>41752</c:v>
                </c:pt>
                <c:pt idx="3071" c:formatCode="yyyy/m/d">
                  <c:v>41751</c:v>
                </c:pt>
                <c:pt idx="3072" c:formatCode="yyyy/m/d">
                  <c:v>41750</c:v>
                </c:pt>
                <c:pt idx="3073" c:formatCode="yyyy/m/d">
                  <c:v>41747</c:v>
                </c:pt>
                <c:pt idx="3074" c:formatCode="yyyy/m/d">
                  <c:v>41746</c:v>
                </c:pt>
                <c:pt idx="3075" c:formatCode="yyyy/m/d">
                  <c:v>41745</c:v>
                </c:pt>
                <c:pt idx="3076" c:formatCode="yyyy/m/d">
                  <c:v>41744</c:v>
                </c:pt>
                <c:pt idx="3077" c:formatCode="yyyy/m/d">
                  <c:v>41743</c:v>
                </c:pt>
                <c:pt idx="3078" c:formatCode="yyyy/m/d">
                  <c:v>41740</c:v>
                </c:pt>
                <c:pt idx="3079" c:formatCode="yyyy/m/d">
                  <c:v>41739</c:v>
                </c:pt>
                <c:pt idx="3080" c:formatCode="yyyy/m/d">
                  <c:v>41738</c:v>
                </c:pt>
                <c:pt idx="3081" c:formatCode="yyyy/m/d">
                  <c:v>41737</c:v>
                </c:pt>
                <c:pt idx="3082" c:formatCode="yyyy/m/d">
                  <c:v>41736</c:v>
                </c:pt>
                <c:pt idx="3083" c:formatCode="yyyy/m/d">
                  <c:v>41733</c:v>
                </c:pt>
                <c:pt idx="3084" c:formatCode="yyyy/m/d">
                  <c:v>41732</c:v>
                </c:pt>
                <c:pt idx="3085" c:formatCode="yyyy/m/d">
                  <c:v>41731</c:v>
                </c:pt>
                <c:pt idx="3086" c:formatCode="yyyy/m/d">
                  <c:v>41730</c:v>
                </c:pt>
                <c:pt idx="3087" c:formatCode="yyyy/m/d">
                  <c:v>41729</c:v>
                </c:pt>
                <c:pt idx="3088" c:formatCode="yyyy/m/d">
                  <c:v>41726</c:v>
                </c:pt>
                <c:pt idx="3089" c:formatCode="yyyy/m/d">
                  <c:v>41725</c:v>
                </c:pt>
                <c:pt idx="3090" c:formatCode="yyyy/m/d">
                  <c:v>41724</c:v>
                </c:pt>
                <c:pt idx="3091" c:formatCode="yyyy/m/d">
                  <c:v>41723</c:v>
                </c:pt>
                <c:pt idx="3092" c:formatCode="yyyy/m/d">
                  <c:v>41722</c:v>
                </c:pt>
                <c:pt idx="3093" c:formatCode="yyyy/m/d">
                  <c:v>41719</c:v>
                </c:pt>
                <c:pt idx="3094" c:formatCode="yyyy/m/d">
                  <c:v>41718</c:v>
                </c:pt>
                <c:pt idx="3095" c:formatCode="yyyy/m/d">
                  <c:v>41717</c:v>
                </c:pt>
                <c:pt idx="3096" c:formatCode="yyyy/m/d">
                  <c:v>41716</c:v>
                </c:pt>
                <c:pt idx="3097" c:formatCode="yyyy/m/d">
                  <c:v>41715</c:v>
                </c:pt>
                <c:pt idx="3098" c:formatCode="yyyy/m/d">
                  <c:v>41712</c:v>
                </c:pt>
                <c:pt idx="3099" c:formatCode="yyyy/m/d">
                  <c:v>41711</c:v>
                </c:pt>
                <c:pt idx="3100" c:formatCode="yyyy/m/d">
                  <c:v>41710</c:v>
                </c:pt>
                <c:pt idx="3101" c:formatCode="yyyy/m/d">
                  <c:v>41709</c:v>
                </c:pt>
                <c:pt idx="3102" c:formatCode="yyyy/m/d">
                  <c:v>41708</c:v>
                </c:pt>
                <c:pt idx="3103" c:formatCode="yyyy/m/d">
                  <c:v>41705</c:v>
                </c:pt>
                <c:pt idx="3104" c:formatCode="yyyy/m/d">
                  <c:v>41704</c:v>
                </c:pt>
                <c:pt idx="3105" c:formatCode="yyyy/m/d">
                  <c:v>41703</c:v>
                </c:pt>
                <c:pt idx="3106" c:formatCode="yyyy/m/d">
                  <c:v>41702</c:v>
                </c:pt>
                <c:pt idx="3107" c:formatCode="yyyy/m/d">
                  <c:v>41701</c:v>
                </c:pt>
                <c:pt idx="3108" c:formatCode="yyyy/m/d">
                  <c:v>41698</c:v>
                </c:pt>
                <c:pt idx="3109" c:formatCode="yyyy/m/d">
                  <c:v>41697</c:v>
                </c:pt>
                <c:pt idx="3110" c:formatCode="yyyy/m/d">
                  <c:v>41696</c:v>
                </c:pt>
                <c:pt idx="3111" c:formatCode="yyyy/m/d">
                  <c:v>41695</c:v>
                </c:pt>
                <c:pt idx="3112" c:formatCode="yyyy/m/d">
                  <c:v>41694</c:v>
                </c:pt>
                <c:pt idx="3113" c:formatCode="yyyy/m/d">
                  <c:v>41691</c:v>
                </c:pt>
                <c:pt idx="3114" c:formatCode="yyyy/m/d">
                  <c:v>41690</c:v>
                </c:pt>
                <c:pt idx="3115" c:formatCode="yyyy/m/d">
                  <c:v>41689</c:v>
                </c:pt>
                <c:pt idx="3116" c:formatCode="yyyy/m/d">
                  <c:v>41688</c:v>
                </c:pt>
                <c:pt idx="3117" c:formatCode="yyyy/m/d">
                  <c:v>41687</c:v>
                </c:pt>
                <c:pt idx="3118" c:formatCode="yyyy/m/d">
                  <c:v>41684</c:v>
                </c:pt>
                <c:pt idx="3119" c:formatCode="yyyy/m/d">
                  <c:v>41683</c:v>
                </c:pt>
                <c:pt idx="3120" c:formatCode="yyyy/m/d">
                  <c:v>41682</c:v>
                </c:pt>
                <c:pt idx="3121" c:formatCode="yyyy/m/d">
                  <c:v>41681</c:v>
                </c:pt>
                <c:pt idx="3122" c:formatCode="yyyy/m/d">
                  <c:v>41680</c:v>
                </c:pt>
                <c:pt idx="3123" c:formatCode="yyyy/m/d">
                  <c:v>41677</c:v>
                </c:pt>
                <c:pt idx="3124" c:formatCode="yyyy/m/d">
                  <c:v>41676</c:v>
                </c:pt>
                <c:pt idx="3125" c:formatCode="yyyy/m/d">
                  <c:v>41675</c:v>
                </c:pt>
                <c:pt idx="3126" c:formatCode="yyyy/m/d">
                  <c:v>41674</c:v>
                </c:pt>
                <c:pt idx="3127" c:formatCode="yyyy/m/d">
                  <c:v>41673</c:v>
                </c:pt>
                <c:pt idx="3128" c:formatCode="yyyy/m/d">
                  <c:v>41670</c:v>
                </c:pt>
                <c:pt idx="3129" c:formatCode="yyyy/m/d">
                  <c:v>41669</c:v>
                </c:pt>
                <c:pt idx="3130" c:formatCode="yyyy/m/d">
                  <c:v>41668</c:v>
                </c:pt>
                <c:pt idx="3131" c:formatCode="yyyy/m/d">
                  <c:v>41667</c:v>
                </c:pt>
                <c:pt idx="3132" c:formatCode="yyyy/m/d">
                  <c:v>41666</c:v>
                </c:pt>
                <c:pt idx="3133" c:formatCode="yyyy/m/d">
                  <c:v>41663</c:v>
                </c:pt>
                <c:pt idx="3134" c:formatCode="yyyy/m/d">
                  <c:v>41662</c:v>
                </c:pt>
                <c:pt idx="3135" c:formatCode="yyyy/m/d">
                  <c:v>41661</c:v>
                </c:pt>
                <c:pt idx="3136" c:formatCode="yyyy/m/d">
                  <c:v>41660</c:v>
                </c:pt>
                <c:pt idx="3137" c:formatCode="yyyy/m/d">
                  <c:v>41659</c:v>
                </c:pt>
                <c:pt idx="3138" c:formatCode="yyyy/m/d">
                  <c:v>41656</c:v>
                </c:pt>
                <c:pt idx="3139" c:formatCode="yyyy/m/d">
                  <c:v>41655</c:v>
                </c:pt>
                <c:pt idx="3140" c:formatCode="yyyy/m/d">
                  <c:v>41654</c:v>
                </c:pt>
                <c:pt idx="3141" c:formatCode="yyyy/m/d">
                  <c:v>41653</c:v>
                </c:pt>
                <c:pt idx="3142" c:formatCode="yyyy/m/d">
                  <c:v>41652</c:v>
                </c:pt>
                <c:pt idx="3143" c:formatCode="yyyy/m/d">
                  <c:v>41649</c:v>
                </c:pt>
                <c:pt idx="3144" c:formatCode="yyyy/m/d">
                  <c:v>41648</c:v>
                </c:pt>
                <c:pt idx="3145" c:formatCode="yyyy/m/d">
                  <c:v>41647</c:v>
                </c:pt>
                <c:pt idx="3146" c:formatCode="yyyy/m/d">
                  <c:v>41646</c:v>
                </c:pt>
                <c:pt idx="3147" c:formatCode="yyyy/m/d">
                  <c:v>41645</c:v>
                </c:pt>
                <c:pt idx="3148" c:formatCode="yyyy/m/d">
                  <c:v>41642</c:v>
                </c:pt>
                <c:pt idx="3149" c:formatCode="yyyy/m/d">
                  <c:v>41641</c:v>
                </c:pt>
                <c:pt idx="3150" c:formatCode="yyyy/m/d">
                  <c:v>41640</c:v>
                </c:pt>
                <c:pt idx="3151" c:formatCode="yyyy/m/d">
                  <c:v>41639</c:v>
                </c:pt>
                <c:pt idx="3152" c:formatCode="yyyy/m/d">
                  <c:v>41638</c:v>
                </c:pt>
                <c:pt idx="3153" c:formatCode="yyyy/m/d">
                  <c:v>41635</c:v>
                </c:pt>
                <c:pt idx="3154" c:formatCode="yyyy/m/d">
                  <c:v>41634</c:v>
                </c:pt>
                <c:pt idx="3155" c:formatCode="yyyy/m/d">
                  <c:v>41633</c:v>
                </c:pt>
                <c:pt idx="3156" c:formatCode="yyyy/m/d">
                  <c:v>41632</c:v>
                </c:pt>
                <c:pt idx="3157" c:formatCode="yyyy/m/d">
                  <c:v>41631</c:v>
                </c:pt>
                <c:pt idx="3158" c:formatCode="yyyy/m/d">
                  <c:v>41628</c:v>
                </c:pt>
                <c:pt idx="3159" c:formatCode="yyyy/m/d">
                  <c:v>41627</c:v>
                </c:pt>
                <c:pt idx="3160" c:formatCode="yyyy/m/d">
                  <c:v>41626</c:v>
                </c:pt>
                <c:pt idx="3161" c:formatCode="yyyy/m/d">
                  <c:v>41625</c:v>
                </c:pt>
                <c:pt idx="3162" c:formatCode="yyyy/m/d">
                  <c:v>41624</c:v>
                </c:pt>
                <c:pt idx="3163" c:formatCode="yyyy/m/d">
                  <c:v>41621</c:v>
                </c:pt>
                <c:pt idx="3164" c:formatCode="yyyy/m/d">
                  <c:v>41620</c:v>
                </c:pt>
                <c:pt idx="3165" c:formatCode="yyyy/m/d">
                  <c:v>41619</c:v>
                </c:pt>
                <c:pt idx="3166" c:formatCode="yyyy/m/d">
                  <c:v>41618</c:v>
                </c:pt>
                <c:pt idx="3167" c:formatCode="yyyy/m/d">
                  <c:v>41617</c:v>
                </c:pt>
                <c:pt idx="3168" c:formatCode="yyyy/m/d">
                  <c:v>41614</c:v>
                </c:pt>
                <c:pt idx="3169" c:formatCode="yyyy/m/d">
                  <c:v>41613</c:v>
                </c:pt>
                <c:pt idx="3170" c:formatCode="yyyy/m/d">
                  <c:v>41612</c:v>
                </c:pt>
                <c:pt idx="3171" c:formatCode="yyyy/m/d">
                  <c:v>41611</c:v>
                </c:pt>
                <c:pt idx="3172" c:formatCode="yyyy/m/d">
                  <c:v>41610</c:v>
                </c:pt>
                <c:pt idx="3173" c:formatCode="yyyy/m/d">
                  <c:v>41607</c:v>
                </c:pt>
                <c:pt idx="3174" c:formatCode="yyyy/m/d">
                  <c:v>41606</c:v>
                </c:pt>
                <c:pt idx="3175" c:formatCode="yyyy/m/d">
                  <c:v>41605</c:v>
                </c:pt>
                <c:pt idx="3176" c:formatCode="yyyy/m/d">
                  <c:v>41604</c:v>
                </c:pt>
                <c:pt idx="3177" c:formatCode="yyyy/m/d">
                  <c:v>41603</c:v>
                </c:pt>
                <c:pt idx="3178" c:formatCode="yyyy/m/d">
                  <c:v>41600</c:v>
                </c:pt>
                <c:pt idx="3179" c:formatCode="yyyy/m/d">
                  <c:v>41599</c:v>
                </c:pt>
                <c:pt idx="3180" c:formatCode="yyyy/m/d">
                  <c:v>41598</c:v>
                </c:pt>
                <c:pt idx="3181" c:formatCode="yyyy/m/d">
                  <c:v>41597</c:v>
                </c:pt>
                <c:pt idx="3182" c:formatCode="yyyy/m/d">
                  <c:v>41596</c:v>
                </c:pt>
                <c:pt idx="3183" c:formatCode="yyyy/m/d">
                  <c:v>41593</c:v>
                </c:pt>
                <c:pt idx="3184" c:formatCode="yyyy/m/d">
                  <c:v>41592</c:v>
                </c:pt>
                <c:pt idx="3185" c:formatCode="yyyy/m/d">
                  <c:v>41591</c:v>
                </c:pt>
                <c:pt idx="3186" c:formatCode="yyyy/m/d">
                  <c:v>41590</c:v>
                </c:pt>
                <c:pt idx="3187" c:formatCode="yyyy/m/d">
                  <c:v>41589</c:v>
                </c:pt>
                <c:pt idx="3188" c:formatCode="yyyy/m/d">
                  <c:v>41586</c:v>
                </c:pt>
                <c:pt idx="3189" c:formatCode="yyyy/m/d">
                  <c:v>41585</c:v>
                </c:pt>
                <c:pt idx="3190" c:formatCode="yyyy/m/d">
                  <c:v>41584</c:v>
                </c:pt>
                <c:pt idx="3191" c:formatCode="yyyy/m/d">
                  <c:v>41583</c:v>
                </c:pt>
                <c:pt idx="3192" c:formatCode="yyyy/m/d">
                  <c:v>41582</c:v>
                </c:pt>
                <c:pt idx="3193" c:formatCode="yyyy/m/d">
                  <c:v>41579</c:v>
                </c:pt>
                <c:pt idx="3194" c:formatCode="yyyy/m/d">
                  <c:v>41578</c:v>
                </c:pt>
                <c:pt idx="3195" c:formatCode="yyyy/m/d">
                  <c:v>41577</c:v>
                </c:pt>
                <c:pt idx="3196" c:formatCode="yyyy/m/d">
                  <c:v>41576</c:v>
                </c:pt>
                <c:pt idx="3197" c:formatCode="yyyy/m/d">
                  <c:v>41575</c:v>
                </c:pt>
                <c:pt idx="3198" c:formatCode="yyyy/m/d">
                  <c:v>41572</c:v>
                </c:pt>
                <c:pt idx="3199" c:formatCode="yyyy/m/d">
                  <c:v>41571</c:v>
                </c:pt>
                <c:pt idx="3200" c:formatCode="yyyy/m/d">
                  <c:v>41570</c:v>
                </c:pt>
                <c:pt idx="3201" c:formatCode="yyyy/m/d">
                  <c:v>41569</c:v>
                </c:pt>
                <c:pt idx="3202" c:formatCode="yyyy/m/d">
                  <c:v>41568</c:v>
                </c:pt>
                <c:pt idx="3203" c:formatCode="yyyy/m/d">
                  <c:v>41565</c:v>
                </c:pt>
                <c:pt idx="3204" c:formatCode="yyyy/m/d">
                  <c:v>41564</c:v>
                </c:pt>
                <c:pt idx="3205" c:formatCode="yyyy/m/d">
                  <c:v>41563</c:v>
                </c:pt>
                <c:pt idx="3206" c:formatCode="yyyy/m/d">
                  <c:v>41562</c:v>
                </c:pt>
                <c:pt idx="3207" c:formatCode="yyyy/m/d">
                  <c:v>41561</c:v>
                </c:pt>
                <c:pt idx="3208" c:formatCode="yyyy/m/d">
                  <c:v>41558</c:v>
                </c:pt>
                <c:pt idx="3209" c:formatCode="yyyy/m/d">
                  <c:v>41557</c:v>
                </c:pt>
                <c:pt idx="3210" c:formatCode="yyyy/m/d">
                  <c:v>41556</c:v>
                </c:pt>
                <c:pt idx="3211" c:formatCode="yyyy/m/d">
                  <c:v>41555</c:v>
                </c:pt>
                <c:pt idx="3212" c:formatCode="yyyy/m/d">
                  <c:v>41554</c:v>
                </c:pt>
                <c:pt idx="3213" c:formatCode="yyyy/m/d">
                  <c:v>41551</c:v>
                </c:pt>
                <c:pt idx="3214" c:formatCode="yyyy/m/d">
                  <c:v>41550</c:v>
                </c:pt>
                <c:pt idx="3215" c:formatCode="yyyy/m/d">
                  <c:v>41549</c:v>
                </c:pt>
                <c:pt idx="3216" c:formatCode="yyyy/m/d">
                  <c:v>41548</c:v>
                </c:pt>
                <c:pt idx="3217" c:formatCode="yyyy/m/d">
                  <c:v>41547</c:v>
                </c:pt>
                <c:pt idx="3218" c:formatCode="yyyy/m/d">
                  <c:v>41544</c:v>
                </c:pt>
                <c:pt idx="3219" c:formatCode="yyyy/m/d">
                  <c:v>41543</c:v>
                </c:pt>
                <c:pt idx="3220" c:formatCode="yyyy/m/d">
                  <c:v>41542</c:v>
                </c:pt>
                <c:pt idx="3221" c:formatCode="yyyy/m/d">
                  <c:v>41541</c:v>
                </c:pt>
                <c:pt idx="3222" c:formatCode="yyyy/m/d">
                  <c:v>41540</c:v>
                </c:pt>
                <c:pt idx="3223" c:formatCode="yyyy/m/d">
                  <c:v>41537</c:v>
                </c:pt>
                <c:pt idx="3224" c:formatCode="yyyy/m/d">
                  <c:v>41536</c:v>
                </c:pt>
                <c:pt idx="3225" c:formatCode="yyyy/m/d">
                  <c:v>41535</c:v>
                </c:pt>
                <c:pt idx="3226" c:formatCode="yyyy/m/d">
                  <c:v>41534</c:v>
                </c:pt>
                <c:pt idx="3227" c:formatCode="yyyy/m/d">
                  <c:v>41533</c:v>
                </c:pt>
                <c:pt idx="3228" c:formatCode="yyyy/m/d">
                  <c:v>41530</c:v>
                </c:pt>
                <c:pt idx="3229" c:formatCode="yyyy/m/d">
                  <c:v>41529</c:v>
                </c:pt>
                <c:pt idx="3230" c:formatCode="yyyy/m/d">
                  <c:v>41528</c:v>
                </c:pt>
                <c:pt idx="3231" c:formatCode="yyyy/m/d">
                  <c:v>41527</c:v>
                </c:pt>
                <c:pt idx="3232" c:formatCode="yyyy/m/d">
                  <c:v>41526</c:v>
                </c:pt>
                <c:pt idx="3233" c:formatCode="yyyy/m/d">
                  <c:v>41523</c:v>
                </c:pt>
                <c:pt idx="3234" c:formatCode="yyyy/m/d">
                  <c:v>41522</c:v>
                </c:pt>
                <c:pt idx="3235" c:formatCode="yyyy/m/d">
                  <c:v>41521</c:v>
                </c:pt>
                <c:pt idx="3236" c:formatCode="yyyy/m/d">
                  <c:v>41520</c:v>
                </c:pt>
                <c:pt idx="3237" c:formatCode="yyyy/m/d">
                  <c:v>41519</c:v>
                </c:pt>
                <c:pt idx="3238" c:formatCode="yyyy/m/d">
                  <c:v>41516</c:v>
                </c:pt>
                <c:pt idx="3239" c:formatCode="yyyy/m/d">
                  <c:v>41515</c:v>
                </c:pt>
                <c:pt idx="3240" c:formatCode="yyyy/m/d">
                  <c:v>41514</c:v>
                </c:pt>
                <c:pt idx="3241" c:formatCode="yyyy/m/d">
                  <c:v>41513</c:v>
                </c:pt>
                <c:pt idx="3242" c:formatCode="yyyy/m/d">
                  <c:v>41512</c:v>
                </c:pt>
                <c:pt idx="3243" c:formatCode="yyyy/m/d">
                  <c:v>41509</c:v>
                </c:pt>
                <c:pt idx="3244" c:formatCode="yyyy/m/d">
                  <c:v>41508</c:v>
                </c:pt>
                <c:pt idx="3245" c:formatCode="yyyy/m/d">
                  <c:v>41507</c:v>
                </c:pt>
                <c:pt idx="3246" c:formatCode="yyyy/m/d">
                  <c:v>41506</c:v>
                </c:pt>
                <c:pt idx="3247" c:formatCode="yyyy/m/d">
                  <c:v>41505</c:v>
                </c:pt>
                <c:pt idx="3248" c:formatCode="yyyy/m/d">
                  <c:v>41502</c:v>
                </c:pt>
                <c:pt idx="3249" c:formatCode="yyyy/m/d">
                  <c:v>41501</c:v>
                </c:pt>
                <c:pt idx="3250" c:formatCode="yyyy/m/d">
                  <c:v>41500</c:v>
                </c:pt>
                <c:pt idx="3251" c:formatCode="yyyy/m/d">
                  <c:v>41499</c:v>
                </c:pt>
                <c:pt idx="3252" c:formatCode="yyyy/m/d">
                  <c:v>41498</c:v>
                </c:pt>
                <c:pt idx="3253" c:formatCode="yyyy/m/d">
                  <c:v>41495</c:v>
                </c:pt>
                <c:pt idx="3254" c:formatCode="yyyy/m/d">
                  <c:v>41494</c:v>
                </c:pt>
                <c:pt idx="3255" c:formatCode="yyyy/m/d">
                  <c:v>41493</c:v>
                </c:pt>
                <c:pt idx="3256" c:formatCode="yyyy/m/d">
                  <c:v>41492</c:v>
                </c:pt>
                <c:pt idx="3257" c:formatCode="yyyy/m/d">
                  <c:v>41491</c:v>
                </c:pt>
                <c:pt idx="3258" c:formatCode="yyyy/m/d">
                  <c:v>41488</c:v>
                </c:pt>
                <c:pt idx="3259" c:formatCode="yyyy/m/d">
                  <c:v>41487</c:v>
                </c:pt>
                <c:pt idx="3260" c:formatCode="yyyy/m/d">
                  <c:v>41486</c:v>
                </c:pt>
                <c:pt idx="3261" c:formatCode="yyyy/m/d">
                  <c:v>41485</c:v>
                </c:pt>
                <c:pt idx="3262" c:formatCode="yyyy/m/d">
                  <c:v>41484</c:v>
                </c:pt>
                <c:pt idx="3263" c:formatCode="yyyy/m/d">
                  <c:v>41481</c:v>
                </c:pt>
                <c:pt idx="3264" c:formatCode="yyyy/m/d">
                  <c:v>41480</c:v>
                </c:pt>
                <c:pt idx="3265" c:formatCode="yyyy/m/d">
                  <c:v>41479</c:v>
                </c:pt>
                <c:pt idx="3266" c:formatCode="yyyy/m/d">
                  <c:v>41478</c:v>
                </c:pt>
                <c:pt idx="3267" c:formatCode="yyyy/m/d">
                  <c:v>41477</c:v>
                </c:pt>
                <c:pt idx="3268" c:formatCode="yyyy/m/d">
                  <c:v>41474</c:v>
                </c:pt>
                <c:pt idx="3269" c:formatCode="yyyy/m/d">
                  <c:v>41473</c:v>
                </c:pt>
                <c:pt idx="3270" c:formatCode="yyyy/m/d">
                  <c:v>41472</c:v>
                </c:pt>
                <c:pt idx="3271" c:formatCode="yyyy/m/d">
                  <c:v>41471</c:v>
                </c:pt>
                <c:pt idx="3272" c:formatCode="yyyy/m/d">
                  <c:v>41470</c:v>
                </c:pt>
                <c:pt idx="3273" c:formatCode="yyyy/m/d">
                  <c:v>41467</c:v>
                </c:pt>
                <c:pt idx="3274" c:formatCode="yyyy/m/d">
                  <c:v>41466</c:v>
                </c:pt>
                <c:pt idx="3275" c:formatCode="yyyy/m/d">
                  <c:v>41465</c:v>
                </c:pt>
                <c:pt idx="3276" c:formatCode="yyyy/m/d">
                  <c:v>41464</c:v>
                </c:pt>
                <c:pt idx="3277" c:formatCode="yyyy/m/d">
                  <c:v>41463</c:v>
                </c:pt>
                <c:pt idx="3278" c:formatCode="yyyy/m/d">
                  <c:v>41460</c:v>
                </c:pt>
                <c:pt idx="3279" c:formatCode="yyyy/m/d">
                  <c:v>41459</c:v>
                </c:pt>
                <c:pt idx="3280" c:formatCode="yyyy/m/d">
                  <c:v>41458</c:v>
                </c:pt>
                <c:pt idx="3281" c:formatCode="yyyy/m/d">
                  <c:v>41457</c:v>
                </c:pt>
                <c:pt idx="3282" c:formatCode="yyyy/m/d">
                  <c:v>41456</c:v>
                </c:pt>
                <c:pt idx="3283" c:formatCode="yyyy/m/d">
                  <c:v>41453</c:v>
                </c:pt>
                <c:pt idx="3284" c:formatCode="yyyy/m/d">
                  <c:v>41452</c:v>
                </c:pt>
                <c:pt idx="3285" c:formatCode="yyyy/m/d">
                  <c:v>41451</c:v>
                </c:pt>
                <c:pt idx="3286" c:formatCode="yyyy/m/d">
                  <c:v>41450</c:v>
                </c:pt>
                <c:pt idx="3287" c:formatCode="yyyy/m/d">
                  <c:v>41449</c:v>
                </c:pt>
                <c:pt idx="3288" c:formatCode="yyyy/m/d">
                  <c:v>41446</c:v>
                </c:pt>
                <c:pt idx="3289" c:formatCode="yyyy/m/d">
                  <c:v>41445</c:v>
                </c:pt>
                <c:pt idx="3290" c:formatCode="yyyy/m/d">
                  <c:v>41444</c:v>
                </c:pt>
                <c:pt idx="3291" c:formatCode="yyyy/m/d">
                  <c:v>41443</c:v>
                </c:pt>
                <c:pt idx="3292" c:formatCode="yyyy/m/d">
                  <c:v>41442</c:v>
                </c:pt>
                <c:pt idx="3293" c:formatCode="yyyy/m/d">
                  <c:v>41439</c:v>
                </c:pt>
                <c:pt idx="3294" c:formatCode="yyyy/m/d">
                  <c:v>41438</c:v>
                </c:pt>
                <c:pt idx="3295" c:formatCode="yyyy/m/d">
                  <c:v>41437</c:v>
                </c:pt>
                <c:pt idx="3296" c:formatCode="yyyy/m/d">
                  <c:v>41436</c:v>
                </c:pt>
                <c:pt idx="3297" c:formatCode="yyyy/m/d">
                  <c:v>41435</c:v>
                </c:pt>
                <c:pt idx="3298" c:formatCode="yyyy/m/d">
                  <c:v>41432</c:v>
                </c:pt>
                <c:pt idx="3299" c:formatCode="yyyy/m/d">
                  <c:v>41431</c:v>
                </c:pt>
                <c:pt idx="3300" c:formatCode="yyyy/m/d">
                  <c:v>41430</c:v>
                </c:pt>
                <c:pt idx="3301" c:formatCode="yyyy/m/d">
                  <c:v>41429</c:v>
                </c:pt>
                <c:pt idx="3302" c:formatCode="yyyy/m/d">
                  <c:v>41428</c:v>
                </c:pt>
                <c:pt idx="3303" c:formatCode="yyyy/m/d">
                  <c:v>41425</c:v>
                </c:pt>
                <c:pt idx="3304" c:formatCode="yyyy/m/d">
                  <c:v>41424</c:v>
                </c:pt>
                <c:pt idx="3305" c:formatCode="yyyy/m/d">
                  <c:v>41423</c:v>
                </c:pt>
                <c:pt idx="3306" c:formatCode="yyyy/m/d">
                  <c:v>41422</c:v>
                </c:pt>
                <c:pt idx="3307" c:formatCode="yyyy/m/d">
                  <c:v>41421</c:v>
                </c:pt>
                <c:pt idx="3308" c:formatCode="yyyy/m/d">
                  <c:v>41418</c:v>
                </c:pt>
                <c:pt idx="3309" c:formatCode="yyyy/m/d">
                  <c:v>41417</c:v>
                </c:pt>
                <c:pt idx="3310" c:formatCode="yyyy/m/d">
                  <c:v>41416</c:v>
                </c:pt>
                <c:pt idx="3311" c:formatCode="yyyy/m/d">
                  <c:v>41415</c:v>
                </c:pt>
                <c:pt idx="3312" c:formatCode="yyyy/m/d">
                  <c:v>41414</c:v>
                </c:pt>
                <c:pt idx="3313" c:formatCode="yyyy/m/d">
                  <c:v>41411</c:v>
                </c:pt>
                <c:pt idx="3314" c:formatCode="yyyy/m/d">
                  <c:v>41410</c:v>
                </c:pt>
                <c:pt idx="3315" c:formatCode="yyyy/m/d">
                  <c:v>41409</c:v>
                </c:pt>
                <c:pt idx="3316" c:formatCode="yyyy/m/d">
                  <c:v>41408</c:v>
                </c:pt>
                <c:pt idx="3317" c:formatCode="yyyy/m/d">
                  <c:v>41407</c:v>
                </c:pt>
                <c:pt idx="3318" c:formatCode="yyyy/m/d">
                  <c:v>41404</c:v>
                </c:pt>
                <c:pt idx="3319" c:formatCode="yyyy/m/d">
                  <c:v>41403</c:v>
                </c:pt>
                <c:pt idx="3320" c:formatCode="yyyy/m/d">
                  <c:v>41402</c:v>
                </c:pt>
                <c:pt idx="3321" c:formatCode="yyyy/m/d">
                  <c:v>41401</c:v>
                </c:pt>
                <c:pt idx="3322" c:formatCode="yyyy/m/d">
                  <c:v>41400</c:v>
                </c:pt>
                <c:pt idx="3323" c:formatCode="yyyy/m/d">
                  <c:v>41397</c:v>
                </c:pt>
                <c:pt idx="3324" c:formatCode="yyyy/m/d">
                  <c:v>41396</c:v>
                </c:pt>
                <c:pt idx="3325" c:formatCode="yyyy/m/d">
                  <c:v>41395</c:v>
                </c:pt>
                <c:pt idx="3326" c:formatCode="yyyy/m/d">
                  <c:v>41394</c:v>
                </c:pt>
                <c:pt idx="3327" c:formatCode="yyyy/m/d">
                  <c:v>41393</c:v>
                </c:pt>
                <c:pt idx="3328" c:formatCode="yyyy/m/d">
                  <c:v>41390</c:v>
                </c:pt>
                <c:pt idx="3329" c:formatCode="yyyy/m/d">
                  <c:v>41389</c:v>
                </c:pt>
                <c:pt idx="3330" c:formatCode="yyyy/m/d">
                  <c:v>41388</c:v>
                </c:pt>
                <c:pt idx="3331" c:formatCode="yyyy/m/d">
                  <c:v>41387</c:v>
                </c:pt>
                <c:pt idx="3332" c:formatCode="yyyy/m/d">
                  <c:v>41386</c:v>
                </c:pt>
                <c:pt idx="3333" c:formatCode="yyyy/m/d">
                  <c:v>41383</c:v>
                </c:pt>
                <c:pt idx="3334" c:formatCode="yyyy/m/d">
                  <c:v>41382</c:v>
                </c:pt>
                <c:pt idx="3335" c:formatCode="yyyy/m/d">
                  <c:v>41381</c:v>
                </c:pt>
                <c:pt idx="3336" c:formatCode="yyyy/m/d">
                  <c:v>41380</c:v>
                </c:pt>
                <c:pt idx="3337" c:formatCode="yyyy/m/d">
                  <c:v>41379</c:v>
                </c:pt>
                <c:pt idx="3338" c:formatCode="yyyy/m/d">
                  <c:v>41376</c:v>
                </c:pt>
                <c:pt idx="3339" c:formatCode="yyyy/m/d">
                  <c:v>41375</c:v>
                </c:pt>
                <c:pt idx="3340" c:formatCode="yyyy/m/d">
                  <c:v>41374</c:v>
                </c:pt>
                <c:pt idx="3341" c:formatCode="yyyy/m/d">
                  <c:v>41373</c:v>
                </c:pt>
                <c:pt idx="3342" c:formatCode="yyyy/m/d">
                  <c:v>41372</c:v>
                </c:pt>
                <c:pt idx="3343" c:formatCode="yyyy/m/d">
                  <c:v>41369</c:v>
                </c:pt>
                <c:pt idx="3344" c:formatCode="yyyy/m/d">
                  <c:v>41368</c:v>
                </c:pt>
                <c:pt idx="3345" c:formatCode="yyyy/m/d">
                  <c:v>41367</c:v>
                </c:pt>
                <c:pt idx="3346" c:formatCode="yyyy/m/d">
                  <c:v>41366</c:v>
                </c:pt>
                <c:pt idx="3347" c:formatCode="yyyy/m/d">
                  <c:v>41365</c:v>
                </c:pt>
                <c:pt idx="3348" c:formatCode="yyyy/m/d">
                  <c:v>41362</c:v>
                </c:pt>
                <c:pt idx="3349" c:formatCode="yyyy/m/d">
                  <c:v>41361</c:v>
                </c:pt>
                <c:pt idx="3350" c:formatCode="yyyy/m/d">
                  <c:v>41360</c:v>
                </c:pt>
                <c:pt idx="3351" c:formatCode="yyyy/m/d">
                  <c:v>41359</c:v>
                </c:pt>
                <c:pt idx="3352" c:formatCode="yyyy/m/d">
                  <c:v>41358</c:v>
                </c:pt>
                <c:pt idx="3353" c:formatCode="yyyy/m/d">
                  <c:v>41355</c:v>
                </c:pt>
                <c:pt idx="3354" c:formatCode="yyyy/m/d">
                  <c:v>41354</c:v>
                </c:pt>
                <c:pt idx="3355" c:formatCode="yyyy/m/d">
                  <c:v>41353</c:v>
                </c:pt>
                <c:pt idx="3356" c:formatCode="yyyy/m/d">
                  <c:v>41352</c:v>
                </c:pt>
                <c:pt idx="3357" c:formatCode="yyyy/m/d">
                  <c:v>41351</c:v>
                </c:pt>
                <c:pt idx="3358" c:formatCode="yyyy/m/d">
                  <c:v>41348</c:v>
                </c:pt>
                <c:pt idx="3359" c:formatCode="yyyy/m/d">
                  <c:v>41347</c:v>
                </c:pt>
                <c:pt idx="3360" c:formatCode="yyyy/m/d">
                  <c:v>41346</c:v>
                </c:pt>
                <c:pt idx="3361" c:formatCode="yyyy/m/d">
                  <c:v>41345</c:v>
                </c:pt>
                <c:pt idx="3362" c:formatCode="yyyy/m/d">
                  <c:v>41344</c:v>
                </c:pt>
                <c:pt idx="3363" c:formatCode="yyyy/m/d">
                  <c:v>41341</c:v>
                </c:pt>
                <c:pt idx="3364" c:formatCode="yyyy/m/d">
                  <c:v>41340</c:v>
                </c:pt>
                <c:pt idx="3365" c:formatCode="yyyy/m/d">
                  <c:v>41339</c:v>
                </c:pt>
                <c:pt idx="3366" c:formatCode="yyyy/m/d">
                  <c:v>41338</c:v>
                </c:pt>
                <c:pt idx="3367" c:formatCode="yyyy/m/d">
                  <c:v>41337</c:v>
                </c:pt>
                <c:pt idx="3368" c:formatCode="yyyy/m/d">
                  <c:v>41334</c:v>
                </c:pt>
                <c:pt idx="3369" c:formatCode="yyyy/m/d">
                  <c:v>41333</c:v>
                </c:pt>
                <c:pt idx="3370" c:formatCode="yyyy/m/d">
                  <c:v>41332</c:v>
                </c:pt>
                <c:pt idx="3371" c:formatCode="yyyy/m/d">
                  <c:v>41331</c:v>
                </c:pt>
                <c:pt idx="3372" c:formatCode="yyyy/m/d">
                  <c:v>41330</c:v>
                </c:pt>
                <c:pt idx="3373" c:formatCode="yyyy/m/d">
                  <c:v>41327</c:v>
                </c:pt>
                <c:pt idx="3374" c:formatCode="yyyy/m/d">
                  <c:v>41326</c:v>
                </c:pt>
                <c:pt idx="3375" c:formatCode="yyyy/m/d">
                  <c:v>41325</c:v>
                </c:pt>
                <c:pt idx="3376" c:formatCode="yyyy/m/d">
                  <c:v>41324</c:v>
                </c:pt>
                <c:pt idx="3377" c:formatCode="yyyy/m/d">
                  <c:v>41323</c:v>
                </c:pt>
                <c:pt idx="3378" c:formatCode="yyyy/m/d">
                  <c:v>41320</c:v>
                </c:pt>
                <c:pt idx="3379" c:formatCode="yyyy/m/d">
                  <c:v>41319</c:v>
                </c:pt>
                <c:pt idx="3380" c:formatCode="yyyy/m/d">
                  <c:v>41318</c:v>
                </c:pt>
                <c:pt idx="3381" c:formatCode="yyyy/m/d">
                  <c:v>41317</c:v>
                </c:pt>
                <c:pt idx="3382" c:formatCode="yyyy/m/d">
                  <c:v>41316</c:v>
                </c:pt>
                <c:pt idx="3383" c:formatCode="yyyy/m/d">
                  <c:v>41313</c:v>
                </c:pt>
                <c:pt idx="3384" c:formatCode="yyyy/m/d">
                  <c:v>41312</c:v>
                </c:pt>
                <c:pt idx="3385" c:formatCode="yyyy/m/d">
                  <c:v>41311</c:v>
                </c:pt>
                <c:pt idx="3386" c:formatCode="yyyy/m/d">
                  <c:v>41310</c:v>
                </c:pt>
                <c:pt idx="3387" c:formatCode="yyyy/m/d">
                  <c:v>41309</c:v>
                </c:pt>
                <c:pt idx="3388" c:formatCode="yyyy/m/d">
                  <c:v>41306</c:v>
                </c:pt>
                <c:pt idx="3389" c:formatCode="yyyy/m/d">
                  <c:v>41305</c:v>
                </c:pt>
                <c:pt idx="3390" c:formatCode="yyyy/m/d">
                  <c:v>41304</c:v>
                </c:pt>
                <c:pt idx="3391" c:formatCode="yyyy/m/d">
                  <c:v>41303</c:v>
                </c:pt>
                <c:pt idx="3392" c:formatCode="yyyy/m/d">
                  <c:v>41302</c:v>
                </c:pt>
                <c:pt idx="3393" c:formatCode="yyyy/m/d">
                  <c:v>41299</c:v>
                </c:pt>
                <c:pt idx="3394" c:formatCode="yyyy/m/d">
                  <c:v>41298</c:v>
                </c:pt>
                <c:pt idx="3395" c:formatCode="yyyy/m/d">
                  <c:v>41297</c:v>
                </c:pt>
                <c:pt idx="3396" c:formatCode="yyyy/m/d">
                  <c:v>41296</c:v>
                </c:pt>
                <c:pt idx="3397" c:formatCode="yyyy/m/d">
                  <c:v>41295</c:v>
                </c:pt>
                <c:pt idx="3398" c:formatCode="yyyy/m/d">
                  <c:v>41292</c:v>
                </c:pt>
                <c:pt idx="3399" c:formatCode="yyyy/m/d">
                  <c:v>41291</c:v>
                </c:pt>
                <c:pt idx="3400" c:formatCode="yyyy/m/d">
                  <c:v>41290</c:v>
                </c:pt>
                <c:pt idx="3401" c:formatCode="yyyy/m/d">
                  <c:v>41289</c:v>
                </c:pt>
                <c:pt idx="3402" c:formatCode="yyyy/m/d">
                  <c:v>41288</c:v>
                </c:pt>
                <c:pt idx="3403" c:formatCode="yyyy/m/d">
                  <c:v>41285</c:v>
                </c:pt>
                <c:pt idx="3404" c:formatCode="yyyy/m/d">
                  <c:v>41284</c:v>
                </c:pt>
                <c:pt idx="3405" c:formatCode="yyyy/m/d">
                  <c:v>41283</c:v>
                </c:pt>
                <c:pt idx="3406" c:formatCode="yyyy/m/d">
                  <c:v>41282</c:v>
                </c:pt>
                <c:pt idx="3407" c:formatCode="yyyy/m/d">
                  <c:v>41281</c:v>
                </c:pt>
                <c:pt idx="3408" c:formatCode="yyyy/m/d">
                  <c:v>41278</c:v>
                </c:pt>
                <c:pt idx="3409" c:formatCode="yyyy/m/d">
                  <c:v>41277</c:v>
                </c:pt>
                <c:pt idx="3410" c:formatCode="yyyy/m/d">
                  <c:v>41276</c:v>
                </c:pt>
                <c:pt idx="3411" c:formatCode="yyyy/m/d">
                  <c:v>41275</c:v>
                </c:pt>
                <c:pt idx="3412" c:formatCode="yyyy/m/d">
                  <c:v>41274</c:v>
                </c:pt>
                <c:pt idx="3413" c:formatCode="yyyy/m/d">
                  <c:v>41271</c:v>
                </c:pt>
                <c:pt idx="3414" c:formatCode="yyyy/m/d">
                  <c:v>41270</c:v>
                </c:pt>
                <c:pt idx="3415" c:formatCode="yyyy/m/d">
                  <c:v>41269</c:v>
                </c:pt>
                <c:pt idx="3416" c:formatCode="yyyy/m/d">
                  <c:v>41268</c:v>
                </c:pt>
                <c:pt idx="3417" c:formatCode="yyyy/m/d">
                  <c:v>41267</c:v>
                </c:pt>
                <c:pt idx="3418" c:formatCode="yyyy/m/d">
                  <c:v>41264</c:v>
                </c:pt>
                <c:pt idx="3419" c:formatCode="yyyy/m/d">
                  <c:v>41263</c:v>
                </c:pt>
                <c:pt idx="3420" c:formatCode="yyyy/m/d">
                  <c:v>41262</c:v>
                </c:pt>
                <c:pt idx="3421" c:formatCode="yyyy/m/d">
                  <c:v>41261</c:v>
                </c:pt>
                <c:pt idx="3422" c:formatCode="yyyy/m/d">
                  <c:v>41260</c:v>
                </c:pt>
                <c:pt idx="3423" c:formatCode="yyyy/m/d">
                  <c:v>41257</c:v>
                </c:pt>
                <c:pt idx="3424" c:formatCode="yyyy/m/d">
                  <c:v>41256</c:v>
                </c:pt>
                <c:pt idx="3425" c:formatCode="yyyy/m/d">
                  <c:v>41255</c:v>
                </c:pt>
                <c:pt idx="3426" c:formatCode="yyyy/m/d">
                  <c:v>41254</c:v>
                </c:pt>
                <c:pt idx="3427" c:formatCode="yyyy/m/d">
                  <c:v>41253</c:v>
                </c:pt>
                <c:pt idx="3428" c:formatCode="yyyy/m/d">
                  <c:v>41250</c:v>
                </c:pt>
                <c:pt idx="3429" c:formatCode="yyyy/m/d">
                  <c:v>41249</c:v>
                </c:pt>
                <c:pt idx="3430" c:formatCode="yyyy/m/d">
                  <c:v>41248</c:v>
                </c:pt>
                <c:pt idx="3431" c:formatCode="yyyy/m/d">
                  <c:v>41247</c:v>
                </c:pt>
                <c:pt idx="3432" c:formatCode="yyyy/m/d">
                  <c:v>41246</c:v>
                </c:pt>
                <c:pt idx="3433" c:formatCode="yyyy/m/d">
                  <c:v>41243</c:v>
                </c:pt>
                <c:pt idx="3434" c:formatCode="yyyy/m/d">
                  <c:v>41242</c:v>
                </c:pt>
                <c:pt idx="3435" c:formatCode="yyyy/m/d">
                  <c:v>41241</c:v>
                </c:pt>
                <c:pt idx="3436" c:formatCode="yyyy/m/d">
                  <c:v>41240</c:v>
                </c:pt>
                <c:pt idx="3437" c:formatCode="yyyy/m/d">
                  <c:v>41239</c:v>
                </c:pt>
                <c:pt idx="3438" c:formatCode="yyyy/m/d">
                  <c:v>41236</c:v>
                </c:pt>
                <c:pt idx="3439" c:formatCode="yyyy/m/d">
                  <c:v>41235</c:v>
                </c:pt>
                <c:pt idx="3440" c:formatCode="yyyy/m/d">
                  <c:v>41234</c:v>
                </c:pt>
                <c:pt idx="3441" c:formatCode="yyyy/m/d">
                  <c:v>41233</c:v>
                </c:pt>
                <c:pt idx="3442" c:formatCode="yyyy/m/d">
                  <c:v>41232</c:v>
                </c:pt>
                <c:pt idx="3443" c:formatCode="yyyy/m/d">
                  <c:v>41229</c:v>
                </c:pt>
                <c:pt idx="3444" c:formatCode="yyyy/m/d">
                  <c:v>41228</c:v>
                </c:pt>
                <c:pt idx="3445" c:formatCode="yyyy/m/d">
                  <c:v>41227</c:v>
                </c:pt>
                <c:pt idx="3446" c:formatCode="yyyy/m/d">
                  <c:v>41226</c:v>
                </c:pt>
                <c:pt idx="3447" c:formatCode="yyyy/m/d">
                  <c:v>41225</c:v>
                </c:pt>
                <c:pt idx="3448" c:formatCode="yyyy/m/d">
                  <c:v>41222</c:v>
                </c:pt>
                <c:pt idx="3449" c:formatCode="yyyy/m/d">
                  <c:v>41221</c:v>
                </c:pt>
                <c:pt idx="3450" c:formatCode="yyyy/m/d">
                  <c:v>41220</c:v>
                </c:pt>
                <c:pt idx="3451" c:formatCode="yyyy/m/d">
                  <c:v>41219</c:v>
                </c:pt>
                <c:pt idx="3452" c:formatCode="yyyy/m/d">
                  <c:v>41218</c:v>
                </c:pt>
                <c:pt idx="3453" c:formatCode="yyyy/m/d">
                  <c:v>41215</c:v>
                </c:pt>
                <c:pt idx="3454" c:formatCode="yyyy/m/d">
                  <c:v>41214</c:v>
                </c:pt>
                <c:pt idx="3455" c:formatCode="yyyy/m/d">
                  <c:v>41213</c:v>
                </c:pt>
                <c:pt idx="3456" c:formatCode="yyyy/m/d">
                  <c:v>41212</c:v>
                </c:pt>
                <c:pt idx="3457" c:formatCode="yyyy/m/d">
                  <c:v>41211</c:v>
                </c:pt>
                <c:pt idx="3458" c:formatCode="yyyy/m/d">
                  <c:v>41208</c:v>
                </c:pt>
                <c:pt idx="3459" c:formatCode="yyyy/m/d">
                  <c:v>41207</c:v>
                </c:pt>
                <c:pt idx="3460" c:formatCode="yyyy/m/d">
                  <c:v>41206</c:v>
                </c:pt>
                <c:pt idx="3461" c:formatCode="yyyy/m/d">
                  <c:v>41205</c:v>
                </c:pt>
                <c:pt idx="3462" c:formatCode="yyyy/m/d">
                  <c:v>41204</c:v>
                </c:pt>
                <c:pt idx="3463" c:formatCode="yyyy/m/d">
                  <c:v>41201</c:v>
                </c:pt>
                <c:pt idx="3464" c:formatCode="yyyy/m/d">
                  <c:v>41200</c:v>
                </c:pt>
                <c:pt idx="3465" c:formatCode="yyyy/m/d">
                  <c:v>41199</c:v>
                </c:pt>
                <c:pt idx="3466" c:formatCode="yyyy/m/d">
                  <c:v>41198</c:v>
                </c:pt>
                <c:pt idx="3467" c:formatCode="yyyy/m/d">
                  <c:v>41197</c:v>
                </c:pt>
                <c:pt idx="3468" c:formatCode="yyyy/m/d">
                  <c:v>41194</c:v>
                </c:pt>
                <c:pt idx="3469" c:formatCode="yyyy/m/d">
                  <c:v>41193</c:v>
                </c:pt>
                <c:pt idx="3470" c:formatCode="yyyy/m/d">
                  <c:v>41192</c:v>
                </c:pt>
                <c:pt idx="3471" c:formatCode="yyyy/m/d">
                  <c:v>41191</c:v>
                </c:pt>
                <c:pt idx="3472" c:formatCode="yyyy/m/d">
                  <c:v>41190</c:v>
                </c:pt>
                <c:pt idx="3473" c:formatCode="yyyy/m/d">
                  <c:v>41187</c:v>
                </c:pt>
                <c:pt idx="3474" c:formatCode="yyyy/m/d">
                  <c:v>41186</c:v>
                </c:pt>
                <c:pt idx="3475" c:formatCode="yyyy/m/d">
                  <c:v>41185</c:v>
                </c:pt>
                <c:pt idx="3476" c:formatCode="yyyy/m/d">
                  <c:v>41184</c:v>
                </c:pt>
                <c:pt idx="3477" c:formatCode="yyyy/m/d">
                  <c:v>41183</c:v>
                </c:pt>
                <c:pt idx="3478" c:formatCode="yyyy/m/d">
                  <c:v>41180</c:v>
                </c:pt>
                <c:pt idx="3479" c:formatCode="yyyy/m/d">
                  <c:v>41179</c:v>
                </c:pt>
                <c:pt idx="3480" c:formatCode="yyyy/m/d">
                  <c:v>41178</c:v>
                </c:pt>
                <c:pt idx="3481" c:formatCode="yyyy/m/d">
                  <c:v>41177</c:v>
                </c:pt>
                <c:pt idx="3482" c:formatCode="yyyy/m/d">
                  <c:v>41176</c:v>
                </c:pt>
                <c:pt idx="3483" c:formatCode="yyyy/m/d">
                  <c:v>41173</c:v>
                </c:pt>
                <c:pt idx="3484" c:formatCode="yyyy/m/d">
                  <c:v>41172</c:v>
                </c:pt>
                <c:pt idx="3485" c:formatCode="yyyy/m/d">
                  <c:v>41171</c:v>
                </c:pt>
                <c:pt idx="3486" c:formatCode="yyyy/m/d">
                  <c:v>41170</c:v>
                </c:pt>
                <c:pt idx="3487" c:formatCode="yyyy/m/d">
                  <c:v>41169</c:v>
                </c:pt>
                <c:pt idx="3488" c:formatCode="yyyy/m/d">
                  <c:v>41166</c:v>
                </c:pt>
                <c:pt idx="3489" c:formatCode="yyyy/m/d">
                  <c:v>41165</c:v>
                </c:pt>
                <c:pt idx="3490" c:formatCode="yyyy/m/d">
                  <c:v>41164</c:v>
                </c:pt>
                <c:pt idx="3491" c:formatCode="yyyy/m/d">
                  <c:v>41163</c:v>
                </c:pt>
                <c:pt idx="3492" c:formatCode="yyyy/m/d">
                  <c:v>41162</c:v>
                </c:pt>
                <c:pt idx="3493" c:formatCode="yyyy/m/d">
                  <c:v>41159</c:v>
                </c:pt>
                <c:pt idx="3494" c:formatCode="yyyy/m/d">
                  <c:v>41158</c:v>
                </c:pt>
                <c:pt idx="3495" c:formatCode="yyyy/m/d">
                  <c:v>41157</c:v>
                </c:pt>
                <c:pt idx="3496" c:formatCode="yyyy/m/d">
                  <c:v>41156</c:v>
                </c:pt>
                <c:pt idx="3497" c:formatCode="yyyy/m/d">
                  <c:v>41155</c:v>
                </c:pt>
                <c:pt idx="3498" c:formatCode="yyyy/m/d">
                  <c:v>41152</c:v>
                </c:pt>
                <c:pt idx="3499" c:formatCode="yyyy/m/d">
                  <c:v>41151</c:v>
                </c:pt>
                <c:pt idx="3500" c:formatCode="yyyy/m/d">
                  <c:v>41150</c:v>
                </c:pt>
                <c:pt idx="3501" c:formatCode="yyyy/m/d">
                  <c:v>41149</c:v>
                </c:pt>
                <c:pt idx="3502" c:formatCode="yyyy/m/d">
                  <c:v>41148</c:v>
                </c:pt>
                <c:pt idx="3503" c:formatCode="yyyy/m/d">
                  <c:v>41145</c:v>
                </c:pt>
                <c:pt idx="3504" c:formatCode="yyyy/m/d">
                  <c:v>41144</c:v>
                </c:pt>
                <c:pt idx="3505" c:formatCode="yyyy/m/d">
                  <c:v>41143</c:v>
                </c:pt>
                <c:pt idx="3506" c:formatCode="yyyy/m/d">
                  <c:v>41142</c:v>
                </c:pt>
                <c:pt idx="3507" c:formatCode="yyyy/m/d">
                  <c:v>41141</c:v>
                </c:pt>
                <c:pt idx="3508" c:formatCode="yyyy/m/d">
                  <c:v>41138</c:v>
                </c:pt>
                <c:pt idx="3509" c:formatCode="yyyy/m/d">
                  <c:v>41137</c:v>
                </c:pt>
                <c:pt idx="3510" c:formatCode="yyyy/m/d">
                  <c:v>41136</c:v>
                </c:pt>
                <c:pt idx="3511" c:formatCode="yyyy/m/d">
                  <c:v>41135</c:v>
                </c:pt>
                <c:pt idx="3512" c:formatCode="yyyy/m/d">
                  <c:v>41134</c:v>
                </c:pt>
                <c:pt idx="3513" c:formatCode="yyyy/m/d">
                  <c:v>41131</c:v>
                </c:pt>
                <c:pt idx="3514" c:formatCode="yyyy/m/d">
                  <c:v>41130</c:v>
                </c:pt>
                <c:pt idx="3515" c:formatCode="yyyy/m/d">
                  <c:v>41129</c:v>
                </c:pt>
                <c:pt idx="3516" c:formatCode="yyyy/m/d">
                  <c:v>41128</c:v>
                </c:pt>
                <c:pt idx="3517" c:formatCode="yyyy/m/d">
                  <c:v>41127</c:v>
                </c:pt>
                <c:pt idx="3518" c:formatCode="yyyy/m/d">
                  <c:v>41124</c:v>
                </c:pt>
                <c:pt idx="3519" c:formatCode="yyyy/m/d">
                  <c:v>41123</c:v>
                </c:pt>
                <c:pt idx="3520" c:formatCode="yyyy/m/d">
                  <c:v>41122</c:v>
                </c:pt>
                <c:pt idx="3521" c:formatCode="yyyy/m/d">
                  <c:v>41121</c:v>
                </c:pt>
                <c:pt idx="3522" c:formatCode="yyyy/m/d">
                  <c:v>41120</c:v>
                </c:pt>
                <c:pt idx="3523" c:formatCode="yyyy/m/d">
                  <c:v>41117</c:v>
                </c:pt>
                <c:pt idx="3524" c:formatCode="yyyy/m/d">
                  <c:v>41116</c:v>
                </c:pt>
                <c:pt idx="3525" c:formatCode="yyyy/m/d">
                  <c:v>41115</c:v>
                </c:pt>
                <c:pt idx="3526" c:formatCode="yyyy/m/d">
                  <c:v>41114</c:v>
                </c:pt>
                <c:pt idx="3527" c:formatCode="yyyy/m/d">
                  <c:v>41113</c:v>
                </c:pt>
                <c:pt idx="3528" c:formatCode="yyyy/m/d">
                  <c:v>41110</c:v>
                </c:pt>
                <c:pt idx="3529" c:formatCode="yyyy/m/d">
                  <c:v>41109</c:v>
                </c:pt>
                <c:pt idx="3530" c:formatCode="yyyy/m/d">
                  <c:v>41108</c:v>
                </c:pt>
                <c:pt idx="3531" c:formatCode="yyyy/m/d">
                  <c:v>41107</c:v>
                </c:pt>
                <c:pt idx="3532" c:formatCode="yyyy/m/d">
                  <c:v>41106</c:v>
                </c:pt>
                <c:pt idx="3533" c:formatCode="yyyy/m/d">
                  <c:v>41103</c:v>
                </c:pt>
                <c:pt idx="3534" c:formatCode="yyyy/m/d">
                  <c:v>41102</c:v>
                </c:pt>
                <c:pt idx="3535" c:formatCode="yyyy/m/d">
                  <c:v>41101</c:v>
                </c:pt>
                <c:pt idx="3536" c:formatCode="yyyy/m/d">
                  <c:v>41100</c:v>
                </c:pt>
                <c:pt idx="3537" c:formatCode="yyyy/m/d">
                  <c:v>41099</c:v>
                </c:pt>
                <c:pt idx="3538" c:formatCode="yyyy/m/d">
                  <c:v>41096</c:v>
                </c:pt>
                <c:pt idx="3539" c:formatCode="yyyy/m/d">
                  <c:v>41095</c:v>
                </c:pt>
                <c:pt idx="3540" c:formatCode="yyyy/m/d">
                  <c:v>41094</c:v>
                </c:pt>
                <c:pt idx="3541" c:formatCode="yyyy/m/d">
                  <c:v>41093</c:v>
                </c:pt>
                <c:pt idx="3542" c:formatCode="yyyy/m/d">
                  <c:v>41092</c:v>
                </c:pt>
                <c:pt idx="3543" c:formatCode="yyyy/m/d">
                  <c:v>41089</c:v>
                </c:pt>
                <c:pt idx="3544" c:formatCode="yyyy/m/d">
                  <c:v>41088</c:v>
                </c:pt>
                <c:pt idx="3545" c:formatCode="yyyy/m/d">
                  <c:v>41087</c:v>
                </c:pt>
                <c:pt idx="3546" c:formatCode="yyyy/m/d">
                  <c:v>41086</c:v>
                </c:pt>
                <c:pt idx="3547" c:formatCode="yyyy/m/d">
                  <c:v>41085</c:v>
                </c:pt>
                <c:pt idx="3548" c:formatCode="yyyy/m/d">
                  <c:v>41082</c:v>
                </c:pt>
                <c:pt idx="3549" c:formatCode="yyyy/m/d">
                  <c:v>41081</c:v>
                </c:pt>
                <c:pt idx="3550" c:formatCode="yyyy/m/d">
                  <c:v>41080</c:v>
                </c:pt>
                <c:pt idx="3551" c:formatCode="yyyy/m/d">
                  <c:v>41079</c:v>
                </c:pt>
                <c:pt idx="3552" c:formatCode="yyyy/m/d">
                  <c:v>41078</c:v>
                </c:pt>
                <c:pt idx="3553" c:formatCode="yyyy/m/d">
                  <c:v>41075</c:v>
                </c:pt>
                <c:pt idx="3554" c:formatCode="yyyy/m/d">
                  <c:v>41074</c:v>
                </c:pt>
                <c:pt idx="3555" c:formatCode="yyyy/m/d">
                  <c:v>41073</c:v>
                </c:pt>
                <c:pt idx="3556" c:formatCode="yyyy/m/d">
                  <c:v>41072</c:v>
                </c:pt>
                <c:pt idx="3557" c:formatCode="yyyy/m/d">
                  <c:v>41071</c:v>
                </c:pt>
                <c:pt idx="3558" c:formatCode="yyyy/m/d">
                  <c:v>41068</c:v>
                </c:pt>
                <c:pt idx="3559" c:formatCode="yyyy/m/d">
                  <c:v>41067</c:v>
                </c:pt>
                <c:pt idx="3560" c:formatCode="yyyy/m/d">
                  <c:v>41066</c:v>
                </c:pt>
                <c:pt idx="3561" c:formatCode="yyyy/m/d">
                  <c:v>41065</c:v>
                </c:pt>
                <c:pt idx="3562" c:formatCode="yyyy/m/d">
                  <c:v>41064</c:v>
                </c:pt>
                <c:pt idx="3563" c:formatCode="yyyy/m/d">
                  <c:v>41061</c:v>
                </c:pt>
                <c:pt idx="3564" c:formatCode="yyyy/m/d">
                  <c:v>41060</c:v>
                </c:pt>
                <c:pt idx="3565" c:formatCode="yyyy/m/d">
                  <c:v>41059</c:v>
                </c:pt>
                <c:pt idx="3566" c:formatCode="yyyy/m/d">
                  <c:v>41058</c:v>
                </c:pt>
                <c:pt idx="3567" c:formatCode="yyyy/m/d">
                  <c:v>41057</c:v>
                </c:pt>
                <c:pt idx="3568" c:formatCode="yyyy/m/d">
                  <c:v>41054</c:v>
                </c:pt>
                <c:pt idx="3569" c:formatCode="yyyy/m/d">
                  <c:v>41053</c:v>
                </c:pt>
                <c:pt idx="3570" c:formatCode="yyyy/m/d">
                  <c:v>41052</c:v>
                </c:pt>
                <c:pt idx="3571" c:formatCode="yyyy/m/d">
                  <c:v>41051</c:v>
                </c:pt>
                <c:pt idx="3572" c:formatCode="yyyy/m/d">
                  <c:v>41050</c:v>
                </c:pt>
                <c:pt idx="3573" c:formatCode="yyyy/m/d">
                  <c:v>41047</c:v>
                </c:pt>
                <c:pt idx="3574" c:formatCode="yyyy/m/d">
                  <c:v>41046</c:v>
                </c:pt>
                <c:pt idx="3575" c:formatCode="yyyy/m/d">
                  <c:v>41045</c:v>
                </c:pt>
                <c:pt idx="3576" c:formatCode="yyyy/m/d">
                  <c:v>41044</c:v>
                </c:pt>
                <c:pt idx="3577" c:formatCode="yyyy/m/d">
                  <c:v>41043</c:v>
                </c:pt>
                <c:pt idx="3578" c:formatCode="yyyy/m/d">
                  <c:v>41040</c:v>
                </c:pt>
                <c:pt idx="3579" c:formatCode="yyyy/m/d">
                  <c:v>41039</c:v>
                </c:pt>
                <c:pt idx="3580" c:formatCode="yyyy/m/d">
                  <c:v>41038</c:v>
                </c:pt>
                <c:pt idx="3581" c:formatCode="yyyy/m/d">
                  <c:v>41037</c:v>
                </c:pt>
                <c:pt idx="3582" c:formatCode="yyyy/m/d">
                  <c:v>41036</c:v>
                </c:pt>
                <c:pt idx="3583" c:formatCode="yyyy/m/d">
                  <c:v>41033</c:v>
                </c:pt>
                <c:pt idx="3584" c:formatCode="yyyy/m/d">
                  <c:v>41032</c:v>
                </c:pt>
                <c:pt idx="3585" c:formatCode="yyyy/m/d">
                  <c:v>41031</c:v>
                </c:pt>
                <c:pt idx="3586" c:formatCode="yyyy/m/d">
                  <c:v>41030</c:v>
                </c:pt>
                <c:pt idx="3587" c:formatCode="yyyy/m/d">
                  <c:v>41029</c:v>
                </c:pt>
                <c:pt idx="3588" c:formatCode="yyyy/m/d">
                  <c:v>41026</c:v>
                </c:pt>
                <c:pt idx="3589" c:formatCode="yyyy/m/d">
                  <c:v>41025</c:v>
                </c:pt>
                <c:pt idx="3590" c:formatCode="yyyy/m/d">
                  <c:v>41024</c:v>
                </c:pt>
                <c:pt idx="3591" c:formatCode="yyyy/m/d">
                  <c:v>41023</c:v>
                </c:pt>
                <c:pt idx="3592" c:formatCode="yyyy/m/d">
                  <c:v>41022</c:v>
                </c:pt>
                <c:pt idx="3593" c:formatCode="yyyy/m/d">
                  <c:v>41019</c:v>
                </c:pt>
                <c:pt idx="3594" c:formatCode="yyyy/m/d">
                  <c:v>41018</c:v>
                </c:pt>
                <c:pt idx="3595" c:formatCode="yyyy/m/d">
                  <c:v>41017</c:v>
                </c:pt>
                <c:pt idx="3596" c:formatCode="yyyy/m/d">
                  <c:v>41016</c:v>
                </c:pt>
                <c:pt idx="3597" c:formatCode="yyyy/m/d">
                  <c:v>41015</c:v>
                </c:pt>
                <c:pt idx="3598" c:formatCode="yyyy/m/d">
                  <c:v>41012</c:v>
                </c:pt>
                <c:pt idx="3599" c:formatCode="yyyy/m/d">
                  <c:v>41011</c:v>
                </c:pt>
                <c:pt idx="3600" c:formatCode="yyyy/m/d">
                  <c:v>41010</c:v>
                </c:pt>
                <c:pt idx="3601" c:formatCode="yyyy/m/d">
                  <c:v>41009</c:v>
                </c:pt>
                <c:pt idx="3602" c:formatCode="yyyy/m/d">
                  <c:v>41008</c:v>
                </c:pt>
                <c:pt idx="3603" c:formatCode="yyyy/m/d">
                  <c:v>41005</c:v>
                </c:pt>
                <c:pt idx="3604" c:formatCode="yyyy/m/d">
                  <c:v>41004</c:v>
                </c:pt>
                <c:pt idx="3605" c:formatCode="yyyy/m/d">
                  <c:v>41003</c:v>
                </c:pt>
                <c:pt idx="3606" c:formatCode="yyyy/m/d">
                  <c:v>41002</c:v>
                </c:pt>
                <c:pt idx="3607" c:formatCode="yyyy/m/d">
                  <c:v>41001</c:v>
                </c:pt>
                <c:pt idx="3608" c:formatCode="yyyy/m/d">
                  <c:v>40998</c:v>
                </c:pt>
                <c:pt idx="3609" c:formatCode="yyyy/m/d">
                  <c:v>40997</c:v>
                </c:pt>
                <c:pt idx="3610" c:formatCode="yyyy/m/d">
                  <c:v>40996</c:v>
                </c:pt>
                <c:pt idx="3611" c:formatCode="yyyy/m/d">
                  <c:v>40995</c:v>
                </c:pt>
                <c:pt idx="3612" c:formatCode="yyyy/m/d">
                  <c:v>40994</c:v>
                </c:pt>
                <c:pt idx="3613" c:formatCode="yyyy/m/d">
                  <c:v>40991</c:v>
                </c:pt>
                <c:pt idx="3614" c:formatCode="yyyy/m/d">
                  <c:v>40990</c:v>
                </c:pt>
                <c:pt idx="3615" c:formatCode="yyyy/m/d">
                  <c:v>40989</c:v>
                </c:pt>
                <c:pt idx="3616" c:formatCode="yyyy/m/d">
                  <c:v>40988</c:v>
                </c:pt>
                <c:pt idx="3617" c:formatCode="yyyy/m/d">
                  <c:v>40987</c:v>
                </c:pt>
                <c:pt idx="3618" c:formatCode="yyyy/m/d">
                  <c:v>40984</c:v>
                </c:pt>
                <c:pt idx="3619" c:formatCode="yyyy/m/d">
                  <c:v>40983</c:v>
                </c:pt>
                <c:pt idx="3620" c:formatCode="yyyy/m/d">
                  <c:v>40982</c:v>
                </c:pt>
                <c:pt idx="3621" c:formatCode="yyyy/m/d">
                  <c:v>40981</c:v>
                </c:pt>
                <c:pt idx="3622" c:formatCode="yyyy/m/d">
                  <c:v>40980</c:v>
                </c:pt>
                <c:pt idx="3623" c:formatCode="yyyy/m/d">
                  <c:v>40977</c:v>
                </c:pt>
                <c:pt idx="3624" c:formatCode="yyyy/m/d">
                  <c:v>40976</c:v>
                </c:pt>
                <c:pt idx="3625" c:formatCode="yyyy/m/d">
                  <c:v>40975</c:v>
                </c:pt>
                <c:pt idx="3626" c:formatCode="yyyy/m/d">
                  <c:v>40974</c:v>
                </c:pt>
                <c:pt idx="3627" c:formatCode="yyyy/m/d">
                  <c:v>40973</c:v>
                </c:pt>
                <c:pt idx="3628" c:formatCode="yyyy/m/d">
                  <c:v>40970</c:v>
                </c:pt>
                <c:pt idx="3629" c:formatCode="yyyy/m/d">
                  <c:v>40969</c:v>
                </c:pt>
                <c:pt idx="3630" c:formatCode="yyyy/m/d">
                  <c:v>40968</c:v>
                </c:pt>
                <c:pt idx="3631" c:formatCode="yyyy/m/d">
                  <c:v>40967</c:v>
                </c:pt>
                <c:pt idx="3632" c:formatCode="yyyy/m/d">
                  <c:v>40966</c:v>
                </c:pt>
                <c:pt idx="3633" c:formatCode="yyyy/m/d">
                  <c:v>40963</c:v>
                </c:pt>
                <c:pt idx="3634" c:formatCode="yyyy/m/d">
                  <c:v>40962</c:v>
                </c:pt>
                <c:pt idx="3635" c:formatCode="yyyy/m/d">
                  <c:v>40961</c:v>
                </c:pt>
                <c:pt idx="3636" c:formatCode="yyyy/m/d">
                  <c:v>40960</c:v>
                </c:pt>
                <c:pt idx="3637" c:formatCode="yyyy/m/d">
                  <c:v>40959</c:v>
                </c:pt>
                <c:pt idx="3638" c:formatCode="yyyy/m/d">
                  <c:v>40956</c:v>
                </c:pt>
                <c:pt idx="3639" c:formatCode="yyyy/m/d">
                  <c:v>40955</c:v>
                </c:pt>
                <c:pt idx="3640" c:formatCode="yyyy/m/d">
                  <c:v>40954</c:v>
                </c:pt>
                <c:pt idx="3641" c:formatCode="yyyy/m/d">
                  <c:v>40953</c:v>
                </c:pt>
                <c:pt idx="3642" c:formatCode="yyyy/m/d">
                  <c:v>40952</c:v>
                </c:pt>
                <c:pt idx="3643" c:formatCode="yyyy/m/d">
                  <c:v>40949</c:v>
                </c:pt>
                <c:pt idx="3644" c:formatCode="yyyy/m/d">
                  <c:v>40948</c:v>
                </c:pt>
                <c:pt idx="3645" c:formatCode="yyyy/m/d">
                  <c:v>40947</c:v>
                </c:pt>
                <c:pt idx="3646" c:formatCode="yyyy/m/d">
                  <c:v>40946</c:v>
                </c:pt>
                <c:pt idx="3647" c:formatCode="yyyy/m/d">
                  <c:v>40945</c:v>
                </c:pt>
                <c:pt idx="3648" c:formatCode="yyyy/m/d">
                  <c:v>40942</c:v>
                </c:pt>
                <c:pt idx="3649" c:formatCode="yyyy/m/d">
                  <c:v>40941</c:v>
                </c:pt>
                <c:pt idx="3650" c:formatCode="yyyy/m/d">
                  <c:v>40940</c:v>
                </c:pt>
                <c:pt idx="3651" c:formatCode="yyyy/m/d">
                  <c:v>40939</c:v>
                </c:pt>
                <c:pt idx="3652" c:formatCode="yyyy/m/d">
                  <c:v>40938</c:v>
                </c:pt>
                <c:pt idx="3653" c:formatCode="yyyy/m/d">
                  <c:v>40935</c:v>
                </c:pt>
                <c:pt idx="3654" c:formatCode="yyyy/m/d">
                  <c:v>40934</c:v>
                </c:pt>
                <c:pt idx="3655" c:formatCode="yyyy/m/d">
                  <c:v>40933</c:v>
                </c:pt>
                <c:pt idx="3656" c:formatCode="yyyy/m/d">
                  <c:v>40932</c:v>
                </c:pt>
                <c:pt idx="3657" c:formatCode="yyyy/m/d">
                  <c:v>40931</c:v>
                </c:pt>
                <c:pt idx="3658" c:formatCode="yyyy/m/d">
                  <c:v>40928</c:v>
                </c:pt>
                <c:pt idx="3659" c:formatCode="yyyy/m/d">
                  <c:v>40927</c:v>
                </c:pt>
                <c:pt idx="3660" c:formatCode="yyyy/m/d">
                  <c:v>40926</c:v>
                </c:pt>
                <c:pt idx="3661" c:formatCode="yyyy/m/d">
                  <c:v>40925</c:v>
                </c:pt>
                <c:pt idx="3662" c:formatCode="yyyy/m/d">
                  <c:v>40924</c:v>
                </c:pt>
                <c:pt idx="3663" c:formatCode="yyyy/m/d">
                  <c:v>40921</c:v>
                </c:pt>
                <c:pt idx="3664" c:formatCode="yyyy/m/d">
                  <c:v>40920</c:v>
                </c:pt>
                <c:pt idx="3665" c:formatCode="yyyy/m/d">
                  <c:v>40919</c:v>
                </c:pt>
                <c:pt idx="3666" c:formatCode="yyyy/m/d">
                  <c:v>40918</c:v>
                </c:pt>
                <c:pt idx="3667" c:formatCode="yyyy/m/d">
                  <c:v>40917</c:v>
                </c:pt>
                <c:pt idx="3668" c:formatCode="yyyy/m/d">
                  <c:v>40914</c:v>
                </c:pt>
                <c:pt idx="3669" c:formatCode="yyyy/m/d">
                  <c:v>40913</c:v>
                </c:pt>
                <c:pt idx="3670" c:formatCode="yyyy/m/d">
                  <c:v>40912</c:v>
                </c:pt>
                <c:pt idx="3671" c:formatCode="yyyy/m/d">
                  <c:v>40911</c:v>
                </c:pt>
                <c:pt idx="3672" c:formatCode="yyyy/m/d">
                  <c:v>40910</c:v>
                </c:pt>
                <c:pt idx="3673" c:formatCode="yyyy/m/d">
                  <c:v>40907</c:v>
                </c:pt>
                <c:pt idx="3674" c:formatCode="yyyy/m/d">
                  <c:v>40906</c:v>
                </c:pt>
                <c:pt idx="3675" c:formatCode="yyyy/m/d">
                  <c:v>40905</c:v>
                </c:pt>
                <c:pt idx="3676" c:formatCode="yyyy/m/d">
                  <c:v>40904</c:v>
                </c:pt>
                <c:pt idx="3677" c:formatCode="yyyy/m/d">
                  <c:v>40903</c:v>
                </c:pt>
                <c:pt idx="3678" c:formatCode="yyyy/m/d">
                  <c:v>40900</c:v>
                </c:pt>
                <c:pt idx="3679" c:formatCode="yyyy/m/d">
                  <c:v>40899</c:v>
                </c:pt>
                <c:pt idx="3680" c:formatCode="yyyy/m/d">
                  <c:v>40898</c:v>
                </c:pt>
                <c:pt idx="3681" c:formatCode="yyyy/m/d">
                  <c:v>40897</c:v>
                </c:pt>
                <c:pt idx="3682" c:formatCode="yyyy/m/d">
                  <c:v>40896</c:v>
                </c:pt>
                <c:pt idx="3683" c:formatCode="yyyy/m/d">
                  <c:v>40893</c:v>
                </c:pt>
                <c:pt idx="3684" c:formatCode="yyyy/m/d">
                  <c:v>40892</c:v>
                </c:pt>
                <c:pt idx="3685" c:formatCode="yyyy/m/d">
                  <c:v>40891</c:v>
                </c:pt>
                <c:pt idx="3686" c:formatCode="yyyy/m/d">
                  <c:v>40890</c:v>
                </c:pt>
                <c:pt idx="3687" c:formatCode="yyyy/m/d">
                  <c:v>40889</c:v>
                </c:pt>
                <c:pt idx="3688" c:formatCode="yyyy/m/d">
                  <c:v>40886</c:v>
                </c:pt>
                <c:pt idx="3689" c:formatCode="yyyy/m/d">
                  <c:v>40885</c:v>
                </c:pt>
                <c:pt idx="3690" c:formatCode="yyyy/m/d">
                  <c:v>40884</c:v>
                </c:pt>
                <c:pt idx="3691" c:formatCode="yyyy/m/d">
                  <c:v>40883</c:v>
                </c:pt>
                <c:pt idx="3692" c:formatCode="yyyy/m/d">
                  <c:v>40882</c:v>
                </c:pt>
                <c:pt idx="3693" c:formatCode="yyyy/m/d">
                  <c:v>40879</c:v>
                </c:pt>
                <c:pt idx="3694" c:formatCode="yyyy/m/d">
                  <c:v>40878</c:v>
                </c:pt>
                <c:pt idx="3695" c:formatCode="yyyy/m/d">
                  <c:v>40877</c:v>
                </c:pt>
                <c:pt idx="3696" c:formatCode="yyyy/m/d">
                  <c:v>40876</c:v>
                </c:pt>
                <c:pt idx="3697" c:formatCode="yyyy/m/d">
                  <c:v>40875</c:v>
                </c:pt>
                <c:pt idx="3698" c:formatCode="yyyy/m/d">
                  <c:v>40872</c:v>
                </c:pt>
                <c:pt idx="3699" c:formatCode="yyyy/m/d">
                  <c:v>40871</c:v>
                </c:pt>
                <c:pt idx="3700" c:formatCode="yyyy/m/d">
                  <c:v>40870</c:v>
                </c:pt>
                <c:pt idx="3701" c:formatCode="yyyy/m/d">
                  <c:v>40869</c:v>
                </c:pt>
                <c:pt idx="3702" c:formatCode="yyyy/m/d">
                  <c:v>40868</c:v>
                </c:pt>
                <c:pt idx="3703" c:formatCode="yyyy/m/d">
                  <c:v>40865</c:v>
                </c:pt>
                <c:pt idx="3704" c:formatCode="yyyy/m/d">
                  <c:v>40864</c:v>
                </c:pt>
                <c:pt idx="3705" c:formatCode="yyyy/m/d">
                  <c:v>40863</c:v>
                </c:pt>
                <c:pt idx="3706" c:formatCode="yyyy/m/d">
                  <c:v>40862</c:v>
                </c:pt>
                <c:pt idx="3707" c:formatCode="yyyy/m/d">
                  <c:v>40861</c:v>
                </c:pt>
                <c:pt idx="3708" c:formatCode="yyyy/m/d">
                  <c:v>40858</c:v>
                </c:pt>
                <c:pt idx="3709" c:formatCode="yyyy/m/d">
                  <c:v>40857</c:v>
                </c:pt>
                <c:pt idx="3710" c:formatCode="yyyy/m/d">
                  <c:v>40856</c:v>
                </c:pt>
                <c:pt idx="3711" c:formatCode="yyyy/m/d">
                  <c:v>40855</c:v>
                </c:pt>
                <c:pt idx="3712" c:formatCode="yyyy/m/d">
                  <c:v>40854</c:v>
                </c:pt>
                <c:pt idx="3713" c:formatCode="yyyy/m/d">
                  <c:v>40851</c:v>
                </c:pt>
                <c:pt idx="3714" c:formatCode="yyyy/m/d">
                  <c:v>40850</c:v>
                </c:pt>
                <c:pt idx="3715" c:formatCode="yyyy/m/d">
                  <c:v>40849</c:v>
                </c:pt>
                <c:pt idx="3716" c:formatCode="yyyy/m/d">
                  <c:v>40848</c:v>
                </c:pt>
                <c:pt idx="3717" c:formatCode="yyyy/m/d">
                  <c:v>40847</c:v>
                </c:pt>
                <c:pt idx="3718" c:formatCode="yyyy/m/d">
                  <c:v>40844</c:v>
                </c:pt>
                <c:pt idx="3719" c:formatCode="yyyy/m/d">
                  <c:v>40843</c:v>
                </c:pt>
                <c:pt idx="3720" c:formatCode="yyyy/m/d">
                  <c:v>40842</c:v>
                </c:pt>
                <c:pt idx="3721" c:formatCode="yyyy/m/d">
                  <c:v>40841</c:v>
                </c:pt>
                <c:pt idx="3722" c:formatCode="yyyy/m/d">
                  <c:v>40840</c:v>
                </c:pt>
                <c:pt idx="3723" c:formatCode="yyyy/m/d">
                  <c:v>40837</c:v>
                </c:pt>
                <c:pt idx="3724" c:formatCode="yyyy/m/d">
                  <c:v>40836</c:v>
                </c:pt>
                <c:pt idx="3725" c:formatCode="yyyy/m/d">
                  <c:v>40835</c:v>
                </c:pt>
                <c:pt idx="3726" c:formatCode="yyyy/m/d">
                  <c:v>40834</c:v>
                </c:pt>
                <c:pt idx="3727" c:formatCode="yyyy/m/d">
                  <c:v>40833</c:v>
                </c:pt>
                <c:pt idx="3728" c:formatCode="yyyy/m/d">
                  <c:v>40830</c:v>
                </c:pt>
                <c:pt idx="3729" c:formatCode="yyyy/m/d">
                  <c:v>40829</c:v>
                </c:pt>
                <c:pt idx="3730" c:formatCode="yyyy/m/d">
                  <c:v>40828</c:v>
                </c:pt>
                <c:pt idx="3731" c:formatCode="yyyy/m/d">
                  <c:v>40827</c:v>
                </c:pt>
                <c:pt idx="3732" c:formatCode="yyyy/m/d">
                  <c:v>40826</c:v>
                </c:pt>
                <c:pt idx="3733" c:formatCode="yyyy/m/d">
                  <c:v>40823</c:v>
                </c:pt>
                <c:pt idx="3734" c:formatCode="yyyy/m/d">
                  <c:v>40822</c:v>
                </c:pt>
                <c:pt idx="3735" c:formatCode="yyyy/m/d">
                  <c:v>40821</c:v>
                </c:pt>
                <c:pt idx="3736" c:formatCode="yyyy/m/d">
                  <c:v>40820</c:v>
                </c:pt>
                <c:pt idx="3737" c:formatCode="yyyy/m/d">
                  <c:v>40819</c:v>
                </c:pt>
                <c:pt idx="3738" c:formatCode="yyyy/m/d">
                  <c:v>40816</c:v>
                </c:pt>
                <c:pt idx="3739" c:formatCode="yyyy/m/d">
                  <c:v>40815</c:v>
                </c:pt>
                <c:pt idx="3740" c:formatCode="yyyy/m/d">
                  <c:v>40814</c:v>
                </c:pt>
                <c:pt idx="3741" c:formatCode="yyyy/m/d">
                  <c:v>40813</c:v>
                </c:pt>
                <c:pt idx="3742" c:formatCode="yyyy/m/d">
                  <c:v>40812</c:v>
                </c:pt>
                <c:pt idx="3743" c:formatCode="yyyy/m/d">
                  <c:v>40809</c:v>
                </c:pt>
                <c:pt idx="3744" c:formatCode="yyyy/m/d">
                  <c:v>40808</c:v>
                </c:pt>
                <c:pt idx="3745" c:formatCode="yyyy/m/d">
                  <c:v>40807</c:v>
                </c:pt>
                <c:pt idx="3746" c:formatCode="yyyy/m/d">
                  <c:v>40806</c:v>
                </c:pt>
                <c:pt idx="3747" c:formatCode="yyyy/m/d">
                  <c:v>40805</c:v>
                </c:pt>
                <c:pt idx="3748" c:formatCode="yyyy/m/d">
                  <c:v>40802</c:v>
                </c:pt>
                <c:pt idx="3749" c:formatCode="yyyy/m/d">
                  <c:v>40801</c:v>
                </c:pt>
                <c:pt idx="3750" c:formatCode="yyyy/m/d">
                  <c:v>40800</c:v>
                </c:pt>
                <c:pt idx="3751" c:formatCode="yyyy/m/d">
                  <c:v>40799</c:v>
                </c:pt>
                <c:pt idx="3752" c:formatCode="yyyy/m/d">
                  <c:v>40798</c:v>
                </c:pt>
                <c:pt idx="3753" c:formatCode="yyyy/m/d">
                  <c:v>40795</c:v>
                </c:pt>
                <c:pt idx="3754" c:formatCode="yyyy/m/d">
                  <c:v>40794</c:v>
                </c:pt>
                <c:pt idx="3755" c:formatCode="yyyy/m/d">
                  <c:v>40793</c:v>
                </c:pt>
                <c:pt idx="3756" c:formatCode="yyyy/m/d">
                  <c:v>40792</c:v>
                </c:pt>
                <c:pt idx="3757" c:formatCode="yyyy/m/d">
                  <c:v>40791</c:v>
                </c:pt>
                <c:pt idx="3758" c:formatCode="yyyy/m/d">
                  <c:v>40788</c:v>
                </c:pt>
                <c:pt idx="3759" c:formatCode="yyyy/m/d">
                  <c:v>40787</c:v>
                </c:pt>
                <c:pt idx="3760" c:formatCode="yyyy/m/d">
                  <c:v>40786</c:v>
                </c:pt>
                <c:pt idx="3761" c:formatCode="yyyy/m/d">
                  <c:v>40785</c:v>
                </c:pt>
                <c:pt idx="3762" c:formatCode="yyyy/m/d">
                  <c:v>40784</c:v>
                </c:pt>
                <c:pt idx="3763" c:formatCode="yyyy/m/d">
                  <c:v>40781</c:v>
                </c:pt>
                <c:pt idx="3764" c:formatCode="yyyy/m/d">
                  <c:v>40780</c:v>
                </c:pt>
                <c:pt idx="3765" c:formatCode="yyyy/m/d">
                  <c:v>40779</c:v>
                </c:pt>
                <c:pt idx="3766" c:formatCode="yyyy/m/d">
                  <c:v>40778</c:v>
                </c:pt>
                <c:pt idx="3767" c:formatCode="yyyy/m/d">
                  <c:v>40777</c:v>
                </c:pt>
                <c:pt idx="3768" c:formatCode="yyyy/m/d">
                  <c:v>40774</c:v>
                </c:pt>
                <c:pt idx="3769" c:formatCode="yyyy/m/d">
                  <c:v>40773</c:v>
                </c:pt>
                <c:pt idx="3770" c:formatCode="yyyy/m/d">
                  <c:v>40772</c:v>
                </c:pt>
                <c:pt idx="3771" c:formatCode="yyyy/m/d">
                  <c:v>40771</c:v>
                </c:pt>
                <c:pt idx="3772" c:formatCode="yyyy/m/d">
                  <c:v>40770</c:v>
                </c:pt>
                <c:pt idx="3773" c:formatCode="yyyy/m/d">
                  <c:v>40767</c:v>
                </c:pt>
                <c:pt idx="3774" c:formatCode="yyyy/m/d">
                  <c:v>40766</c:v>
                </c:pt>
                <c:pt idx="3775" c:formatCode="yyyy/m/d">
                  <c:v>40765</c:v>
                </c:pt>
                <c:pt idx="3776" c:formatCode="yyyy/m/d">
                  <c:v>40764</c:v>
                </c:pt>
                <c:pt idx="3777" c:formatCode="yyyy/m/d">
                  <c:v>40763</c:v>
                </c:pt>
                <c:pt idx="3778" c:formatCode="yyyy/m/d">
                  <c:v>40760</c:v>
                </c:pt>
                <c:pt idx="3779" c:formatCode="yyyy/m/d">
                  <c:v>40759</c:v>
                </c:pt>
                <c:pt idx="3780" c:formatCode="yyyy/m/d">
                  <c:v>40758</c:v>
                </c:pt>
                <c:pt idx="3781" c:formatCode="yyyy/m/d">
                  <c:v>40757</c:v>
                </c:pt>
                <c:pt idx="3782" c:formatCode="yyyy/m/d">
                  <c:v>40756</c:v>
                </c:pt>
                <c:pt idx="3783" c:formatCode="yyyy/m/d">
                  <c:v>40753</c:v>
                </c:pt>
                <c:pt idx="3784" c:formatCode="yyyy/m/d">
                  <c:v>40752</c:v>
                </c:pt>
                <c:pt idx="3785" c:formatCode="yyyy/m/d">
                  <c:v>40751</c:v>
                </c:pt>
                <c:pt idx="3786" c:formatCode="yyyy/m/d">
                  <c:v>40750</c:v>
                </c:pt>
                <c:pt idx="3787" c:formatCode="yyyy/m/d">
                  <c:v>40749</c:v>
                </c:pt>
                <c:pt idx="3788" c:formatCode="yyyy/m/d">
                  <c:v>40746</c:v>
                </c:pt>
                <c:pt idx="3789" c:formatCode="yyyy/m/d">
                  <c:v>40745</c:v>
                </c:pt>
                <c:pt idx="3790" c:formatCode="yyyy/m/d">
                  <c:v>40744</c:v>
                </c:pt>
                <c:pt idx="3791" c:formatCode="yyyy/m/d">
                  <c:v>40743</c:v>
                </c:pt>
                <c:pt idx="3792" c:formatCode="yyyy/m/d">
                  <c:v>40742</c:v>
                </c:pt>
                <c:pt idx="3793" c:formatCode="yyyy/m/d">
                  <c:v>40739</c:v>
                </c:pt>
                <c:pt idx="3794" c:formatCode="yyyy/m/d">
                  <c:v>40738</c:v>
                </c:pt>
                <c:pt idx="3795" c:formatCode="yyyy/m/d">
                  <c:v>40737</c:v>
                </c:pt>
                <c:pt idx="3796" c:formatCode="yyyy/m/d">
                  <c:v>40736</c:v>
                </c:pt>
                <c:pt idx="3797" c:formatCode="yyyy/m/d">
                  <c:v>40735</c:v>
                </c:pt>
                <c:pt idx="3798" c:formatCode="yyyy/m/d">
                  <c:v>40732</c:v>
                </c:pt>
                <c:pt idx="3799" c:formatCode="yyyy/m/d">
                  <c:v>40731</c:v>
                </c:pt>
                <c:pt idx="3800" c:formatCode="yyyy/m/d">
                  <c:v>40730</c:v>
                </c:pt>
                <c:pt idx="3801" c:formatCode="yyyy/m/d">
                  <c:v>40729</c:v>
                </c:pt>
                <c:pt idx="3802" c:formatCode="yyyy/m/d">
                  <c:v>40728</c:v>
                </c:pt>
                <c:pt idx="3803" c:formatCode="yyyy/m/d">
                  <c:v>40725</c:v>
                </c:pt>
                <c:pt idx="3804" c:formatCode="yyyy/m/d">
                  <c:v>40724</c:v>
                </c:pt>
                <c:pt idx="3805" c:formatCode="yyyy/m/d">
                  <c:v>40723</c:v>
                </c:pt>
                <c:pt idx="3806" c:formatCode="yyyy/m/d">
                  <c:v>40722</c:v>
                </c:pt>
                <c:pt idx="3807" c:formatCode="yyyy/m/d">
                  <c:v>40721</c:v>
                </c:pt>
                <c:pt idx="3808" c:formatCode="yyyy/m/d">
                  <c:v>40718</c:v>
                </c:pt>
                <c:pt idx="3809" c:formatCode="yyyy/m/d">
                  <c:v>40717</c:v>
                </c:pt>
                <c:pt idx="3810" c:formatCode="yyyy/m/d">
                  <c:v>40716</c:v>
                </c:pt>
                <c:pt idx="3811" c:formatCode="yyyy/m/d">
                  <c:v>40715</c:v>
                </c:pt>
                <c:pt idx="3812" c:formatCode="yyyy/m/d">
                  <c:v>40714</c:v>
                </c:pt>
                <c:pt idx="3813" c:formatCode="yyyy/m/d">
                  <c:v>40711</c:v>
                </c:pt>
                <c:pt idx="3814" c:formatCode="yyyy/m/d">
                  <c:v>40710</c:v>
                </c:pt>
                <c:pt idx="3815" c:formatCode="yyyy/m/d">
                  <c:v>40709</c:v>
                </c:pt>
                <c:pt idx="3816" c:formatCode="yyyy/m/d">
                  <c:v>40708</c:v>
                </c:pt>
                <c:pt idx="3817" c:formatCode="yyyy/m/d">
                  <c:v>40707</c:v>
                </c:pt>
                <c:pt idx="3818" c:formatCode="yyyy/m/d">
                  <c:v>40704</c:v>
                </c:pt>
                <c:pt idx="3819" c:formatCode="yyyy/m/d">
                  <c:v>40703</c:v>
                </c:pt>
                <c:pt idx="3820" c:formatCode="yyyy/m/d">
                  <c:v>40702</c:v>
                </c:pt>
                <c:pt idx="3821" c:formatCode="yyyy/m/d">
                  <c:v>40701</c:v>
                </c:pt>
                <c:pt idx="3822" c:formatCode="yyyy/m/d">
                  <c:v>40700</c:v>
                </c:pt>
                <c:pt idx="3823" c:formatCode="yyyy/m/d">
                  <c:v>40697</c:v>
                </c:pt>
                <c:pt idx="3824" c:formatCode="yyyy/m/d">
                  <c:v>40696</c:v>
                </c:pt>
                <c:pt idx="3825" c:formatCode="yyyy/m/d">
                  <c:v>40695</c:v>
                </c:pt>
                <c:pt idx="3826" c:formatCode="yyyy/m/d">
                  <c:v>40694</c:v>
                </c:pt>
                <c:pt idx="3827" c:formatCode="yyyy/m/d">
                  <c:v>40693</c:v>
                </c:pt>
                <c:pt idx="3828" c:formatCode="yyyy/m/d">
                  <c:v>40690</c:v>
                </c:pt>
                <c:pt idx="3829" c:formatCode="yyyy/m/d">
                  <c:v>40689</c:v>
                </c:pt>
                <c:pt idx="3830" c:formatCode="yyyy/m/d">
                  <c:v>40688</c:v>
                </c:pt>
                <c:pt idx="3831" c:formatCode="yyyy/m/d">
                  <c:v>40687</c:v>
                </c:pt>
                <c:pt idx="3832" c:formatCode="yyyy/m/d">
                  <c:v>40686</c:v>
                </c:pt>
                <c:pt idx="3833" c:formatCode="yyyy/m/d">
                  <c:v>40683</c:v>
                </c:pt>
                <c:pt idx="3834" c:formatCode="yyyy/m/d">
                  <c:v>40682</c:v>
                </c:pt>
                <c:pt idx="3835" c:formatCode="yyyy/m/d">
                  <c:v>40681</c:v>
                </c:pt>
                <c:pt idx="3836" c:formatCode="yyyy/m/d">
                  <c:v>40680</c:v>
                </c:pt>
                <c:pt idx="3837" c:formatCode="yyyy/m/d">
                  <c:v>40679</c:v>
                </c:pt>
                <c:pt idx="3838" c:formatCode="yyyy/m/d">
                  <c:v>40676</c:v>
                </c:pt>
                <c:pt idx="3839" c:formatCode="yyyy/m/d">
                  <c:v>40675</c:v>
                </c:pt>
                <c:pt idx="3840" c:formatCode="yyyy/m/d">
                  <c:v>40674</c:v>
                </c:pt>
                <c:pt idx="3841" c:formatCode="yyyy/m/d">
                  <c:v>40673</c:v>
                </c:pt>
                <c:pt idx="3842" c:formatCode="yyyy/m/d">
                  <c:v>40672</c:v>
                </c:pt>
                <c:pt idx="3843" c:formatCode="yyyy/m/d">
                  <c:v>40669</c:v>
                </c:pt>
                <c:pt idx="3844" c:formatCode="yyyy/m/d">
                  <c:v>40668</c:v>
                </c:pt>
                <c:pt idx="3845" c:formatCode="yyyy/m/d">
                  <c:v>40667</c:v>
                </c:pt>
                <c:pt idx="3846" c:formatCode="yyyy/m/d">
                  <c:v>40666</c:v>
                </c:pt>
                <c:pt idx="3847" c:formatCode="yyyy/m/d">
                  <c:v>40665</c:v>
                </c:pt>
                <c:pt idx="3848" c:formatCode="yyyy/m/d">
                  <c:v>40662</c:v>
                </c:pt>
                <c:pt idx="3849" c:formatCode="yyyy/m/d">
                  <c:v>40661</c:v>
                </c:pt>
                <c:pt idx="3850" c:formatCode="yyyy/m/d">
                  <c:v>40660</c:v>
                </c:pt>
                <c:pt idx="3851" c:formatCode="yyyy/m/d">
                  <c:v>40659</c:v>
                </c:pt>
                <c:pt idx="3852" c:formatCode="yyyy/m/d">
                  <c:v>40658</c:v>
                </c:pt>
                <c:pt idx="3853" c:formatCode="yyyy/m/d">
                  <c:v>40655</c:v>
                </c:pt>
                <c:pt idx="3854" c:formatCode="yyyy/m/d">
                  <c:v>40654</c:v>
                </c:pt>
                <c:pt idx="3855" c:formatCode="yyyy/m/d">
                  <c:v>40653</c:v>
                </c:pt>
                <c:pt idx="3856" c:formatCode="yyyy/m/d">
                  <c:v>40652</c:v>
                </c:pt>
                <c:pt idx="3857" c:formatCode="yyyy/m/d">
                  <c:v>40651</c:v>
                </c:pt>
                <c:pt idx="3858" c:formatCode="yyyy/m/d">
                  <c:v>40648</c:v>
                </c:pt>
                <c:pt idx="3859" c:formatCode="yyyy/m/d">
                  <c:v>40647</c:v>
                </c:pt>
                <c:pt idx="3860" c:formatCode="yyyy/m/d">
                  <c:v>40646</c:v>
                </c:pt>
                <c:pt idx="3861" c:formatCode="yyyy/m/d">
                  <c:v>40645</c:v>
                </c:pt>
                <c:pt idx="3862" c:formatCode="yyyy/m/d">
                  <c:v>40644</c:v>
                </c:pt>
                <c:pt idx="3863" c:formatCode="yyyy/m/d">
                  <c:v>40641</c:v>
                </c:pt>
                <c:pt idx="3864" c:formatCode="yyyy/m/d">
                  <c:v>40640</c:v>
                </c:pt>
                <c:pt idx="3865" c:formatCode="yyyy/m/d">
                  <c:v>40639</c:v>
                </c:pt>
                <c:pt idx="3866" c:formatCode="yyyy/m/d">
                  <c:v>40638</c:v>
                </c:pt>
                <c:pt idx="3867" c:formatCode="yyyy/m/d">
                  <c:v>40637</c:v>
                </c:pt>
                <c:pt idx="3868" c:formatCode="yyyy/m/d">
                  <c:v>40634</c:v>
                </c:pt>
                <c:pt idx="3869" c:formatCode="yyyy/m/d">
                  <c:v>40633</c:v>
                </c:pt>
                <c:pt idx="3870" c:formatCode="yyyy/m/d">
                  <c:v>40632</c:v>
                </c:pt>
                <c:pt idx="3871" c:formatCode="yyyy/m/d">
                  <c:v>40631</c:v>
                </c:pt>
                <c:pt idx="3872" c:formatCode="yyyy/m/d">
                  <c:v>40630</c:v>
                </c:pt>
                <c:pt idx="3873" c:formatCode="yyyy/m/d">
                  <c:v>40627</c:v>
                </c:pt>
                <c:pt idx="3874" c:formatCode="yyyy/m/d">
                  <c:v>40626</c:v>
                </c:pt>
                <c:pt idx="3875" c:formatCode="yyyy/m/d">
                  <c:v>40625</c:v>
                </c:pt>
                <c:pt idx="3876" c:formatCode="yyyy/m/d">
                  <c:v>40624</c:v>
                </c:pt>
                <c:pt idx="3877" c:formatCode="yyyy/m/d">
                  <c:v>40623</c:v>
                </c:pt>
                <c:pt idx="3878" c:formatCode="yyyy/m/d">
                  <c:v>40620</c:v>
                </c:pt>
                <c:pt idx="3879" c:formatCode="yyyy/m/d">
                  <c:v>40619</c:v>
                </c:pt>
                <c:pt idx="3880" c:formatCode="yyyy/m/d">
                  <c:v>40618</c:v>
                </c:pt>
                <c:pt idx="3881" c:formatCode="yyyy/m/d">
                  <c:v>40617</c:v>
                </c:pt>
                <c:pt idx="3882" c:formatCode="yyyy/m/d">
                  <c:v>40616</c:v>
                </c:pt>
                <c:pt idx="3883" c:formatCode="yyyy/m/d">
                  <c:v>40613</c:v>
                </c:pt>
                <c:pt idx="3884" c:formatCode="yyyy/m/d">
                  <c:v>40612</c:v>
                </c:pt>
                <c:pt idx="3885" c:formatCode="yyyy/m/d">
                  <c:v>40611</c:v>
                </c:pt>
                <c:pt idx="3886" c:formatCode="yyyy/m/d">
                  <c:v>40610</c:v>
                </c:pt>
                <c:pt idx="3887" c:formatCode="yyyy/m/d">
                  <c:v>40609</c:v>
                </c:pt>
                <c:pt idx="3888" c:formatCode="yyyy/m/d">
                  <c:v>40606</c:v>
                </c:pt>
                <c:pt idx="3889" c:formatCode="yyyy/m/d">
                  <c:v>40605</c:v>
                </c:pt>
                <c:pt idx="3890" c:formatCode="yyyy/m/d">
                  <c:v>40604</c:v>
                </c:pt>
                <c:pt idx="3891" c:formatCode="yyyy/m/d">
                  <c:v>40603</c:v>
                </c:pt>
                <c:pt idx="3892" c:formatCode="yyyy/m/d">
                  <c:v>40602</c:v>
                </c:pt>
                <c:pt idx="3893" c:formatCode="yyyy/m/d">
                  <c:v>40599</c:v>
                </c:pt>
                <c:pt idx="3894" c:formatCode="yyyy/m/d">
                  <c:v>40598</c:v>
                </c:pt>
                <c:pt idx="3895" c:formatCode="yyyy/m/d">
                  <c:v>40597</c:v>
                </c:pt>
                <c:pt idx="3896" c:formatCode="yyyy/m/d">
                  <c:v>40596</c:v>
                </c:pt>
                <c:pt idx="3897" c:formatCode="yyyy/m/d">
                  <c:v>40595</c:v>
                </c:pt>
                <c:pt idx="3898" c:formatCode="yyyy/m/d">
                  <c:v>40592</c:v>
                </c:pt>
                <c:pt idx="3899" c:formatCode="yyyy/m/d">
                  <c:v>40591</c:v>
                </c:pt>
                <c:pt idx="3900" c:formatCode="yyyy/m/d">
                  <c:v>40590</c:v>
                </c:pt>
                <c:pt idx="3901" c:formatCode="yyyy/m/d">
                  <c:v>40589</c:v>
                </c:pt>
                <c:pt idx="3902" c:formatCode="yyyy/m/d">
                  <c:v>40588</c:v>
                </c:pt>
                <c:pt idx="3903" c:formatCode="yyyy/m/d">
                  <c:v>40585</c:v>
                </c:pt>
                <c:pt idx="3904" c:formatCode="yyyy/m/d">
                  <c:v>40584</c:v>
                </c:pt>
                <c:pt idx="3905" c:formatCode="yyyy/m/d">
                  <c:v>40583</c:v>
                </c:pt>
                <c:pt idx="3906" c:formatCode="yyyy/m/d">
                  <c:v>40582</c:v>
                </c:pt>
                <c:pt idx="3907" c:formatCode="yyyy/m/d">
                  <c:v>40581</c:v>
                </c:pt>
                <c:pt idx="3908" c:formatCode="yyyy/m/d">
                  <c:v>40578</c:v>
                </c:pt>
                <c:pt idx="3909" c:formatCode="yyyy/m/d">
                  <c:v>40577</c:v>
                </c:pt>
                <c:pt idx="3910" c:formatCode="yyyy/m/d">
                  <c:v>40576</c:v>
                </c:pt>
                <c:pt idx="3911" c:formatCode="yyyy/m/d">
                  <c:v>40575</c:v>
                </c:pt>
                <c:pt idx="3912" c:formatCode="yyyy/m/d">
                  <c:v>40574</c:v>
                </c:pt>
                <c:pt idx="3913" c:formatCode="yyyy/m/d">
                  <c:v>40571</c:v>
                </c:pt>
                <c:pt idx="3914" c:formatCode="yyyy/m/d">
                  <c:v>40570</c:v>
                </c:pt>
                <c:pt idx="3915" c:formatCode="yyyy/m/d">
                  <c:v>40569</c:v>
                </c:pt>
                <c:pt idx="3916" c:formatCode="yyyy/m/d">
                  <c:v>40568</c:v>
                </c:pt>
                <c:pt idx="3917" c:formatCode="yyyy/m/d">
                  <c:v>40567</c:v>
                </c:pt>
                <c:pt idx="3918" c:formatCode="yyyy/m/d">
                  <c:v>40564</c:v>
                </c:pt>
                <c:pt idx="3919" c:formatCode="yyyy/m/d">
                  <c:v>40563</c:v>
                </c:pt>
                <c:pt idx="3920" c:formatCode="yyyy/m/d">
                  <c:v>40562</c:v>
                </c:pt>
                <c:pt idx="3921" c:formatCode="yyyy/m/d">
                  <c:v>40561</c:v>
                </c:pt>
                <c:pt idx="3922" c:formatCode="yyyy/m/d">
                  <c:v>40560</c:v>
                </c:pt>
                <c:pt idx="3923" c:formatCode="yyyy/m/d">
                  <c:v>40557</c:v>
                </c:pt>
                <c:pt idx="3924" c:formatCode="yyyy/m/d">
                  <c:v>40556</c:v>
                </c:pt>
                <c:pt idx="3925" c:formatCode="yyyy/m/d">
                  <c:v>40555</c:v>
                </c:pt>
                <c:pt idx="3926" c:formatCode="yyyy/m/d">
                  <c:v>40554</c:v>
                </c:pt>
                <c:pt idx="3927" c:formatCode="yyyy/m/d">
                  <c:v>40553</c:v>
                </c:pt>
                <c:pt idx="3928" c:formatCode="yyyy/m/d">
                  <c:v>40550</c:v>
                </c:pt>
                <c:pt idx="3929" c:formatCode="yyyy/m/d">
                  <c:v>40549</c:v>
                </c:pt>
                <c:pt idx="3930" c:formatCode="yyyy/m/d">
                  <c:v>40548</c:v>
                </c:pt>
                <c:pt idx="3931" c:formatCode="yyyy/m/d">
                  <c:v>40547</c:v>
                </c:pt>
                <c:pt idx="3932" c:formatCode="yyyy/m/d">
                  <c:v>40546</c:v>
                </c:pt>
                <c:pt idx="3933" c:formatCode="yyyy/m/d">
                  <c:v>40543</c:v>
                </c:pt>
                <c:pt idx="3934" c:formatCode="yyyy/m/d">
                  <c:v>40542</c:v>
                </c:pt>
                <c:pt idx="3935" c:formatCode="yyyy/m/d">
                  <c:v>40541</c:v>
                </c:pt>
                <c:pt idx="3936" c:formatCode="yyyy/m/d">
                  <c:v>40540</c:v>
                </c:pt>
                <c:pt idx="3937" c:formatCode="yyyy/m/d">
                  <c:v>40539</c:v>
                </c:pt>
                <c:pt idx="3938" c:formatCode="yyyy/m/d">
                  <c:v>40536</c:v>
                </c:pt>
                <c:pt idx="3939" c:formatCode="yyyy/m/d">
                  <c:v>40535</c:v>
                </c:pt>
                <c:pt idx="3940" c:formatCode="yyyy/m/d">
                  <c:v>40534</c:v>
                </c:pt>
                <c:pt idx="3941" c:formatCode="yyyy/m/d">
                  <c:v>40533</c:v>
                </c:pt>
                <c:pt idx="3942" c:formatCode="yyyy/m/d">
                  <c:v>40532</c:v>
                </c:pt>
                <c:pt idx="3943" c:formatCode="yyyy/m/d">
                  <c:v>40529</c:v>
                </c:pt>
                <c:pt idx="3944" c:formatCode="yyyy/m/d">
                  <c:v>40528</c:v>
                </c:pt>
                <c:pt idx="3945" c:formatCode="yyyy/m/d">
                  <c:v>40527</c:v>
                </c:pt>
                <c:pt idx="3946" c:formatCode="yyyy/m/d">
                  <c:v>40526</c:v>
                </c:pt>
                <c:pt idx="3947" c:formatCode="yyyy/m/d">
                  <c:v>40525</c:v>
                </c:pt>
                <c:pt idx="3948" c:formatCode="yyyy/m/d">
                  <c:v>40522</c:v>
                </c:pt>
                <c:pt idx="3949" c:formatCode="yyyy/m/d">
                  <c:v>40521</c:v>
                </c:pt>
                <c:pt idx="3950" c:formatCode="yyyy/m/d">
                  <c:v>40520</c:v>
                </c:pt>
                <c:pt idx="3951" c:formatCode="yyyy/m/d">
                  <c:v>40519</c:v>
                </c:pt>
                <c:pt idx="3952" c:formatCode="yyyy/m/d">
                  <c:v>40518</c:v>
                </c:pt>
                <c:pt idx="3953" c:formatCode="yyyy/m/d">
                  <c:v>40515</c:v>
                </c:pt>
                <c:pt idx="3954" c:formatCode="yyyy/m/d">
                  <c:v>40514</c:v>
                </c:pt>
                <c:pt idx="3955" c:formatCode="yyyy/m/d">
                  <c:v>40513</c:v>
                </c:pt>
                <c:pt idx="3956" c:formatCode="yyyy/m/d">
                  <c:v>40512</c:v>
                </c:pt>
                <c:pt idx="3957" c:formatCode="yyyy/m/d">
                  <c:v>40511</c:v>
                </c:pt>
                <c:pt idx="3958" c:formatCode="yyyy/m/d">
                  <c:v>40508</c:v>
                </c:pt>
                <c:pt idx="3959" c:formatCode="yyyy/m/d">
                  <c:v>40507</c:v>
                </c:pt>
                <c:pt idx="3960" c:formatCode="yyyy/m/d">
                  <c:v>40506</c:v>
                </c:pt>
                <c:pt idx="3961" c:formatCode="yyyy/m/d">
                  <c:v>40505</c:v>
                </c:pt>
                <c:pt idx="3962" c:formatCode="yyyy/m/d">
                  <c:v>40504</c:v>
                </c:pt>
                <c:pt idx="3963" c:formatCode="yyyy/m/d">
                  <c:v>40501</c:v>
                </c:pt>
                <c:pt idx="3964" c:formatCode="yyyy/m/d">
                  <c:v>40500</c:v>
                </c:pt>
                <c:pt idx="3965" c:formatCode="yyyy/m/d">
                  <c:v>40499</c:v>
                </c:pt>
                <c:pt idx="3966" c:formatCode="yyyy/m/d">
                  <c:v>40498</c:v>
                </c:pt>
                <c:pt idx="3967" c:formatCode="yyyy/m/d">
                  <c:v>40497</c:v>
                </c:pt>
                <c:pt idx="3968" c:formatCode="yyyy/m/d">
                  <c:v>40494</c:v>
                </c:pt>
                <c:pt idx="3969" c:formatCode="yyyy/m/d">
                  <c:v>40493</c:v>
                </c:pt>
                <c:pt idx="3970" c:formatCode="yyyy/m/d">
                  <c:v>40492</c:v>
                </c:pt>
                <c:pt idx="3971" c:formatCode="yyyy/m/d">
                  <c:v>40491</c:v>
                </c:pt>
                <c:pt idx="3972" c:formatCode="yyyy/m/d">
                  <c:v>40490</c:v>
                </c:pt>
                <c:pt idx="3973" c:formatCode="yyyy/m/d">
                  <c:v>40487</c:v>
                </c:pt>
                <c:pt idx="3974" c:formatCode="yyyy/m/d">
                  <c:v>40486</c:v>
                </c:pt>
                <c:pt idx="3975" c:formatCode="yyyy/m/d">
                  <c:v>40485</c:v>
                </c:pt>
                <c:pt idx="3976" c:formatCode="yyyy/m/d">
                  <c:v>40484</c:v>
                </c:pt>
                <c:pt idx="3977" c:formatCode="yyyy/m/d">
                  <c:v>40483</c:v>
                </c:pt>
                <c:pt idx="3978" c:formatCode="yyyy/m/d">
                  <c:v>40480</c:v>
                </c:pt>
                <c:pt idx="3979" c:formatCode="yyyy/m/d">
                  <c:v>40479</c:v>
                </c:pt>
                <c:pt idx="3980" c:formatCode="yyyy/m/d">
                  <c:v>40478</c:v>
                </c:pt>
                <c:pt idx="3981" c:formatCode="yyyy/m/d">
                  <c:v>40477</c:v>
                </c:pt>
                <c:pt idx="3982" c:formatCode="yyyy/m/d">
                  <c:v>40476</c:v>
                </c:pt>
                <c:pt idx="3983" c:formatCode="yyyy/m/d">
                  <c:v>40473</c:v>
                </c:pt>
                <c:pt idx="3984" c:formatCode="yyyy/m/d">
                  <c:v>40472</c:v>
                </c:pt>
                <c:pt idx="3985" c:formatCode="yyyy/m/d">
                  <c:v>40471</c:v>
                </c:pt>
                <c:pt idx="3986" c:formatCode="yyyy/m/d">
                  <c:v>40470</c:v>
                </c:pt>
                <c:pt idx="3987" c:formatCode="yyyy/m/d">
                  <c:v>40469</c:v>
                </c:pt>
                <c:pt idx="3988" c:formatCode="yyyy/m/d">
                  <c:v>40466</c:v>
                </c:pt>
                <c:pt idx="3989" c:formatCode="yyyy/m/d">
                  <c:v>40465</c:v>
                </c:pt>
                <c:pt idx="3990" c:formatCode="yyyy/m/d">
                  <c:v>40464</c:v>
                </c:pt>
                <c:pt idx="3991" c:formatCode="yyyy/m/d">
                  <c:v>40463</c:v>
                </c:pt>
                <c:pt idx="3992" c:formatCode="yyyy/m/d">
                  <c:v>40462</c:v>
                </c:pt>
                <c:pt idx="3993" c:formatCode="yyyy/m/d">
                  <c:v>40459</c:v>
                </c:pt>
                <c:pt idx="3994" c:formatCode="yyyy/m/d">
                  <c:v>40458</c:v>
                </c:pt>
                <c:pt idx="3995" c:formatCode="yyyy/m/d">
                  <c:v>40457</c:v>
                </c:pt>
                <c:pt idx="3996" c:formatCode="yyyy/m/d">
                  <c:v>40456</c:v>
                </c:pt>
                <c:pt idx="3997" c:formatCode="yyyy/m/d">
                  <c:v>40455</c:v>
                </c:pt>
                <c:pt idx="3998" c:formatCode="yyyy/m/d">
                  <c:v>40452</c:v>
                </c:pt>
                <c:pt idx="3999" c:formatCode="yyyy/m/d">
                  <c:v>40451</c:v>
                </c:pt>
                <c:pt idx="4000" c:formatCode="yyyy/m/d">
                  <c:v>40450</c:v>
                </c:pt>
                <c:pt idx="4001" c:formatCode="yyyy/m/d">
                  <c:v>40449</c:v>
                </c:pt>
                <c:pt idx="4002" c:formatCode="yyyy/m/d">
                  <c:v>40448</c:v>
                </c:pt>
                <c:pt idx="4003" c:formatCode="yyyy/m/d">
                  <c:v>40445</c:v>
                </c:pt>
                <c:pt idx="4004" c:formatCode="yyyy/m/d">
                  <c:v>40444</c:v>
                </c:pt>
                <c:pt idx="4005" c:formatCode="yyyy/m/d">
                  <c:v>40443</c:v>
                </c:pt>
                <c:pt idx="4006" c:formatCode="yyyy/m/d">
                  <c:v>40442</c:v>
                </c:pt>
                <c:pt idx="4007" c:formatCode="yyyy/m/d">
                  <c:v>40441</c:v>
                </c:pt>
                <c:pt idx="4008" c:formatCode="yyyy/m/d">
                  <c:v>40438</c:v>
                </c:pt>
                <c:pt idx="4009" c:formatCode="yyyy/m/d">
                  <c:v>40437</c:v>
                </c:pt>
                <c:pt idx="4010" c:formatCode="yyyy/m/d">
                  <c:v>40436</c:v>
                </c:pt>
                <c:pt idx="4011" c:formatCode="yyyy/m/d">
                  <c:v>40435</c:v>
                </c:pt>
                <c:pt idx="4012" c:formatCode="yyyy/m/d">
                  <c:v>40434</c:v>
                </c:pt>
                <c:pt idx="4013" c:formatCode="yyyy/m/d">
                  <c:v>40431</c:v>
                </c:pt>
                <c:pt idx="4014" c:formatCode="yyyy/m/d">
                  <c:v>40430</c:v>
                </c:pt>
                <c:pt idx="4015" c:formatCode="yyyy/m/d">
                  <c:v>40429</c:v>
                </c:pt>
                <c:pt idx="4016" c:formatCode="yyyy/m/d">
                  <c:v>40428</c:v>
                </c:pt>
                <c:pt idx="4017" c:formatCode="yyyy/m/d">
                  <c:v>40427</c:v>
                </c:pt>
                <c:pt idx="4018" c:formatCode="yyyy/m/d">
                  <c:v>40424</c:v>
                </c:pt>
                <c:pt idx="4019" c:formatCode="yyyy/m/d">
                  <c:v>40423</c:v>
                </c:pt>
                <c:pt idx="4020" c:formatCode="yyyy/m/d">
                  <c:v>40422</c:v>
                </c:pt>
                <c:pt idx="4021" c:formatCode="yyyy/m/d">
                  <c:v>40421</c:v>
                </c:pt>
                <c:pt idx="4022" c:formatCode="yyyy/m/d">
                  <c:v>40420</c:v>
                </c:pt>
                <c:pt idx="4023" c:formatCode="yyyy/m/d">
                  <c:v>40417</c:v>
                </c:pt>
                <c:pt idx="4024" c:formatCode="yyyy/m/d">
                  <c:v>40416</c:v>
                </c:pt>
                <c:pt idx="4025" c:formatCode="yyyy/m/d">
                  <c:v>40415</c:v>
                </c:pt>
                <c:pt idx="4026" c:formatCode="yyyy/m/d">
                  <c:v>40414</c:v>
                </c:pt>
                <c:pt idx="4027" c:formatCode="yyyy/m/d">
                  <c:v>40413</c:v>
                </c:pt>
                <c:pt idx="4028" c:formatCode="yyyy/m/d">
                  <c:v>40410</c:v>
                </c:pt>
                <c:pt idx="4029" c:formatCode="yyyy/m/d">
                  <c:v>40409</c:v>
                </c:pt>
                <c:pt idx="4030" c:formatCode="yyyy/m/d">
                  <c:v>40408</c:v>
                </c:pt>
                <c:pt idx="4031" c:formatCode="yyyy/m/d">
                  <c:v>40407</c:v>
                </c:pt>
                <c:pt idx="4032" c:formatCode="yyyy/m/d">
                  <c:v>40406</c:v>
                </c:pt>
                <c:pt idx="4033" c:formatCode="yyyy/m/d">
                  <c:v>40403</c:v>
                </c:pt>
                <c:pt idx="4034" c:formatCode="yyyy/m/d">
                  <c:v>40402</c:v>
                </c:pt>
                <c:pt idx="4035" c:formatCode="yyyy/m/d">
                  <c:v>40401</c:v>
                </c:pt>
                <c:pt idx="4036" c:formatCode="yyyy/m/d">
                  <c:v>40400</c:v>
                </c:pt>
                <c:pt idx="4037" c:formatCode="yyyy/m/d">
                  <c:v>40399</c:v>
                </c:pt>
                <c:pt idx="4038" c:formatCode="yyyy/m/d">
                  <c:v>40396</c:v>
                </c:pt>
                <c:pt idx="4039" c:formatCode="yyyy/m/d">
                  <c:v>40395</c:v>
                </c:pt>
                <c:pt idx="4040" c:formatCode="yyyy/m/d">
                  <c:v>40394</c:v>
                </c:pt>
                <c:pt idx="4041" c:formatCode="yyyy/m/d">
                  <c:v>40393</c:v>
                </c:pt>
                <c:pt idx="4042" c:formatCode="yyyy/m/d">
                  <c:v>40392</c:v>
                </c:pt>
                <c:pt idx="4043" c:formatCode="yyyy/m/d">
                  <c:v>40389</c:v>
                </c:pt>
                <c:pt idx="4044" c:formatCode="yyyy/m/d">
                  <c:v>40388</c:v>
                </c:pt>
                <c:pt idx="4045" c:formatCode="yyyy/m/d">
                  <c:v>40387</c:v>
                </c:pt>
                <c:pt idx="4046" c:formatCode="yyyy/m/d">
                  <c:v>40386</c:v>
                </c:pt>
                <c:pt idx="4047" c:formatCode="yyyy/m/d">
                  <c:v>40385</c:v>
                </c:pt>
                <c:pt idx="4048" c:formatCode="yyyy/m/d">
                  <c:v>40382</c:v>
                </c:pt>
                <c:pt idx="4049" c:formatCode="yyyy/m/d">
                  <c:v>40381</c:v>
                </c:pt>
                <c:pt idx="4050" c:formatCode="yyyy/m/d">
                  <c:v>40380</c:v>
                </c:pt>
                <c:pt idx="4051" c:formatCode="yyyy/m/d">
                  <c:v>40379</c:v>
                </c:pt>
                <c:pt idx="4052" c:formatCode="yyyy/m/d">
                  <c:v>40378</c:v>
                </c:pt>
                <c:pt idx="4053" c:formatCode="yyyy/m/d">
                  <c:v>40375</c:v>
                </c:pt>
                <c:pt idx="4054" c:formatCode="yyyy/m/d">
                  <c:v>40374</c:v>
                </c:pt>
                <c:pt idx="4055" c:formatCode="yyyy/m/d">
                  <c:v>40373</c:v>
                </c:pt>
                <c:pt idx="4056" c:formatCode="yyyy/m/d">
                  <c:v>40372</c:v>
                </c:pt>
                <c:pt idx="4057" c:formatCode="yyyy/m/d">
                  <c:v>40371</c:v>
                </c:pt>
                <c:pt idx="4058" c:formatCode="yyyy/m/d">
                  <c:v>40368</c:v>
                </c:pt>
                <c:pt idx="4059" c:formatCode="yyyy/m/d">
                  <c:v>40367</c:v>
                </c:pt>
                <c:pt idx="4060" c:formatCode="yyyy/m/d">
                  <c:v>40366</c:v>
                </c:pt>
                <c:pt idx="4061" c:formatCode="yyyy/m/d">
                  <c:v>40365</c:v>
                </c:pt>
                <c:pt idx="4062" c:formatCode="yyyy/m/d">
                  <c:v>40364</c:v>
                </c:pt>
                <c:pt idx="4063" c:formatCode="yyyy/m/d">
                  <c:v>40361</c:v>
                </c:pt>
                <c:pt idx="4064" c:formatCode="yyyy/m/d">
                  <c:v>40360</c:v>
                </c:pt>
                <c:pt idx="4065" c:formatCode="yyyy/m/d">
                  <c:v>40359</c:v>
                </c:pt>
                <c:pt idx="4066" c:formatCode="yyyy/m/d">
                  <c:v>40358</c:v>
                </c:pt>
                <c:pt idx="4067" c:formatCode="yyyy/m/d">
                  <c:v>40357</c:v>
                </c:pt>
                <c:pt idx="4068" c:formatCode="yyyy/m/d">
                  <c:v>40354</c:v>
                </c:pt>
                <c:pt idx="4069" c:formatCode="yyyy/m/d">
                  <c:v>40353</c:v>
                </c:pt>
                <c:pt idx="4070" c:formatCode="yyyy/m/d">
                  <c:v>40352</c:v>
                </c:pt>
                <c:pt idx="4071" c:formatCode="yyyy/m/d">
                  <c:v>40351</c:v>
                </c:pt>
                <c:pt idx="4072" c:formatCode="yyyy/m/d">
                  <c:v>40350</c:v>
                </c:pt>
                <c:pt idx="4073" c:formatCode="yyyy/m/d">
                  <c:v>40347</c:v>
                </c:pt>
                <c:pt idx="4074" c:formatCode="yyyy/m/d">
                  <c:v>40346</c:v>
                </c:pt>
                <c:pt idx="4075" c:formatCode="yyyy/m/d">
                  <c:v>40345</c:v>
                </c:pt>
                <c:pt idx="4076" c:formatCode="yyyy/m/d">
                  <c:v>40344</c:v>
                </c:pt>
                <c:pt idx="4077" c:formatCode="yyyy/m/d">
                  <c:v>40343</c:v>
                </c:pt>
                <c:pt idx="4078" c:formatCode="yyyy/m/d">
                  <c:v>40340</c:v>
                </c:pt>
                <c:pt idx="4079" c:formatCode="yyyy/m/d">
                  <c:v>40339</c:v>
                </c:pt>
                <c:pt idx="4080" c:formatCode="yyyy/m/d">
                  <c:v>40338</c:v>
                </c:pt>
                <c:pt idx="4081" c:formatCode="yyyy/m/d">
                  <c:v>40337</c:v>
                </c:pt>
                <c:pt idx="4082" c:formatCode="yyyy/m/d">
                  <c:v>40336</c:v>
                </c:pt>
                <c:pt idx="4083" c:formatCode="yyyy/m/d">
                  <c:v>40333</c:v>
                </c:pt>
                <c:pt idx="4084" c:formatCode="yyyy/m/d">
                  <c:v>40332</c:v>
                </c:pt>
                <c:pt idx="4085" c:formatCode="yyyy/m/d">
                  <c:v>40331</c:v>
                </c:pt>
                <c:pt idx="4086" c:formatCode="yyyy/m/d">
                  <c:v>40330</c:v>
                </c:pt>
                <c:pt idx="4087" c:formatCode="yyyy/m/d">
                  <c:v>40329</c:v>
                </c:pt>
                <c:pt idx="4088" c:formatCode="yyyy/m/d">
                  <c:v>40326</c:v>
                </c:pt>
                <c:pt idx="4089" c:formatCode="yyyy/m/d">
                  <c:v>40325</c:v>
                </c:pt>
                <c:pt idx="4090" c:formatCode="yyyy/m/d">
                  <c:v>40324</c:v>
                </c:pt>
                <c:pt idx="4091" c:formatCode="yyyy/m/d">
                  <c:v>40323</c:v>
                </c:pt>
                <c:pt idx="4092" c:formatCode="yyyy/m/d">
                  <c:v>40322</c:v>
                </c:pt>
                <c:pt idx="4093" c:formatCode="yyyy/m/d">
                  <c:v>40319</c:v>
                </c:pt>
                <c:pt idx="4094" c:formatCode="yyyy/m/d">
                  <c:v>40318</c:v>
                </c:pt>
                <c:pt idx="4095" c:formatCode="yyyy/m/d">
                  <c:v>40317</c:v>
                </c:pt>
                <c:pt idx="4096" c:formatCode="yyyy/m/d">
                  <c:v>40316</c:v>
                </c:pt>
                <c:pt idx="4097" c:formatCode="yyyy/m/d">
                  <c:v>40315</c:v>
                </c:pt>
                <c:pt idx="4098" c:formatCode="yyyy/m/d">
                  <c:v>40312</c:v>
                </c:pt>
                <c:pt idx="4099" c:formatCode="yyyy/m/d">
                  <c:v>40311</c:v>
                </c:pt>
                <c:pt idx="4100" c:formatCode="yyyy/m/d">
                  <c:v>40310</c:v>
                </c:pt>
                <c:pt idx="4101" c:formatCode="yyyy/m/d">
                  <c:v>40309</c:v>
                </c:pt>
                <c:pt idx="4102" c:formatCode="yyyy/m/d">
                  <c:v>40308</c:v>
                </c:pt>
                <c:pt idx="4103" c:formatCode="yyyy/m/d">
                  <c:v>40305</c:v>
                </c:pt>
                <c:pt idx="4104" c:formatCode="yyyy/m/d">
                  <c:v>40304</c:v>
                </c:pt>
                <c:pt idx="4105" c:formatCode="yyyy/m/d">
                  <c:v>40303</c:v>
                </c:pt>
                <c:pt idx="4106" c:formatCode="yyyy/m/d">
                  <c:v>40302</c:v>
                </c:pt>
                <c:pt idx="4107" c:formatCode="yyyy/m/d">
                  <c:v>40301</c:v>
                </c:pt>
                <c:pt idx="4108" c:formatCode="yyyy/m/d">
                  <c:v>40298</c:v>
                </c:pt>
                <c:pt idx="4109" c:formatCode="yyyy/m/d">
                  <c:v>40297</c:v>
                </c:pt>
                <c:pt idx="4110" c:formatCode="yyyy/m/d">
                  <c:v>40296</c:v>
                </c:pt>
                <c:pt idx="4111" c:formatCode="yyyy/m/d">
                  <c:v>40295</c:v>
                </c:pt>
                <c:pt idx="4112" c:formatCode="yyyy/m/d">
                  <c:v>40294</c:v>
                </c:pt>
                <c:pt idx="4113" c:formatCode="yyyy/m/d">
                  <c:v>40291</c:v>
                </c:pt>
                <c:pt idx="4114" c:formatCode="yyyy/m/d">
                  <c:v>40290</c:v>
                </c:pt>
                <c:pt idx="4115" c:formatCode="yyyy/m/d">
                  <c:v>40289</c:v>
                </c:pt>
                <c:pt idx="4116" c:formatCode="yyyy/m/d">
                  <c:v>40288</c:v>
                </c:pt>
                <c:pt idx="4117" c:formatCode="yyyy/m/d">
                  <c:v>40287</c:v>
                </c:pt>
                <c:pt idx="4118" c:formatCode="yyyy/m/d">
                  <c:v>40284</c:v>
                </c:pt>
                <c:pt idx="4119" c:formatCode="yyyy/m/d">
                  <c:v>40283</c:v>
                </c:pt>
                <c:pt idx="4120" c:formatCode="yyyy/m/d">
                  <c:v>40282</c:v>
                </c:pt>
                <c:pt idx="4121" c:formatCode="yyyy/m/d">
                  <c:v>40281</c:v>
                </c:pt>
                <c:pt idx="4122" c:formatCode="yyyy/m/d">
                  <c:v>40280</c:v>
                </c:pt>
                <c:pt idx="4123" c:formatCode="yyyy/m/d">
                  <c:v>40277</c:v>
                </c:pt>
                <c:pt idx="4124" c:formatCode="yyyy/m/d">
                  <c:v>40276</c:v>
                </c:pt>
                <c:pt idx="4125" c:formatCode="yyyy/m/d">
                  <c:v>40275</c:v>
                </c:pt>
                <c:pt idx="4126" c:formatCode="yyyy/m/d">
                  <c:v>40274</c:v>
                </c:pt>
                <c:pt idx="4127" c:formatCode="yyyy/m/d">
                  <c:v>40273</c:v>
                </c:pt>
                <c:pt idx="4128" c:formatCode="yyyy/m/d">
                  <c:v>40270</c:v>
                </c:pt>
                <c:pt idx="4129" c:formatCode="yyyy/m/d">
                  <c:v>40269</c:v>
                </c:pt>
                <c:pt idx="4130" c:formatCode="yyyy/m/d">
                  <c:v>40268</c:v>
                </c:pt>
                <c:pt idx="4131" c:formatCode="yyyy/m/d">
                  <c:v>40267</c:v>
                </c:pt>
                <c:pt idx="4132" c:formatCode="yyyy/m/d">
                  <c:v>40266</c:v>
                </c:pt>
                <c:pt idx="4133" c:formatCode="yyyy/m/d">
                  <c:v>40263</c:v>
                </c:pt>
                <c:pt idx="4134" c:formatCode="yyyy/m/d">
                  <c:v>40262</c:v>
                </c:pt>
                <c:pt idx="4135" c:formatCode="yyyy/m/d">
                  <c:v>40261</c:v>
                </c:pt>
                <c:pt idx="4136" c:formatCode="yyyy/m/d">
                  <c:v>40260</c:v>
                </c:pt>
                <c:pt idx="4137" c:formatCode="yyyy/m/d">
                  <c:v>40259</c:v>
                </c:pt>
                <c:pt idx="4138" c:formatCode="yyyy/m/d">
                  <c:v>40256</c:v>
                </c:pt>
                <c:pt idx="4139" c:formatCode="yyyy/m/d">
                  <c:v>40255</c:v>
                </c:pt>
                <c:pt idx="4140" c:formatCode="yyyy/m/d">
                  <c:v>40254</c:v>
                </c:pt>
                <c:pt idx="4141" c:formatCode="yyyy/m/d">
                  <c:v>40253</c:v>
                </c:pt>
                <c:pt idx="4142" c:formatCode="yyyy/m/d">
                  <c:v>40252</c:v>
                </c:pt>
                <c:pt idx="4143" c:formatCode="yyyy/m/d">
                  <c:v>40249</c:v>
                </c:pt>
                <c:pt idx="4144" c:formatCode="yyyy/m/d">
                  <c:v>40248</c:v>
                </c:pt>
                <c:pt idx="4145" c:formatCode="yyyy/m/d">
                  <c:v>40247</c:v>
                </c:pt>
                <c:pt idx="4146" c:formatCode="yyyy/m/d">
                  <c:v>40246</c:v>
                </c:pt>
                <c:pt idx="4147" c:formatCode="yyyy/m/d">
                  <c:v>40245</c:v>
                </c:pt>
                <c:pt idx="4148" c:formatCode="yyyy/m/d">
                  <c:v>40242</c:v>
                </c:pt>
                <c:pt idx="4149" c:formatCode="yyyy/m/d">
                  <c:v>40241</c:v>
                </c:pt>
                <c:pt idx="4150" c:formatCode="yyyy/m/d">
                  <c:v>40240</c:v>
                </c:pt>
                <c:pt idx="4151" c:formatCode="yyyy/m/d">
                  <c:v>40239</c:v>
                </c:pt>
                <c:pt idx="4152" c:formatCode="yyyy/m/d">
                  <c:v>40238</c:v>
                </c:pt>
                <c:pt idx="4153" c:formatCode="yyyy/m/d">
                  <c:v>40235</c:v>
                </c:pt>
                <c:pt idx="4154" c:formatCode="yyyy/m/d">
                  <c:v>40234</c:v>
                </c:pt>
                <c:pt idx="4155" c:formatCode="yyyy/m/d">
                  <c:v>40233</c:v>
                </c:pt>
                <c:pt idx="4156" c:formatCode="yyyy/m/d">
                  <c:v>40232</c:v>
                </c:pt>
                <c:pt idx="4157" c:formatCode="yyyy/m/d">
                  <c:v>40231</c:v>
                </c:pt>
                <c:pt idx="4158" c:formatCode="yyyy/m/d">
                  <c:v>40228</c:v>
                </c:pt>
                <c:pt idx="4159" c:formatCode="yyyy/m/d">
                  <c:v>40227</c:v>
                </c:pt>
                <c:pt idx="4160" c:formatCode="yyyy/m/d">
                  <c:v>40226</c:v>
                </c:pt>
                <c:pt idx="4161" c:formatCode="yyyy/m/d">
                  <c:v>40225</c:v>
                </c:pt>
                <c:pt idx="4162" c:formatCode="yyyy/m/d">
                  <c:v>40224</c:v>
                </c:pt>
                <c:pt idx="4163" c:formatCode="yyyy/m/d">
                  <c:v>40221</c:v>
                </c:pt>
                <c:pt idx="4164" c:formatCode="yyyy/m/d">
                  <c:v>40220</c:v>
                </c:pt>
                <c:pt idx="4165" c:formatCode="yyyy/m/d">
                  <c:v>40219</c:v>
                </c:pt>
                <c:pt idx="4166" c:formatCode="yyyy/m/d">
                  <c:v>40218</c:v>
                </c:pt>
                <c:pt idx="4167" c:formatCode="yyyy/m/d">
                  <c:v>40217</c:v>
                </c:pt>
                <c:pt idx="4168" c:formatCode="yyyy/m/d">
                  <c:v>40214</c:v>
                </c:pt>
                <c:pt idx="4169" c:formatCode="yyyy/m/d">
                  <c:v>40213</c:v>
                </c:pt>
                <c:pt idx="4170" c:formatCode="yyyy/m/d">
                  <c:v>40212</c:v>
                </c:pt>
                <c:pt idx="4171" c:formatCode="yyyy/m/d">
                  <c:v>40211</c:v>
                </c:pt>
                <c:pt idx="4172" c:formatCode="yyyy/m/d">
                  <c:v>40210</c:v>
                </c:pt>
                <c:pt idx="4173" c:formatCode="yyyy/m/d">
                  <c:v>40207</c:v>
                </c:pt>
                <c:pt idx="4174" c:formatCode="yyyy/m/d">
                  <c:v>40206</c:v>
                </c:pt>
                <c:pt idx="4175" c:formatCode="yyyy/m/d">
                  <c:v>40205</c:v>
                </c:pt>
                <c:pt idx="4176" c:formatCode="yyyy/m/d">
                  <c:v>40204</c:v>
                </c:pt>
                <c:pt idx="4177" c:formatCode="yyyy/m/d">
                  <c:v>40203</c:v>
                </c:pt>
                <c:pt idx="4178" c:formatCode="yyyy/m/d">
                  <c:v>40200</c:v>
                </c:pt>
                <c:pt idx="4179" c:formatCode="yyyy/m/d">
                  <c:v>40199</c:v>
                </c:pt>
                <c:pt idx="4180" c:formatCode="yyyy/m/d">
                  <c:v>40198</c:v>
                </c:pt>
                <c:pt idx="4181" c:formatCode="yyyy/m/d">
                  <c:v>40197</c:v>
                </c:pt>
                <c:pt idx="4182" c:formatCode="yyyy/m/d">
                  <c:v>40196</c:v>
                </c:pt>
                <c:pt idx="4183" c:formatCode="yyyy/m/d">
                  <c:v>40193</c:v>
                </c:pt>
                <c:pt idx="4184" c:formatCode="yyyy/m/d">
                  <c:v>40192</c:v>
                </c:pt>
                <c:pt idx="4185" c:formatCode="yyyy/m/d">
                  <c:v>40191</c:v>
                </c:pt>
                <c:pt idx="4186" c:formatCode="yyyy/m/d">
                  <c:v>40190</c:v>
                </c:pt>
                <c:pt idx="4187" c:formatCode="yyyy/m/d">
                  <c:v>40189</c:v>
                </c:pt>
                <c:pt idx="4188" c:formatCode="yyyy/m/d">
                  <c:v>40186</c:v>
                </c:pt>
                <c:pt idx="4189" c:formatCode="yyyy/m/d">
                  <c:v>40185</c:v>
                </c:pt>
                <c:pt idx="4190" c:formatCode="yyyy/m/d">
                  <c:v>40184</c:v>
                </c:pt>
                <c:pt idx="4191" c:formatCode="yyyy/m/d">
                  <c:v>40183</c:v>
                </c:pt>
                <c:pt idx="4192" c:formatCode="yyyy/m/d">
                  <c:v>40182</c:v>
                </c:pt>
                <c:pt idx="4193" c:formatCode="yyyy/m/d">
                  <c:v>40179</c:v>
                </c:pt>
                <c:pt idx="4194" c:formatCode="yyyy/m/d">
                  <c:v>40178</c:v>
                </c:pt>
                <c:pt idx="4195" c:formatCode="yyyy/m/d">
                  <c:v>40177</c:v>
                </c:pt>
                <c:pt idx="4196" c:formatCode="yyyy/m/d">
                  <c:v>40176</c:v>
                </c:pt>
                <c:pt idx="4197" c:formatCode="yyyy/m/d">
                  <c:v>40175</c:v>
                </c:pt>
                <c:pt idx="4198" c:formatCode="yyyy/m/d">
                  <c:v>40172</c:v>
                </c:pt>
                <c:pt idx="4199" c:formatCode="yyyy/m/d">
                  <c:v>40171</c:v>
                </c:pt>
                <c:pt idx="4200" c:formatCode="yyyy/m/d">
                  <c:v>40170</c:v>
                </c:pt>
                <c:pt idx="4201" c:formatCode="yyyy/m/d">
                  <c:v>40169</c:v>
                </c:pt>
                <c:pt idx="4202" c:formatCode="yyyy/m/d">
                  <c:v>40168</c:v>
                </c:pt>
                <c:pt idx="4203" c:formatCode="yyyy/m/d">
                  <c:v>40165</c:v>
                </c:pt>
                <c:pt idx="4204" c:formatCode="yyyy/m/d">
                  <c:v>40164</c:v>
                </c:pt>
                <c:pt idx="4205" c:formatCode="yyyy/m/d">
                  <c:v>40163</c:v>
                </c:pt>
                <c:pt idx="4206" c:formatCode="yyyy/m/d">
                  <c:v>40162</c:v>
                </c:pt>
                <c:pt idx="4207" c:formatCode="yyyy/m/d">
                  <c:v>40161</c:v>
                </c:pt>
                <c:pt idx="4208" c:formatCode="yyyy/m/d">
                  <c:v>40158</c:v>
                </c:pt>
                <c:pt idx="4209" c:formatCode="yyyy/m/d">
                  <c:v>40157</c:v>
                </c:pt>
                <c:pt idx="4210" c:formatCode="yyyy/m/d">
                  <c:v>40156</c:v>
                </c:pt>
                <c:pt idx="4211" c:formatCode="yyyy/m/d">
                  <c:v>40155</c:v>
                </c:pt>
                <c:pt idx="4212" c:formatCode="yyyy/m/d">
                  <c:v>40154</c:v>
                </c:pt>
                <c:pt idx="4213" c:formatCode="yyyy/m/d">
                  <c:v>40151</c:v>
                </c:pt>
                <c:pt idx="4214" c:formatCode="yyyy/m/d">
                  <c:v>40150</c:v>
                </c:pt>
                <c:pt idx="4215" c:formatCode="yyyy/m/d">
                  <c:v>40149</c:v>
                </c:pt>
                <c:pt idx="4216" c:formatCode="yyyy/m/d">
                  <c:v>40148</c:v>
                </c:pt>
                <c:pt idx="4217" c:formatCode="yyyy/m/d">
                  <c:v>40147</c:v>
                </c:pt>
                <c:pt idx="4218" c:formatCode="yyyy/m/d">
                  <c:v>40144</c:v>
                </c:pt>
                <c:pt idx="4219" c:formatCode="yyyy/m/d">
                  <c:v>40143</c:v>
                </c:pt>
                <c:pt idx="4220" c:formatCode="yyyy/m/d">
                  <c:v>40142</c:v>
                </c:pt>
                <c:pt idx="4221" c:formatCode="yyyy/m/d">
                  <c:v>40141</c:v>
                </c:pt>
                <c:pt idx="4222" c:formatCode="yyyy/m/d">
                  <c:v>40140</c:v>
                </c:pt>
                <c:pt idx="4223" c:formatCode="yyyy/m/d">
                  <c:v>40137</c:v>
                </c:pt>
                <c:pt idx="4224" c:formatCode="yyyy/m/d">
                  <c:v>40136</c:v>
                </c:pt>
                <c:pt idx="4225" c:formatCode="yyyy/m/d">
                  <c:v>40135</c:v>
                </c:pt>
                <c:pt idx="4226" c:formatCode="yyyy/m/d">
                  <c:v>40134</c:v>
                </c:pt>
                <c:pt idx="4227" c:formatCode="yyyy/m/d">
                  <c:v>40133</c:v>
                </c:pt>
                <c:pt idx="4228" c:formatCode="yyyy/m/d">
                  <c:v>40130</c:v>
                </c:pt>
                <c:pt idx="4229" c:formatCode="yyyy/m/d">
                  <c:v>40129</c:v>
                </c:pt>
                <c:pt idx="4230" c:formatCode="yyyy/m/d">
                  <c:v>40128</c:v>
                </c:pt>
                <c:pt idx="4231" c:formatCode="yyyy/m/d">
                  <c:v>40127</c:v>
                </c:pt>
                <c:pt idx="4232" c:formatCode="yyyy/m/d">
                  <c:v>40126</c:v>
                </c:pt>
                <c:pt idx="4233" c:formatCode="yyyy/m/d">
                  <c:v>40123</c:v>
                </c:pt>
                <c:pt idx="4234" c:formatCode="yyyy/m/d">
                  <c:v>40122</c:v>
                </c:pt>
                <c:pt idx="4235" c:formatCode="yyyy/m/d">
                  <c:v>40121</c:v>
                </c:pt>
                <c:pt idx="4236" c:formatCode="yyyy/m/d">
                  <c:v>40120</c:v>
                </c:pt>
                <c:pt idx="4237" c:formatCode="yyyy/m/d">
                  <c:v>40119</c:v>
                </c:pt>
                <c:pt idx="4238" c:formatCode="yyyy/m/d">
                  <c:v>40116</c:v>
                </c:pt>
                <c:pt idx="4239" c:formatCode="yyyy/m/d">
                  <c:v>40115</c:v>
                </c:pt>
                <c:pt idx="4240" c:formatCode="yyyy/m/d">
                  <c:v>40114</c:v>
                </c:pt>
                <c:pt idx="4241" c:formatCode="yyyy/m/d">
                  <c:v>40113</c:v>
                </c:pt>
                <c:pt idx="4242" c:formatCode="yyyy/m/d">
                  <c:v>40112</c:v>
                </c:pt>
                <c:pt idx="4243" c:formatCode="yyyy/m/d">
                  <c:v>40109</c:v>
                </c:pt>
                <c:pt idx="4244" c:formatCode="yyyy/m/d">
                  <c:v>40108</c:v>
                </c:pt>
                <c:pt idx="4245" c:formatCode="yyyy/m/d">
                  <c:v>40107</c:v>
                </c:pt>
                <c:pt idx="4246" c:formatCode="yyyy/m/d">
                  <c:v>40106</c:v>
                </c:pt>
                <c:pt idx="4247" c:formatCode="yyyy/m/d">
                  <c:v>40105</c:v>
                </c:pt>
                <c:pt idx="4248" c:formatCode="yyyy/m/d">
                  <c:v>40102</c:v>
                </c:pt>
                <c:pt idx="4249" c:formatCode="yyyy/m/d">
                  <c:v>40101</c:v>
                </c:pt>
                <c:pt idx="4250" c:formatCode="yyyy/m/d">
                  <c:v>40100</c:v>
                </c:pt>
                <c:pt idx="4251" c:formatCode="yyyy/m/d">
                  <c:v>40099</c:v>
                </c:pt>
                <c:pt idx="4252" c:formatCode="yyyy/m/d">
                  <c:v>40098</c:v>
                </c:pt>
                <c:pt idx="4253" c:formatCode="yyyy/m/d">
                  <c:v>40095</c:v>
                </c:pt>
                <c:pt idx="4254" c:formatCode="yyyy/m/d">
                  <c:v>40094</c:v>
                </c:pt>
                <c:pt idx="4255" c:formatCode="yyyy/m/d">
                  <c:v>40093</c:v>
                </c:pt>
                <c:pt idx="4256" c:formatCode="yyyy/m/d">
                  <c:v>40092</c:v>
                </c:pt>
                <c:pt idx="4257" c:formatCode="yyyy/m/d">
                  <c:v>40091</c:v>
                </c:pt>
                <c:pt idx="4258" c:formatCode="yyyy/m/d">
                  <c:v>40088</c:v>
                </c:pt>
                <c:pt idx="4259" c:formatCode="yyyy/m/d">
                  <c:v>40087</c:v>
                </c:pt>
                <c:pt idx="4260" c:formatCode="yyyy/m/d">
                  <c:v>40086</c:v>
                </c:pt>
                <c:pt idx="4261" c:formatCode="yyyy/m/d">
                  <c:v>40085</c:v>
                </c:pt>
                <c:pt idx="4262" c:formatCode="yyyy/m/d">
                  <c:v>40084</c:v>
                </c:pt>
                <c:pt idx="4263" c:formatCode="yyyy/m/d">
                  <c:v>40081</c:v>
                </c:pt>
                <c:pt idx="4264" c:formatCode="yyyy/m/d">
                  <c:v>40080</c:v>
                </c:pt>
                <c:pt idx="4265" c:formatCode="yyyy/m/d">
                  <c:v>40079</c:v>
                </c:pt>
                <c:pt idx="4266" c:formatCode="yyyy/m/d">
                  <c:v>40078</c:v>
                </c:pt>
                <c:pt idx="4267" c:formatCode="yyyy/m/d">
                  <c:v>40077</c:v>
                </c:pt>
                <c:pt idx="4268" c:formatCode="yyyy/m/d">
                  <c:v>40074</c:v>
                </c:pt>
                <c:pt idx="4269" c:formatCode="yyyy/m/d">
                  <c:v>40073</c:v>
                </c:pt>
                <c:pt idx="4270" c:formatCode="yyyy/m/d">
                  <c:v>40072</c:v>
                </c:pt>
                <c:pt idx="4271" c:formatCode="yyyy/m/d">
                  <c:v>40071</c:v>
                </c:pt>
                <c:pt idx="4272" c:formatCode="yyyy/m/d">
                  <c:v>40070</c:v>
                </c:pt>
                <c:pt idx="4273" c:formatCode="yyyy/m/d">
                  <c:v>40067</c:v>
                </c:pt>
                <c:pt idx="4274" c:formatCode="yyyy/m/d">
                  <c:v>40066</c:v>
                </c:pt>
                <c:pt idx="4275" c:formatCode="yyyy/m/d">
                  <c:v>40065</c:v>
                </c:pt>
                <c:pt idx="4276" c:formatCode="yyyy/m/d">
                  <c:v>40064</c:v>
                </c:pt>
                <c:pt idx="4277" c:formatCode="yyyy/m/d">
                  <c:v>40063</c:v>
                </c:pt>
                <c:pt idx="4278" c:formatCode="yyyy/m/d">
                  <c:v>40060</c:v>
                </c:pt>
                <c:pt idx="4279" c:formatCode="yyyy/m/d">
                  <c:v>40059</c:v>
                </c:pt>
                <c:pt idx="4280" c:formatCode="yyyy/m/d">
                  <c:v>40058</c:v>
                </c:pt>
                <c:pt idx="4281" c:formatCode="yyyy/m/d">
                  <c:v>40057</c:v>
                </c:pt>
                <c:pt idx="4282" c:formatCode="yyyy/m/d">
                  <c:v>40056</c:v>
                </c:pt>
                <c:pt idx="4283" c:formatCode="yyyy/m/d">
                  <c:v>40053</c:v>
                </c:pt>
                <c:pt idx="4284" c:formatCode="yyyy/m/d">
                  <c:v>40052</c:v>
                </c:pt>
                <c:pt idx="4285" c:formatCode="yyyy/m/d">
                  <c:v>40051</c:v>
                </c:pt>
                <c:pt idx="4286" c:formatCode="yyyy/m/d">
                  <c:v>40050</c:v>
                </c:pt>
                <c:pt idx="4287" c:formatCode="yyyy/m/d">
                  <c:v>40049</c:v>
                </c:pt>
                <c:pt idx="4288" c:formatCode="yyyy/m/d">
                  <c:v>40046</c:v>
                </c:pt>
                <c:pt idx="4289" c:formatCode="yyyy/m/d">
                  <c:v>40045</c:v>
                </c:pt>
                <c:pt idx="4290" c:formatCode="yyyy/m/d">
                  <c:v>40044</c:v>
                </c:pt>
                <c:pt idx="4291" c:formatCode="yyyy/m/d">
                  <c:v>40043</c:v>
                </c:pt>
                <c:pt idx="4292" c:formatCode="yyyy/m/d">
                  <c:v>40042</c:v>
                </c:pt>
                <c:pt idx="4293" c:formatCode="yyyy/m/d">
                  <c:v>40039</c:v>
                </c:pt>
                <c:pt idx="4294" c:formatCode="yyyy/m/d">
                  <c:v>40038</c:v>
                </c:pt>
                <c:pt idx="4295" c:formatCode="yyyy/m/d">
                  <c:v>40037</c:v>
                </c:pt>
                <c:pt idx="4296" c:formatCode="yyyy/m/d">
                  <c:v>40036</c:v>
                </c:pt>
                <c:pt idx="4297" c:formatCode="yyyy/m/d">
                  <c:v>40035</c:v>
                </c:pt>
                <c:pt idx="4298" c:formatCode="yyyy/m/d">
                  <c:v>40032</c:v>
                </c:pt>
                <c:pt idx="4299" c:formatCode="yyyy/m/d">
                  <c:v>40031</c:v>
                </c:pt>
                <c:pt idx="4300" c:formatCode="yyyy/m/d">
                  <c:v>40030</c:v>
                </c:pt>
                <c:pt idx="4301" c:formatCode="yyyy/m/d">
                  <c:v>40029</c:v>
                </c:pt>
                <c:pt idx="4302" c:formatCode="yyyy/m/d">
                  <c:v>40028</c:v>
                </c:pt>
                <c:pt idx="4303" c:formatCode="yyyy/m/d">
                  <c:v>40025</c:v>
                </c:pt>
                <c:pt idx="4304" c:formatCode="yyyy/m/d">
                  <c:v>40024</c:v>
                </c:pt>
                <c:pt idx="4305" c:formatCode="yyyy/m/d">
                  <c:v>40023</c:v>
                </c:pt>
                <c:pt idx="4306" c:formatCode="yyyy/m/d">
                  <c:v>40022</c:v>
                </c:pt>
                <c:pt idx="4307" c:formatCode="yyyy/m/d">
                  <c:v>40021</c:v>
                </c:pt>
                <c:pt idx="4308" c:formatCode="yyyy/m/d">
                  <c:v>40018</c:v>
                </c:pt>
                <c:pt idx="4309" c:formatCode="yyyy/m/d">
                  <c:v>40017</c:v>
                </c:pt>
                <c:pt idx="4310" c:formatCode="yyyy/m/d">
                  <c:v>40016</c:v>
                </c:pt>
                <c:pt idx="4311" c:formatCode="yyyy/m/d">
                  <c:v>40015</c:v>
                </c:pt>
                <c:pt idx="4312" c:formatCode="yyyy/m/d">
                  <c:v>40014</c:v>
                </c:pt>
                <c:pt idx="4313" c:formatCode="yyyy/m/d">
                  <c:v>40011</c:v>
                </c:pt>
                <c:pt idx="4314" c:formatCode="yyyy/m/d">
                  <c:v>40010</c:v>
                </c:pt>
                <c:pt idx="4315" c:formatCode="yyyy/m/d">
                  <c:v>40009</c:v>
                </c:pt>
                <c:pt idx="4316" c:formatCode="yyyy/m/d">
                  <c:v>40008</c:v>
                </c:pt>
                <c:pt idx="4317" c:formatCode="yyyy/m/d">
                  <c:v>40007</c:v>
                </c:pt>
                <c:pt idx="4318" c:formatCode="yyyy/m/d">
                  <c:v>40004</c:v>
                </c:pt>
                <c:pt idx="4319" c:formatCode="yyyy/m/d">
                  <c:v>40003</c:v>
                </c:pt>
                <c:pt idx="4320" c:formatCode="yyyy/m/d">
                  <c:v>40002</c:v>
                </c:pt>
                <c:pt idx="4321" c:formatCode="yyyy/m/d">
                  <c:v>40001</c:v>
                </c:pt>
                <c:pt idx="4322" c:formatCode="yyyy/m/d">
                  <c:v>40000</c:v>
                </c:pt>
                <c:pt idx="4323" c:formatCode="yyyy/m/d">
                  <c:v>39997</c:v>
                </c:pt>
                <c:pt idx="4324" c:formatCode="yyyy/m/d">
                  <c:v>39996</c:v>
                </c:pt>
                <c:pt idx="4325" c:formatCode="yyyy/m/d">
                  <c:v>39995</c:v>
                </c:pt>
                <c:pt idx="4326" c:formatCode="yyyy/m/d">
                  <c:v>39994</c:v>
                </c:pt>
                <c:pt idx="4327" c:formatCode="yyyy/m/d">
                  <c:v>39993</c:v>
                </c:pt>
                <c:pt idx="4328" c:formatCode="yyyy/m/d">
                  <c:v>39990</c:v>
                </c:pt>
                <c:pt idx="4329" c:formatCode="yyyy/m/d">
                  <c:v>39989</c:v>
                </c:pt>
                <c:pt idx="4330" c:formatCode="yyyy/m/d">
                  <c:v>39988</c:v>
                </c:pt>
                <c:pt idx="4331" c:formatCode="yyyy/m/d">
                  <c:v>39987</c:v>
                </c:pt>
                <c:pt idx="4332" c:formatCode="yyyy/m/d">
                  <c:v>39986</c:v>
                </c:pt>
                <c:pt idx="4333" c:formatCode="yyyy/m/d">
                  <c:v>39983</c:v>
                </c:pt>
                <c:pt idx="4334" c:formatCode="yyyy/m/d">
                  <c:v>39982</c:v>
                </c:pt>
                <c:pt idx="4335" c:formatCode="yyyy/m/d">
                  <c:v>39981</c:v>
                </c:pt>
                <c:pt idx="4336" c:formatCode="yyyy/m/d">
                  <c:v>39980</c:v>
                </c:pt>
                <c:pt idx="4337" c:formatCode="yyyy/m/d">
                  <c:v>39979</c:v>
                </c:pt>
                <c:pt idx="4338" c:formatCode="yyyy/m/d">
                  <c:v>39976</c:v>
                </c:pt>
                <c:pt idx="4339" c:formatCode="yyyy/m/d">
                  <c:v>39975</c:v>
                </c:pt>
                <c:pt idx="4340" c:formatCode="yyyy/m/d">
                  <c:v>39974</c:v>
                </c:pt>
                <c:pt idx="4341" c:formatCode="yyyy/m/d">
                  <c:v>39973</c:v>
                </c:pt>
                <c:pt idx="4342" c:formatCode="yyyy/m/d">
                  <c:v>39972</c:v>
                </c:pt>
                <c:pt idx="4343" c:formatCode="yyyy/m/d">
                  <c:v>39969</c:v>
                </c:pt>
                <c:pt idx="4344" c:formatCode="yyyy/m/d">
                  <c:v>39968</c:v>
                </c:pt>
                <c:pt idx="4345" c:formatCode="yyyy/m/d">
                  <c:v>39967</c:v>
                </c:pt>
                <c:pt idx="4346" c:formatCode="yyyy/m/d">
                  <c:v>39966</c:v>
                </c:pt>
                <c:pt idx="4347" c:formatCode="yyyy/m/d">
                  <c:v>39965</c:v>
                </c:pt>
                <c:pt idx="4348" c:formatCode="yyyy/m/d">
                  <c:v>39962</c:v>
                </c:pt>
                <c:pt idx="4349" c:formatCode="yyyy/m/d">
                  <c:v>39961</c:v>
                </c:pt>
                <c:pt idx="4350" c:formatCode="yyyy/m/d">
                  <c:v>39960</c:v>
                </c:pt>
                <c:pt idx="4351" c:formatCode="yyyy/m/d">
                  <c:v>39959</c:v>
                </c:pt>
                <c:pt idx="4352" c:formatCode="yyyy/m/d">
                  <c:v>39958</c:v>
                </c:pt>
                <c:pt idx="4353" c:formatCode="yyyy/m/d">
                  <c:v>39955</c:v>
                </c:pt>
                <c:pt idx="4354" c:formatCode="yyyy/m/d">
                  <c:v>39954</c:v>
                </c:pt>
                <c:pt idx="4355" c:formatCode="yyyy/m/d">
                  <c:v>39953</c:v>
                </c:pt>
                <c:pt idx="4356" c:formatCode="yyyy/m/d">
                  <c:v>39952</c:v>
                </c:pt>
                <c:pt idx="4357" c:formatCode="yyyy/m/d">
                  <c:v>39951</c:v>
                </c:pt>
                <c:pt idx="4358" c:formatCode="yyyy/m/d">
                  <c:v>39948</c:v>
                </c:pt>
                <c:pt idx="4359" c:formatCode="yyyy/m/d">
                  <c:v>39947</c:v>
                </c:pt>
                <c:pt idx="4360" c:formatCode="yyyy/m/d">
                  <c:v>39946</c:v>
                </c:pt>
                <c:pt idx="4361" c:formatCode="yyyy/m/d">
                  <c:v>39945</c:v>
                </c:pt>
                <c:pt idx="4362" c:formatCode="yyyy/m/d">
                  <c:v>39944</c:v>
                </c:pt>
                <c:pt idx="4363" c:formatCode="yyyy/m/d">
                  <c:v>39941</c:v>
                </c:pt>
                <c:pt idx="4364" c:formatCode="yyyy/m/d">
                  <c:v>39940</c:v>
                </c:pt>
                <c:pt idx="4365" c:formatCode="yyyy/m/d">
                  <c:v>39939</c:v>
                </c:pt>
                <c:pt idx="4366" c:formatCode="yyyy/m/d">
                  <c:v>39938</c:v>
                </c:pt>
                <c:pt idx="4367" c:formatCode="yyyy/m/d">
                  <c:v>39937</c:v>
                </c:pt>
                <c:pt idx="4368" c:formatCode="yyyy/m/d">
                  <c:v>39934</c:v>
                </c:pt>
                <c:pt idx="4369" c:formatCode="yyyy/m/d">
                  <c:v>39933</c:v>
                </c:pt>
                <c:pt idx="4370" c:formatCode="yyyy/m/d">
                  <c:v>39932</c:v>
                </c:pt>
                <c:pt idx="4371" c:formatCode="yyyy/m/d">
                  <c:v>39931</c:v>
                </c:pt>
                <c:pt idx="4372" c:formatCode="yyyy/m/d">
                  <c:v>39930</c:v>
                </c:pt>
                <c:pt idx="4373" c:formatCode="yyyy/m/d">
                  <c:v>39927</c:v>
                </c:pt>
                <c:pt idx="4374" c:formatCode="yyyy/m/d">
                  <c:v>39926</c:v>
                </c:pt>
                <c:pt idx="4375" c:formatCode="yyyy/m/d">
                  <c:v>39925</c:v>
                </c:pt>
                <c:pt idx="4376" c:formatCode="yyyy/m/d">
                  <c:v>39924</c:v>
                </c:pt>
                <c:pt idx="4377" c:formatCode="yyyy/m/d">
                  <c:v>39923</c:v>
                </c:pt>
                <c:pt idx="4378" c:formatCode="yyyy/m/d">
                  <c:v>39920</c:v>
                </c:pt>
                <c:pt idx="4379" c:formatCode="yyyy/m/d">
                  <c:v>39919</c:v>
                </c:pt>
                <c:pt idx="4380" c:formatCode="yyyy/m/d">
                  <c:v>39918</c:v>
                </c:pt>
                <c:pt idx="4381" c:formatCode="yyyy/m/d">
                  <c:v>39917</c:v>
                </c:pt>
                <c:pt idx="4382" c:formatCode="yyyy/m/d">
                  <c:v>39916</c:v>
                </c:pt>
                <c:pt idx="4383" c:formatCode="yyyy/m/d">
                  <c:v>39913</c:v>
                </c:pt>
                <c:pt idx="4384" c:formatCode="yyyy/m/d">
                  <c:v>39912</c:v>
                </c:pt>
                <c:pt idx="4385" c:formatCode="yyyy/m/d">
                  <c:v>39911</c:v>
                </c:pt>
                <c:pt idx="4386" c:formatCode="yyyy/m/d">
                  <c:v>39910</c:v>
                </c:pt>
                <c:pt idx="4387" c:formatCode="yyyy/m/d">
                  <c:v>39909</c:v>
                </c:pt>
                <c:pt idx="4388" c:formatCode="yyyy/m/d">
                  <c:v>39906</c:v>
                </c:pt>
                <c:pt idx="4389" c:formatCode="yyyy/m/d">
                  <c:v>39905</c:v>
                </c:pt>
                <c:pt idx="4390" c:formatCode="yyyy/m/d">
                  <c:v>39904</c:v>
                </c:pt>
                <c:pt idx="4391" c:formatCode="yyyy/m/d">
                  <c:v>39903</c:v>
                </c:pt>
                <c:pt idx="4392" c:formatCode="yyyy/m/d">
                  <c:v>39902</c:v>
                </c:pt>
                <c:pt idx="4393" c:formatCode="yyyy/m/d">
                  <c:v>39899</c:v>
                </c:pt>
                <c:pt idx="4394" c:formatCode="yyyy/m/d">
                  <c:v>39898</c:v>
                </c:pt>
                <c:pt idx="4395" c:formatCode="yyyy/m/d">
                  <c:v>39897</c:v>
                </c:pt>
                <c:pt idx="4396" c:formatCode="yyyy/m/d">
                  <c:v>39896</c:v>
                </c:pt>
                <c:pt idx="4397" c:formatCode="yyyy/m/d">
                  <c:v>39895</c:v>
                </c:pt>
                <c:pt idx="4398" c:formatCode="yyyy/m/d">
                  <c:v>39892</c:v>
                </c:pt>
                <c:pt idx="4399" c:formatCode="yyyy/m/d">
                  <c:v>39891</c:v>
                </c:pt>
                <c:pt idx="4400" c:formatCode="yyyy/m/d">
                  <c:v>39890</c:v>
                </c:pt>
                <c:pt idx="4401" c:formatCode="yyyy/m/d">
                  <c:v>39889</c:v>
                </c:pt>
                <c:pt idx="4402" c:formatCode="yyyy/m/d">
                  <c:v>39888</c:v>
                </c:pt>
                <c:pt idx="4403" c:formatCode="yyyy/m/d">
                  <c:v>39885</c:v>
                </c:pt>
                <c:pt idx="4404" c:formatCode="yyyy/m/d">
                  <c:v>39884</c:v>
                </c:pt>
                <c:pt idx="4405" c:formatCode="yyyy/m/d">
                  <c:v>39883</c:v>
                </c:pt>
                <c:pt idx="4406" c:formatCode="yyyy/m/d">
                  <c:v>39882</c:v>
                </c:pt>
                <c:pt idx="4407" c:formatCode="yyyy/m/d">
                  <c:v>39881</c:v>
                </c:pt>
                <c:pt idx="4408" c:formatCode="yyyy/m/d">
                  <c:v>39878</c:v>
                </c:pt>
                <c:pt idx="4409" c:formatCode="yyyy/m/d">
                  <c:v>39877</c:v>
                </c:pt>
                <c:pt idx="4410" c:formatCode="yyyy/m/d">
                  <c:v>39876</c:v>
                </c:pt>
                <c:pt idx="4411" c:formatCode="yyyy/m/d">
                  <c:v>39875</c:v>
                </c:pt>
                <c:pt idx="4412" c:formatCode="yyyy/m/d">
                  <c:v>39874</c:v>
                </c:pt>
                <c:pt idx="4413" c:formatCode="yyyy/m/d">
                  <c:v>39871</c:v>
                </c:pt>
                <c:pt idx="4414" c:formatCode="yyyy/m/d">
                  <c:v>39870</c:v>
                </c:pt>
                <c:pt idx="4415" c:formatCode="yyyy/m/d">
                  <c:v>39869</c:v>
                </c:pt>
                <c:pt idx="4416" c:formatCode="yyyy/m/d">
                  <c:v>39868</c:v>
                </c:pt>
                <c:pt idx="4417" c:formatCode="yyyy/m/d">
                  <c:v>39867</c:v>
                </c:pt>
                <c:pt idx="4418" c:formatCode="yyyy/m/d">
                  <c:v>39864</c:v>
                </c:pt>
                <c:pt idx="4419" c:formatCode="yyyy/m/d">
                  <c:v>39863</c:v>
                </c:pt>
                <c:pt idx="4420" c:formatCode="yyyy/m/d">
                  <c:v>39862</c:v>
                </c:pt>
                <c:pt idx="4421" c:formatCode="yyyy/m/d">
                  <c:v>39861</c:v>
                </c:pt>
                <c:pt idx="4422" c:formatCode="yyyy/m/d">
                  <c:v>39860</c:v>
                </c:pt>
                <c:pt idx="4423" c:formatCode="yyyy/m/d">
                  <c:v>39857</c:v>
                </c:pt>
                <c:pt idx="4424" c:formatCode="yyyy/m/d">
                  <c:v>39856</c:v>
                </c:pt>
                <c:pt idx="4425" c:formatCode="yyyy/m/d">
                  <c:v>39855</c:v>
                </c:pt>
                <c:pt idx="4426" c:formatCode="yyyy/m/d">
                  <c:v>39854</c:v>
                </c:pt>
                <c:pt idx="4427" c:formatCode="yyyy/m/d">
                  <c:v>39853</c:v>
                </c:pt>
                <c:pt idx="4428" c:formatCode="yyyy/m/d">
                  <c:v>39850</c:v>
                </c:pt>
                <c:pt idx="4429" c:formatCode="yyyy/m/d">
                  <c:v>39849</c:v>
                </c:pt>
                <c:pt idx="4430" c:formatCode="yyyy/m/d">
                  <c:v>39848</c:v>
                </c:pt>
                <c:pt idx="4431" c:formatCode="yyyy/m/d">
                  <c:v>39847</c:v>
                </c:pt>
                <c:pt idx="4432" c:formatCode="yyyy/m/d">
                  <c:v>39846</c:v>
                </c:pt>
                <c:pt idx="4433" c:formatCode="yyyy/m/d">
                  <c:v>39843</c:v>
                </c:pt>
                <c:pt idx="4434" c:formatCode="yyyy/m/d">
                  <c:v>39842</c:v>
                </c:pt>
                <c:pt idx="4435" c:formatCode="yyyy/m/d">
                  <c:v>39841</c:v>
                </c:pt>
                <c:pt idx="4436" c:formatCode="yyyy/m/d">
                  <c:v>39840</c:v>
                </c:pt>
                <c:pt idx="4437" c:formatCode="yyyy/m/d">
                  <c:v>39839</c:v>
                </c:pt>
                <c:pt idx="4438" c:formatCode="yyyy/m/d">
                  <c:v>39836</c:v>
                </c:pt>
                <c:pt idx="4439" c:formatCode="yyyy/m/d">
                  <c:v>39835</c:v>
                </c:pt>
                <c:pt idx="4440" c:formatCode="yyyy/m/d">
                  <c:v>39834</c:v>
                </c:pt>
                <c:pt idx="4441" c:formatCode="yyyy/m/d">
                  <c:v>39833</c:v>
                </c:pt>
                <c:pt idx="4442" c:formatCode="yyyy/m/d">
                  <c:v>39832</c:v>
                </c:pt>
                <c:pt idx="4443" c:formatCode="yyyy/m/d">
                  <c:v>39829</c:v>
                </c:pt>
                <c:pt idx="4444" c:formatCode="yyyy/m/d">
                  <c:v>39828</c:v>
                </c:pt>
                <c:pt idx="4445" c:formatCode="yyyy/m/d">
                  <c:v>39827</c:v>
                </c:pt>
                <c:pt idx="4446" c:formatCode="yyyy/m/d">
                  <c:v>39826</c:v>
                </c:pt>
                <c:pt idx="4447" c:formatCode="yyyy/m/d">
                  <c:v>39825</c:v>
                </c:pt>
                <c:pt idx="4448" c:formatCode="yyyy/m/d">
                  <c:v>39822</c:v>
                </c:pt>
                <c:pt idx="4449" c:formatCode="yyyy/m/d">
                  <c:v>39821</c:v>
                </c:pt>
                <c:pt idx="4450" c:formatCode="yyyy/m/d">
                  <c:v>39820</c:v>
                </c:pt>
                <c:pt idx="4451" c:formatCode="yyyy/m/d">
                  <c:v>39819</c:v>
                </c:pt>
                <c:pt idx="4452" c:formatCode="yyyy/m/d">
                  <c:v>39818</c:v>
                </c:pt>
                <c:pt idx="4453" c:formatCode="yyyy/m/d">
                  <c:v>39815</c:v>
                </c:pt>
                <c:pt idx="4454" c:formatCode="yyyy/m/d">
                  <c:v>39814</c:v>
                </c:pt>
                <c:pt idx="4455" c:formatCode="yyyy/m/d">
                  <c:v>39813</c:v>
                </c:pt>
                <c:pt idx="4456" c:formatCode="yyyy/m/d">
                  <c:v>39812</c:v>
                </c:pt>
                <c:pt idx="4457" c:formatCode="yyyy/m/d">
                  <c:v>39811</c:v>
                </c:pt>
                <c:pt idx="4458" c:formatCode="yyyy/m/d">
                  <c:v>39808</c:v>
                </c:pt>
                <c:pt idx="4459" c:formatCode="yyyy/m/d">
                  <c:v>39807</c:v>
                </c:pt>
                <c:pt idx="4460" c:formatCode="yyyy/m/d">
                  <c:v>39806</c:v>
                </c:pt>
                <c:pt idx="4461" c:formatCode="yyyy/m/d">
                  <c:v>39805</c:v>
                </c:pt>
                <c:pt idx="4462" c:formatCode="yyyy/m/d">
                  <c:v>39804</c:v>
                </c:pt>
                <c:pt idx="4463" c:formatCode="yyyy/m/d">
                  <c:v>39801</c:v>
                </c:pt>
                <c:pt idx="4464" c:formatCode="yyyy/m/d">
                  <c:v>39800</c:v>
                </c:pt>
                <c:pt idx="4465" c:formatCode="yyyy/m/d">
                  <c:v>39799</c:v>
                </c:pt>
                <c:pt idx="4466" c:formatCode="yyyy/m/d">
                  <c:v>39798</c:v>
                </c:pt>
                <c:pt idx="4467" c:formatCode="yyyy/m/d">
                  <c:v>39797</c:v>
                </c:pt>
                <c:pt idx="4468" c:formatCode="yyyy/m/d">
                  <c:v>39794</c:v>
                </c:pt>
                <c:pt idx="4469" c:formatCode="yyyy/m/d">
                  <c:v>39793</c:v>
                </c:pt>
                <c:pt idx="4470" c:formatCode="yyyy/m/d">
                  <c:v>39792</c:v>
                </c:pt>
                <c:pt idx="4471" c:formatCode="yyyy/m/d">
                  <c:v>39791</c:v>
                </c:pt>
                <c:pt idx="4472" c:formatCode="yyyy/m/d">
                  <c:v>39790</c:v>
                </c:pt>
                <c:pt idx="4473" c:formatCode="yyyy/m/d">
                  <c:v>39787</c:v>
                </c:pt>
                <c:pt idx="4474" c:formatCode="yyyy/m/d">
                  <c:v>39786</c:v>
                </c:pt>
                <c:pt idx="4475" c:formatCode="yyyy/m/d">
                  <c:v>39785</c:v>
                </c:pt>
                <c:pt idx="4476" c:formatCode="yyyy/m/d">
                  <c:v>39784</c:v>
                </c:pt>
                <c:pt idx="4477" c:formatCode="yyyy/m/d">
                  <c:v>39783</c:v>
                </c:pt>
                <c:pt idx="4478" c:formatCode="yyyy/m/d">
                  <c:v>39780</c:v>
                </c:pt>
                <c:pt idx="4479" c:formatCode="yyyy/m/d">
                  <c:v>39779</c:v>
                </c:pt>
                <c:pt idx="4480" c:formatCode="yyyy/m/d">
                  <c:v>39778</c:v>
                </c:pt>
                <c:pt idx="4481" c:formatCode="yyyy/m/d">
                  <c:v>39777</c:v>
                </c:pt>
                <c:pt idx="4482" c:formatCode="yyyy/m/d">
                  <c:v>39776</c:v>
                </c:pt>
                <c:pt idx="4483" c:formatCode="yyyy/m/d">
                  <c:v>39773</c:v>
                </c:pt>
                <c:pt idx="4484" c:formatCode="yyyy/m/d">
                  <c:v>39772</c:v>
                </c:pt>
                <c:pt idx="4485" c:formatCode="yyyy/m/d">
                  <c:v>39771</c:v>
                </c:pt>
                <c:pt idx="4486" c:formatCode="yyyy/m/d">
                  <c:v>39770</c:v>
                </c:pt>
                <c:pt idx="4487" c:formatCode="yyyy/m/d">
                  <c:v>39769</c:v>
                </c:pt>
                <c:pt idx="4488" c:formatCode="yyyy/m/d">
                  <c:v>39766</c:v>
                </c:pt>
                <c:pt idx="4489" c:formatCode="yyyy/m/d">
                  <c:v>39765</c:v>
                </c:pt>
                <c:pt idx="4490" c:formatCode="yyyy/m/d">
                  <c:v>39764</c:v>
                </c:pt>
                <c:pt idx="4491" c:formatCode="yyyy/m/d">
                  <c:v>39763</c:v>
                </c:pt>
                <c:pt idx="4492" c:formatCode="yyyy/m/d">
                  <c:v>39762</c:v>
                </c:pt>
                <c:pt idx="4493" c:formatCode="yyyy/m/d">
                  <c:v>39759</c:v>
                </c:pt>
                <c:pt idx="4494" c:formatCode="yyyy/m/d">
                  <c:v>39758</c:v>
                </c:pt>
                <c:pt idx="4495" c:formatCode="yyyy/m/d">
                  <c:v>39757</c:v>
                </c:pt>
                <c:pt idx="4496" c:formatCode="yyyy/m/d">
                  <c:v>39756</c:v>
                </c:pt>
                <c:pt idx="4497" c:formatCode="yyyy/m/d">
                  <c:v>39755</c:v>
                </c:pt>
                <c:pt idx="4498" c:formatCode="yyyy/m/d">
                  <c:v>39752</c:v>
                </c:pt>
                <c:pt idx="4499" c:formatCode="yyyy/m/d">
                  <c:v>39751</c:v>
                </c:pt>
                <c:pt idx="4500" c:formatCode="yyyy/m/d">
                  <c:v>39750</c:v>
                </c:pt>
                <c:pt idx="4501" c:formatCode="yyyy/m/d">
                  <c:v>39749</c:v>
                </c:pt>
                <c:pt idx="4502" c:formatCode="yyyy/m/d">
                  <c:v>39748</c:v>
                </c:pt>
                <c:pt idx="4503" c:formatCode="yyyy/m/d">
                  <c:v>39745</c:v>
                </c:pt>
                <c:pt idx="4504" c:formatCode="yyyy/m/d">
                  <c:v>39744</c:v>
                </c:pt>
                <c:pt idx="4505" c:formatCode="yyyy/m/d">
                  <c:v>39743</c:v>
                </c:pt>
                <c:pt idx="4506" c:formatCode="yyyy/m/d">
                  <c:v>39742</c:v>
                </c:pt>
                <c:pt idx="4507" c:formatCode="yyyy/m/d">
                  <c:v>39741</c:v>
                </c:pt>
                <c:pt idx="4508" c:formatCode="yyyy/m/d">
                  <c:v>39738</c:v>
                </c:pt>
                <c:pt idx="4509" c:formatCode="yyyy/m/d">
                  <c:v>39737</c:v>
                </c:pt>
                <c:pt idx="4510" c:formatCode="yyyy/m/d">
                  <c:v>39736</c:v>
                </c:pt>
                <c:pt idx="4511" c:formatCode="yyyy/m/d">
                  <c:v>39735</c:v>
                </c:pt>
                <c:pt idx="4512" c:formatCode="yyyy/m/d">
                  <c:v>39734</c:v>
                </c:pt>
                <c:pt idx="4513" c:formatCode="yyyy/m/d">
                  <c:v>39731</c:v>
                </c:pt>
                <c:pt idx="4514" c:formatCode="yyyy/m/d">
                  <c:v>39730</c:v>
                </c:pt>
                <c:pt idx="4515" c:formatCode="yyyy/m/d">
                  <c:v>39729</c:v>
                </c:pt>
                <c:pt idx="4516" c:formatCode="yyyy/m/d">
                  <c:v>39728</c:v>
                </c:pt>
                <c:pt idx="4517" c:formatCode="yyyy/m/d">
                  <c:v>39727</c:v>
                </c:pt>
                <c:pt idx="4518" c:formatCode="yyyy/m/d">
                  <c:v>39724</c:v>
                </c:pt>
              </c:numCache>
            </c:numRef>
          </c:cat>
          <c:val>
            <c:numRef>
              <c:f>'[20260203底稿.xlsx]日元对冲（粘贴版）'!$C$7:$C$4528</c:f>
              <c:numCache>
                <c:formatCode>General</c:formatCode>
                <c:ptCount val="4522"/>
                <c:pt idx="0">
                  <c:v>1.5981</c:v>
                </c:pt>
                <c:pt idx="1">
                  <c:v>1.6041</c:v>
                </c:pt>
                <c:pt idx="2">
                  <c:v>1.5747</c:v>
                </c:pt>
                <c:pt idx="3">
                  <c:v>1.5614</c:v>
                </c:pt>
                <c:pt idx="4">
                  <c:v>1.5553</c:v>
                </c:pt>
                <c:pt idx="5">
                  <c:v>1.575</c:v>
                </c:pt>
                <c:pt idx="6">
                  <c:v>1.6025</c:v>
                </c:pt>
                <c:pt idx="7">
                  <c:v>1.5277</c:v>
                </c:pt>
                <c:pt idx="8">
                  <c:v>1.5218</c:v>
                </c:pt>
                <c:pt idx="9">
                  <c:v>1.4855</c:v>
                </c:pt>
                <c:pt idx="10">
                  <c:v>1.4389</c:v>
                </c:pt>
                <c:pt idx="11">
                  <c:v>1.4343</c:v>
                </c:pt>
                <c:pt idx="12">
                  <c:v>1.4468</c:v>
                </c:pt>
                <c:pt idx="13">
                  <c:v>1.4562</c:v>
                </c:pt>
                <c:pt idx="14">
                  <c:v>1.4704</c:v>
                </c:pt>
                <c:pt idx="15">
                  <c:v>1.4569</c:v>
                </c:pt>
                <c:pt idx="16">
                  <c:v>1.4998</c:v>
                </c:pt>
                <c:pt idx="17">
                  <c:v>1.4912</c:v>
                </c:pt>
                <c:pt idx="18">
                  <c:v>1.4957</c:v>
                </c:pt>
                <c:pt idx="19">
                  <c:v>1.4723</c:v>
                </c:pt>
                <c:pt idx="20">
                  <c:v>1.4877</c:v>
                </c:pt>
                <c:pt idx="21">
                  <c:v>1.4389</c:v>
                </c:pt>
                <c:pt idx="22">
                  <c:v>1.4034</c:v>
                </c:pt>
                <c:pt idx="23">
                  <c:v>1.3878</c:v>
                </c:pt>
                <c:pt idx="24">
                  <c:v>1.3888</c:v>
                </c:pt>
                <c:pt idx="25">
                  <c:v>1.363</c:v>
                </c:pt>
                <c:pt idx="26">
                  <c:v>1.4201</c:v>
                </c:pt>
                <c:pt idx="27">
                  <c:v>1.4253</c:v>
                </c:pt>
                <c:pt idx="28">
                  <c:v>1.4136</c:v>
                </c:pt>
                <c:pt idx="29">
                  <c:v>1.3732</c:v>
                </c:pt>
                <c:pt idx="30">
                  <c:v>1.3719</c:v>
                </c:pt>
                <c:pt idx="31">
                  <c:v>1.3561</c:v>
                </c:pt>
                <c:pt idx="32">
                  <c:v>1.3729</c:v>
                </c:pt>
                <c:pt idx="33">
                  <c:v>1.3663</c:v>
                </c:pt>
                <c:pt idx="34">
                  <c:v>1.3171</c:v>
                </c:pt>
                <c:pt idx="35">
                  <c:v>1.245</c:v>
                </c:pt>
                <c:pt idx="36">
                  <c:v>1.324</c:v>
                </c:pt>
                <c:pt idx="37">
                  <c:v>1.3084</c:v>
                </c:pt>
                <c:pt idx="38">
                  <c:v>1.3046</c:v>
                </c:pt>
                <c:pt idx="39">
                  <c:v>1.2636</c:v>
                </c:pt>
                <c:pt idx="40">
                  <c:v>1.2091</c:v>
                </c:pt>
                <c:pt idx="41">
                  <c:v>1.2132</c:v>
                </c:pt>
                <c:pt idx="42">
                  <c:v>1.2348</c:v>
                </c:pt>
                <c:pt idx="43">
                  <c:v>1.1388</c:v>
                </c:pt>
                <c:pt idx="44">
                  <c:v>1.1049</c:v>
                </c:pt>
                <c:pt idx="45">
                  <c:v>1.1073</c:v>
                </c:pt>
                <c:pt idx="46">
                  <c:v>1.0932</c:v>
                </c:pt>
                <c:pt idx="47">
                  <c:v>1.0993</c:v>
                </c:pt>
                <c:pt idx="48">
                  <c:v>1.1244</c:v>
                </c:pt>
                <c:pt idx="49">
                  <c:v>1.0817</c:v>
                </c:pt>
                <c:pt idx="50">
                  <c:v>1.1514</c:v>
                </c:pt>
                <c:pt idx="51">
                  <c:v>1.0967</c:v>
                </c:pt>
                <c:pt idx="52">
                  <c:v>1.1232</c:v>
                </c:pt>
                <c:pt idx="53">
                  <c:v>1.1476</c:v>
                </c:pt>
                <c:pt idx="54">
                  <c:v>1.1189</c:v>
                </c:pt>
                <c:pt idx="55">
                  <c:v>1.1124</c:v>
                </c:pt>
                <c:pt idx="56">
                  <c:v>1.1396</c:v>
                </c:pt>
                <c:pt idx="57">
                  <c:v>1.1475</c:v>
                </c:pt>
                <c:pt idx="58">
                  <c:v>1.1344</c:v>
                </c:pt>
                <c:pt idx="59">
                  <c:v>1.1058</c:v>
                </c:pt>
                <c:pt idx="60">
                  <c:v>1.1956</c:v>
                </c:pt>
                <c:pt idx="61">
                  <c:v>1.1171</c:v>
                </c:pt>
                <c:pt idx="62">
                  <c:v>1.1302</c:v>
                </c:pt>
                <c:pt idx="63">
                  <c:v>1.076</c:v>
                </c:pt>
                <c:pt idx="64">
                  <c:v>1.1009</c:v>
                </c:pt>
                <c:pt idx="65">
                  <c:v>1.1763</c:v>
                </c:pt>
                <c:pt idx="66">
                  <c:v>1.0781</c:v>
                </c:pt>
                <c:pt idx="67">
                  <c:v>1.0791</c:v>
                </c:pt>
                <c:pt idx="68">
                  <c:v>1.0951</c:v>
                </c:pt>
                <c:pt idx="69">
                  <c:v>1.1178</c:v>
                </c:pt>
                <c:pt idx="70">
                  <c:v>1.0604</c:v>
                </c:pt>
                <c:pt idx="71">
                  <c:v>1.0846</c:v>
                </c:pt>
                <c:pt idx="72">
                  <c:v>1.0973</c:v>
                </c:pt>
                <c:pt idx="73">
                  <c:v>1.1428</c:v>
                </c:pt>
                <c:pt idx="74">
                  <c:v>1.0558</c:v>
                </c:pt>
                <c:pt idx="75">
                  <c:v>1.0809</c:v>
                </c:pt>
                <c:pt idx="76">
                  <c:v>1.0723</c:v>
                </c:pt>
                <c:pt idx="77">
                  <c:v>1.0598</c:v>
                </c:pt>
                <c:pt idx="78">
                  <c:v>1.0209</c:v>
                </c:pt>
                <c:pt idx="79">
                  <c:v>1.1412</c:v>
                </c:pt>
                <c:pt idx="80">
                  <c:v>1.1348</c:v>
                </c:pt>
                <c:pt idx="81">
                  <c:v>1.1122</c:v>
                </c:pt>
                <c:pt idx="82">
                  <c:v>1.1379</c:v>
                </c:pt>
                <c:pt idx="83">
                  <c:v>1.1533</c:v>
                </c:pt>
                <c:pt idx="84">
                  <c:v>1.122</c:v>
                </c:pt>
                <c:pt idx="85">
                  <c:v>1.0916</c:v>
                </c:pt>
                <c:pt idx="86">
                  <c:v>1.132</c:v>
                </c:pt>
                <c:pt idx="87">
                  <c:v>1.0959</c:v>
                </c:pt>
                <c:pt idx="88">
                  <c:v>1.0925</c:v>
                </c:pt>
                <c:pt idx="89">
                  <c:v>1.1407</c:v>
                </c:pt>
                <c:pt idx="90">
                  <c:v>1.1293</c:v>
                </c:pt>
                <c:pt idx="91">
                  <c:v>1.0808</c:v>
                </c:pt>
                <c:pt idx="92">
                  <c:v>1.1443</c:v>
                </c:pt>
                <c:pt idx="93">
                  <c:v>1.114</c:v>
                </c:pt>
                <c:pt idx="94">
                  <c:v>1.0896</c:v>
                </c:pt>
                <c:pt idx="95">
                  <c:v>1.0652</c:v>
                </c:pt>
                <c:pt idx="96">
                  <c:v>0.9723</c:v>
                </c:pt>
                <c:pt idx="97">
                  <c:v>0.9606</c:v>
                </c:pt>
                <c:pt idx="98">
                  <c:v>1.0077</c:v>
                </c:pt>
                <c:pt idx="99">
                  <c:v>0.9268</c:v>
                </c:pt>
                <c:pt idx="100">
                  <c:v>0.9332</c:v>
                </c:pt>
                <c:pt idx="101">
                  <c:v>1.0198</c:v>
                </c:pt>
                <c:pt idx="102">
                  <c:v>0.9221</c:v>
                </c:pt>
                <c:pt idx="103">
                  <c:v>0.8672</c:v>
                </c:pt>
                <c:pt idx="104">
                  <c:v>0.9518</c:v>
                </c:pt>
                <c:pt idx="105">
                  <c:v>0.9742</c:v>
                </c:pt>
                <c:pt idx="106">
                  <c:v>1.016</c:v>
                </c:pt>
                <c:pt idx="107">
                  <c:v>1.0164</c:v>
                </c:pt>
                <c:pt idx="108">
                  <c:v>1.0007</c:v>
                </c:pt>
                <c:pt idx="109">
                  <c:v>0.9862</c:v>
                </c:pt>
                <c:pt idx="110">
                  <c:v>0.9968</c:v>
                </c:pt>
                <c:pt idx="111">
                  <c:v>1.0188</c:v>
                </c:pt>
                <c:pt idx="112">
                  <c:v>1.0284</c:v>
                </c:pt>
                <c:pt idx="113">
                  <c:v>0.9369</c:v>
                </c:pt>
                <c:pt idx="114">
                  <c:v>1.0424</c:v>
                </c:pt>
                <c:pt idx="115">
                  <c:v>1.0086</c:v>
                </c:pt>
                <c:pt idx="116">
                  <c:v>1.008</c:v>
                </c:pt>
                <c:pt idx="117">
                  <c:v>1.0376</c:v>
                </c:pt>
                <c:pt idx="118">
                  <c:v>1.034</c:v>
                </c:pt>
                <c:pt idx="119">
                  <c:v>1.0359</c:v>
                </c:pt>
                <c:pt idx="120">
                  <c:v>0.9316</c:v>
                </c:pt>
                <c:pt idx="121">
                  <c:v>0.9203</c:v>
                </c:pt>
                <c:pt idx="122">
                  <c:v>0.9259</c:v>
                </c:pt>
                <c:pt idx="123">
                  <c:v>0.9347</c:v>
                </c:pt>
                <c:pt idx="124">
                  <c:v>0.9125</c:v>
                </c:pt>
                <c:pt idx="125">
                  <c:v>0.8664</c:v>
                </c:pt>
                <c:pt idx="126">
                  <c:v>0.8457</c:v>
                </c:pt>
                <c:pt idx="127">
                  <c:v>0.8384</c:v>
                </c:pt>
                <c:pt idx="128">
                  <c:v>0.6383</c:v>
                </c:pt>
                <c:pt idx="129">
                  <c:v>0.8218</c:v>
                </c:pt>
                <c:pt idx="130">
                  <c:v>0.9116</c:v>
                </c:pt>
                <c:pt idx="131">
                  <c:v>0.8283</c:v>
                </c:pt>
                <c:pt idx="132">
                  <c:v>0.9144</c:v>
                </c:pt>
                <c:pt idx="133">
                  <c:v>0.9056</c:v>
                </c:pt>
                <c:pt idx="134">
                  <c:v>0.9474</c:v>
                </c:pt>
                <c:pt idx="135">
                  <c:v>0.9223</c:v>
                </c:pt>
                <c:pt idx="136">
                  <c:v>0.8139</c:v>
                </c:pt>
                <c:pt idx="137">
                  <c:v>0.8669</c:v>
                </c:pt>
                <c:pt idx="138">
                  <c:v>0.879</c:v>
                </c:pt>
                <c:pt idx="139">
                  <c:v>0.918</c:v>
                </c:pt>
                <c:pt idx="140">
                  <c:v>0.8852</c:v>
                </c:pt>
                <c:pt idx="141">
                  <c:v>0.9422</c:v>
                </c:pt>
                <c:pt idx="142">
                  <c:v>0.907</c:v>
                </c:pt>
                <c:pt idx="143">
                  <c:v>0.8966</c:v>
                </c:pt>
                <c:pt idx="144">
                  <c:v>0.8249</c:v>
                </c:pt>
                <c:pt idx="145">
                  <c:v>0.7658</c:v>
                </c:pt>
                <c:pt idx="146">
                  <c:v>0.823</c:v>
                </c:pt>
                <c:pt idx="147">
                  <c:v>0.8266</c:v>
                </c:pt>
                <c:pt idx="148">
                  <c:v>0.803</c:v>
                </c:pt>
                <c:pt idx="149">
                  <c:v>0.9004</c:v>
                </c:pt>
                <c:pt idx="150">
                  <c:v>0.8231</c:v>
                </c:pt>
                <c:pt idx="151">
                  <c:v>0.8303</c:v>
                </c:pt>
                <c:pt idx="152">
                  <c:v>0.7962</c:v>
                </c:pt>
                <c:pt idx="153">
                  <c:v>0.8201</c:v>
                </c:pt>
                <c:pt idx="154">
                  <c:v>0.7842</c:v>
                </c:pt>
                <c:pt idx="155">
                  <c:v>0.7646</c:v>
                </c:pt>
                <c:pt idx="156">
                  <c:v>0.7441</c:v>
                </c:pt>
                <c:pt idx="157">
                  <c:v>0.7362</c:v>
                </c:pt>
                <c:pt idx="158">
                  <c:v>0.7395</c:v>
                </c:pt>
                <c:pt idx="159">
                  <c:v>0.7357</c:v>
                </c:pt>
                <c:pt idx="160">
                  <c:v>0.7405</c:v>
                </c:pt>
                <c:pt idx="161">
                  <c:v>0.7525</c:v>
                </c:pt>
                <c:pt idx="162">
                  <c:v>0.8202</c:v>
                </c:pt>
                <c:pt idx="163">
                  <c:v>0.7782</c:v>
                </c:pt>
                <c:pt idx="164">
                  <c:v>0.747</c:v>
                </c:pt>
                <c:pt idx="165">
                  <c:v>0.7532</c:v>
                </c:pt>
                <c:pt idx="166">
                  <c:v>0.8301</c:v>
                </c:pt>
                <c:pt idx="167">
                  <c:v>0.8375</c:v>
                </c:pt>
                <c:pt idx="168">
                  <c:v>0.9319</c:v>
                </c:pt>
                <c:pt idx="169">
                  <c:v>0.8238</c:v>
                </c:pt>
                <c:pt idx="170">
                  <c:v>0.7388</c:v>
                </c:pt>
                <c:pt idx="171">
                  <c:v>0.8519</c:v>
                </c:pt>
                <c:pt idx="172">
                  <c:v>0.8347</c:v>
                </c:pt>
                <c:pt idx="173">
                  <c:v>0.7644</c:v>
                </c:pt>
                <c:pt idx="174">
                  <c:v>0.7417</c:v>
                </c:pt>
                <c:pt idx="175">
                  <c:v>0.7965</c:v>
                </c:pt>
                <c:pt idx="176">
                  <c:v>0.7596</c:v>
                </c:pt>
                <c:pt idx="177">
                  <c:v>0.8132</c:v>
                </c:pt>
                <c:pt idx="178">
                  <c:v>0.8347</c:v>
                </c:pt>
                <c:pt idx="179">
                  <c:v>0.8753</c:v>
                </c:pt>
                <c:pt idx="180">
                  <c:v>0.9401</c:v>
                </c:pt>
                <c:pt idx="181">
                  <c:v>0.8451</c:v>
                </c:pt>
                <c:pt idx="182">
                  <c:v>0.7957</c:v>
                </c:pt>
                <c:pt idx="183">
                  <c:v>0.842</c:v>
                </c:pt>
                <c:pt idx="184">
                  <c:v>0.7607</c:v>
                </c:pt>
                <c:pt idx="185">
                  <c:v>0.8849</c:v>
                </c:pt>
                <c:pt idx="186">
                  <c:v>0.828</c:v>
                </c:pt>
                <c:pt idx="187">
                  <c:v>0.8055</c:v>
                </c:pt>
                <c:pt idx="188">
                  <c:v>0.7685</c:v>
                </c:pt>
                <c:pt idx="189">
                  <c:v>0.8023</c:v>
                </c:pt>
                <c:pt idx="190">
                  <c:v>0.7114</c:v>
                </c:pt>
                <c:pt idx="191">
                  <c:v>0.7249</c:v>
                </c:pt>
                <c:pt idx="192">
                  <c:v>0.7953</c:v>
                </c:pt>
                <c:pt idx="193">
                  <c:v>0.8372</c:v>
                </c:pt>
                <c:pt idx="194">
                  <c:v>0.8455</c:v>
                </c:pt>
                <c:pt idx="195">
                  <c:v>0.7686</c:v>
                </c:pt>
                <c:pt idx="196">
                  <c:v>0.7563</c:v>
                </c:pt>
                <c:pt idx="197">
                  <c:v>0.7442</c:v>
                </c:pt>
                <c:pt idx="198">
                  <c:v>0.7858</c:v>
                </c:pt>
                <c:pt idx="199">
                  <c:v>0.8086</c:v>
                </c:pt>
                <c:pt idx="200">
                  <c:v>0.8829</c:v>
                </c:pt>
                <c:pt idx="201">
                  <c:v>0.928</c:v>
                </c:pt>
                <c:pt idx="202">
                  <c:v>0.9236</c:v>
                </c:pt>
                <c:pt idx="203">
                  <c:v>0.8001</c:v>
                </c:pt>
                <c:pt idx="204">
                  <c:v>0.8243</c:v>
                </c:pt>
                <c:pt idx="205">
                  <c:v>0.7382</c:v>
                </c:pt>
                <c:pt idx="206">
                  <c:v>0.7862</c:v>
                </c:pt>
                <c:pt idx="207">
                  <c:v>0.7748</c:v>
                </c:pt>
                <c:pt idx="208">
                  <c:v>0.9113</c:v>
                </c:pt>
                <c:pt idx="209">
                  <c:v>0.8489</c:v>
                </c:pt>
                <c:pt idx="210">
                  <c:v>0.866</c:v>
                </c:pt>
                <c:pt idx="211">
                  <c:v>0.8024</c:v>
                </c:pt>
                <c:pt idx="212">
                  <c:v>0.72</c:v>
                </c:pt>
                <c:pt idx="213">
                  <c:v>0.6233</c:v>
                </c:pt>
                <c:pt idx="214">
                  <c:v>0.5216</c:v>
                </c:pt>
                <c:pt idx="215">
                  <c:v>0.6623</c:v>
                </c:pt>
                <c:pt idx="216">
                  <c:v>0.6974</c:v>
                </c:pt>
                <c:pt idx="217">
                  <c:v>0.7485</c:v>
                </c:pt>
                <c:pt idx="218">
                  <c:v>0.7045</c:v>
                </c:pt>
                <c:pt idx="219">
                  <c:v>0.8154</c:v>
                </c:pt>
                <c:pt idx="220">
                  <c:v>0.8215</c:v>
                </c:pt>
                <c:pt idx="221">
                  <c:v>0.7599</c:v>
                </c:pt>
                <c:pt idx="222">
                  <c:v>0.8132</c:v>
                </c:pt>
                <c:pt idx="223">
                  <c:v>0.7283</c:v>
                </c:pt>
                <c:pt idx="224">
                  <c:v>0.7053</c:v>
                </c:pt>
                <c:pt idx="225">
                  <c:v>0.6502</c:v>
                </c:pt>
                <c:pt idx="226">
                  <c:v>0.6915</c:v>
                </c:pt>
                <c:pt idx="227">
                  <c:v>0.7071</c:v>
                </c:pt>
                <c:pt idx="228">
                  <c:v>0.7566</c:v>
                </c:pt>
                <c:pt idx="229">
                  <c:v>0.7253</c:v>
                </c:pt>
                <c:pt idx="230">
                  <c:v>0.774</c:v>
                </c:pt>
                <c:pt idx="231">
                  <c:v>0.7862</c:v>
                </c:pt>
                <c:pt idx="232">
                  <c:v>0.7174</c:v>
                </c:pt>
                <c:pt idx="233">
                  <c:v>0.8021</c:v>
                </c:pt>
                <c:pt idx="234">
                  <c:v>0.7379</c:v>
                </c:pt>
                <c:pt idx="235">
                  <c:v>0.7244</c:v>
                </c:pt>
                <c:pt idx="236">
                  <c:v>0.706</c:v>
                </c:pt>
                <c:pt idx="237">
                  <c:v>0.5522</c:v>
                </c:pt>
                <c:pt idx="238">
                  <c:v>0.5757</c:v>
                </c:pt>
                <c:pt idx="239">
                  <c:v>0.613</c:v>
                </c:pt>
                <c:pt idx="240">
                  <c:v>0.5864</c:v>
                </c:pt>
                <c:pt idx="241">
                  <c:v>0.6308</c:v>
                </c:pt>
                <c:pt idx="242">
                  <c:v>0.715</c:v>
                </c:pt>
                <c:pt idx="243">
                  <c:v>0.7217</c:v>
                </c:pt>
                <c:pt idx="244">
                  <c:v>0.7931</c:v>
                </c:pt>
                <c:pt idx="245">
                  <c:v>0.797</c:v>
                </c:pt>
                <c:pt idx="246">
                  <c:v>0.8339</c:v>
                </c:pt>
                <c:pt idx="247">
                  <c:v>0.755</c:v>
                </c:pt>
                <c:pt idx="248">
                  <c:v>0.7143</c:v>
                </c:pt>
                <c:pt idx="249">
                  <c:v>0.7227</c:v>
                </c:pt>
                <c:pt idx="250">
                  <c:v>0.8442</c:v>
                </c:pt>
                <c:pt idx="251">
                  <c:v>0.7734</c:v>
                </c:pt>
                <c:pt idx="252">
                  <c:v>0.7224</c:v>
                </c:pt>
                <c:pt idx="253">
                  <c:v>0.7731</c:v>
                </c:pt>
                <c:pt idx="254">
                  <c:v>0.7132</c:v>
                </c:pt>
                <c:pt idx="255">
                  <c:v>0.6975</c:v>
                </c:pt>
                <c:pt idx="256">
                  <c:v>0.7522</c:v>
                </c:pt>
                <c:pt idx="257">
                  <c:v>0.7613</c:v>
                </c:pt>
                <c:pt idx="258">
                  <c:v>0.8142</c:v>
                </c:pt>
                <c:pt idx="259">
                  <c:v>0.7766</c:v>
                </c:pt>
                <c:pt idx="260">
                  <c:v>0.7866</c:v>
                </c:pt>
                <c:pt idx="261">
                  <c:v>0.7632</c:v>
                </c:pt>
                <c:pt idx="262">
                  <c:v>0.7956</c:v>
                </c:pt>
                <c:pt idx="263">
                  <c:v>0.8535</c:v>
                </c:pt>
                <c:pt idx="264">
                  <c:v>0.8397</c:v>
                </c:pt>
                <c:pt idx="265">
                  <c:v>0.8061</c:v>
                </c:pt>
                <c:pt idx="266">
                  <c:v>0.7651</c:v>
                </c:pt>
                <c:pt idx="267">
                  <c:v>0.8125</c:v>
                </c:pt>
                <c:pt idx="268">
                  <c:v>0.8425</c:v>
                </c:pt>
                <c:pt idx="269">
                  <c:v>0.7953</c:v>
                </c:pt>
                <c:pt idx="270">
                  <c:v>0.7852</c:v>
                </c:pt>
                <c:pt idx="271">
                  <c:v>0.8938</c:v>
                </c:pt>
                <c:pt idx="272">
                  <c:v>0.8648</c:v>
                </c:pt>
                <c:pt idx="273">
                  <c:v>0.9245</c:v>
                </c:pt>
                <c:pt idx="274">
                  <c:v>0.8478</c:v>
                </c:pt>
                <c:pt idx="275">
                  <c:v>0.8571</c:v>
                </c:pt>
                <c:pt idx="276">
                  <c:v>0.8601</c:v>
                </c:pt>
                <c:pt idx="277">
                  <c:v>0.8046</c:v>
                </c:pt>
                <c:pt idx="278">
                  <c:v>0.7652</c:v>
                </c:pt>
                <c:pt idx="279">
                  <c:v>0.7389</c:v>
                </c:pt>
                <c:pt idx="280">
                  <c:v>0.7294</c:v>
                </c:pt>
                <c:pt idx="281">
                  <c:v>0.7346</c:v>
                </c:pt>
                <c:pt idx="282">
                  <c:v>0.6711</c:v>
                </c:pt>
                <c:pt idx="283">
                  <c:v>0.7553</c:v>
                </c:pt>
                <c:pt idx="284">
                  <c:v>0.6964</c:v>
                </c:pt>
                <c:pt idx="285">
                  <c:v>0.7121</c:v>
                </c:pt>
                <c:pt idx="286">
                  <c:v>0.7009</c:v>
                </c:pt>
                <c:pt idx="287">
                  <c:v>0.7087</c:v>
                </c:pt>
                <c:pt idx="288">
                  <c:v>0.6282</c:v>
                </c:pt>
                <c:pt idx="289">
                  <c:v>0.6526</c:v>
                </c:pt>
                <c:pt idx="290">
                  <c:v>0.6581</c:v>
                </c:pt>
                <c:pt idx="291">
                  <c:v>0.5256</c:v>
                </c:pt>
                <c:pt idx="292">
                  <c:v>0.5464</c:v>
                </c:pt>
                <c:pt idx="293">
                  <c:v>0.55</c:v>
                </c:pt>
                <c:pt idx="294">
                  <c:v>0.4916</c:v>
                </c:pt>
                <c:pt idx="295">
                  <c:v>0.4311</c:v>
                </c:pt>
                <c:pt idx="296">
                  <c:v>0.4059</c:v>
                </c:pt>
                <c:pt idx="297">
                  <c:v>0.3886</c:v>
                </c:pt>
                <c:pt idx="298">
                  <c:v>0.2879</c:v>
                </c:pt>
                <c:pt idx="299">
                  <c:v>0.3497</c:v>
                </c:pt>
                <c:pt idx="300">
                  <c:v>0.3187</c:v>
                </c:pt>
                <c:pt idx="301">
                  <c:v>0.3686</c:v>
                </c:pt>
                <c:pt idx="302">
                  <c:v>0.3105</c:v>
                </c:pt>
                <c:pt idx="303">
                  <c:v>0.2791</c:v>
                </c:pt>
                <c:pt idx="304">
                  <c:v>0.3337</c:v>
                </c:pt>
                <c:pt idx="305">
                  <c:v>0.3367</c:v>
                </c:pt>
                <c:pt idx="306">
                  <c:v>0.3503</c:v>
                </c:pt>
                <c:pt idx="307">
                  <c:v>0.2863</c:v>
                </c:pt>
                <c:pt idx="308">
                  <c:v>0.429</c:v>
                </c:pt>
                <c:pt idx="309">
                  <c:v>0.4591</c:v>
                </c:pt>
                <c:pt idx="310">
                  <c:v>0.4318</c:v>
                </c:pt>
                <c:pt idx="311">
                  <c:v>0.4544</c:v>
                </c:pt>
                <c:pt idx="312">
                  <c:v>0.4329</c:v>
                </c:pt>
                <c:pt idx="313">
                  <c:v>0.4503</c:v>
                </c:pt>
                <c:pt idx="314">
                  <c:v>0.4903</c:v>
                </c:pt>
                <c:pt idx="315">
                  <c:v>0.4275</c:v>
                </c:pt>
                <c:pt idx="316">
                  <c:v>0.4292</c:v>
                </c:pt>
                <c:pt idx="317">
                  <c:v>0.3169</c:v>
                </c:pt>
                <c:pt idx="318">
                  <c:v>0.3846</c:v>
                </c:pt>
                <c:pt idx="319">
                  <c:v>0.3799</c:v>
                </c:pt>
                <c:pt idx="320">
                  <c:v>0.4558</c:v>
                </c:pt>
                <c:pt idx="321">
                  <c:v>0.3028</c:v>
                </c:pt>
                <c:pt idx="322">
                  <c:v>0.3231</c:v>
                </c:pt>
                <c:pt idx="323">
                  <c:v>0.3966</c:v>
                </c:pt>
                <c:pt idx="324">
                  <c:v>0.3032</c:v>
                </c:pt>
                <c:pt idx="325">
                  <c:v>0.3434</c:v>
                </c:pt>
                <c:pt idx="326">
                  <c:v>0.2686</c:v>
                </c:pt>
                <c:pt idx="327">
                  <c:v>0.3006</c:v>
                </c:pt>
                <c:pt idx="328">
                  <c:v>0.2721</c:v>
                </c:pt>
                <c:pt idx="329">
                  <c:v>0.2446</c:v>
                </c:pt>
                <c:pt idx="330">
                  <c:v>0.2633</c:v>
                </c:pt>
                <c:pt idx="331">
                  <c:v>0.2244</c:v>
                </c:pt>
                <c:pt idx="332">
                  <c:v>0.2539</c:v>
                </c:pt>
                <c:pt idx="333">
                  <c:v>0.1607</c:v>
                </c:pt>
                <c:pt idx="334">
                  <c:v>0.1698</c:v>
                </c:pt>
                <c:pt idx="335">
                  <c:v>0.0888</c:v>
                </c:pt>
                <c:pt idx="336">
                  <c:v>0.0875</c:v>
                </c:pt>
                <c:pt idx="337">
                  <c:v>0.1192</c:v>
                </c:pt>
                <c:pt idx="338">
                  <c:v>0.1109</c:v>
                </c:pt>
                <c:pt idx="339">
                  <c:v>0.0336</c:v>
                </c:pt>
                <c:pt idx="340">
                  <c:v>0.1023</c:v>
                </c:pt>
                <c:pt idx="341">
                  <c:v>0.0302</c:v>
                </c:pt>
                <c:pt idx="342">
                  <c:v>0.0173</c:v>
                </c:pt>
                <c:pt idx="343">
                  <c:v>0.168</c:v>
                </c:pt>
                <c:pt idx="344">
                  <c:v>0.0733</c:v>
                </c:pt>
                <c:pt idx="345">
                  <c:v>0.0276</c:v>
                </c:pt>
                <c:pt idx="346">
                  <c:v>0.0073</c:v>
                </c:pt>
                <c:pt idx="347">
                  <c:v>0.0903</c:v>
                </c:pt>
                <c:pt idx="348">
                  <c:v>0.0604</c:v>
                </c:pt>
                <c:pt idx="349">
                  <c:v>0.14</c:v>
                </c:pt>
                <c:pt idx="350">
                  <c:v>0.124</c:v>
                </c:pt>
                <c:pt idx="351">
                  <c:v>0.032</c:v>
                </c:pt>
                <c:pt idx="352">
                  <c:v>0.1009</c:v>
                </c:pt>
                <c:pt idx="353">
                  <c:v>0.0513</c:v>
                </c:pt>
                <c:pt idx="354">
                  <c:v>0.0328</c:v>
                </c:pt>
                <c:pt idx="355">
                  <c:v>-0.0435</c:v>
                </c:pt>
                <c:pt idx="356">
                  <c:v>-0.0711</c:v>
                </c:pt>
                <c:pt idx="357">
                  <c:v>-0.0987</c:v>
                </c:pt>
                <c:pt idx="358">
                  <c:v>-0.1045</c:v>
                </c:pt>
                <c:pt idx="359">
                  <c:v>-0.1765</c:v>
                </c:pt>
                <c:pt idx="360">
                  <c:v>-0.1375</c:v>
                </c:pt>
                <c:pt idx="361">
                  <c:v>-0.226</c:v>
                </c:pt>
                <c:pt idx="362">
                  <c:v>-0.1686</c:v>
                </c:pt>
                <c:pt idx="363">
                  <c:v>-0.2131</c:v>
                </c:pt>
                <c:pt idx="364">
                  <c:v>-0.2225</c:v>
                </c:pt>
                <c:pt idx="365">
                  <c:v>-0.2734</c:v>
                </c:pt>
                <c:pt idx="366">
                  <c:v>-0.247</c:v>
                </c:pt>
                <c:pt idx="367">
                  <c:v>-0.1836</c:v>
                </c:pt>
                <c:pt idx="368">
                  <c:v>-0.1761</c:v>
                </c:pt>
                <c:pt idx="369">
                  <c:v>-0.2014</c:v>
                </c:pt>
                <c:pt idx="370">
                  <c:v>-0.2273</c:v>
                </c:pt>
                <c:pt idx="371">
                  <c:v>-0.2956</c:v>
                </c:pt>
                <c:pt idx="372">
                  <c:v>-0.2521</c:v>
                </c:pt>
                <c:pt idx="373">
                  <c:v>-0.3515</c:v>
                </c:pt>
                <c:pt idx="374">
                  <c:v>-0.2761</c:v>
                </c:pt>
                <c:pt idx="375">
                  <c:v>-0.3733</c:v>
                </c:pt>
                <c:pt idx="376">
                  <c:v>-0.4245</c:v>
                </c:pt>
                <c:pt idx="377">
                  <c:v>-0.3453</c:v>
                </c:pt>
                <c:pt idx="378">
                  <c:v>-0.3391</c:v>
                </c:pt>
                <c:pt idx="379">
                  <c:v>-0.2707</c:v>
                </c:pt>
                <c:pt idx="380">
                  <c:v>-0.335</c:v>
                </c:pt>
                <c:pt idx="381">
                  <c:v>-0.4184</c:v>
                </c:pt>
                <c:pt idx="382">
                  <c:v>-0.3579</c:v>
                </c:pt>
                <c:pt idx="383">
                  <c:v>-0.3038</c:v>
                </c:pt>
                <c:pt idx="384">
                  <c:v>-0.191</c:v>
                </c:pt>
                <c:pt idx="385">
                  <c:v>-0.3016</c:v>
                </c:pt>
                <c:pt idx="386">
                  <c:v>-0.3152</c:v>
                </c:pt>
                <c:pt idx="387">
                  <c:v>-0.2509</c:v>
                </c:pt>
                <c:pt idx="388">
                  <c:v>-0.5338</c:v>
                </c:pt>
                <c:pt idx="389">
                  <c:v>-0.432</c:v>
                </c:pt>
                <c:pt idx="390">
                  <c:v>-0.4401</c:v>
                </c:pt>
                <c:pt idx="391">
                  <c:v>-0.4534</c:v>
                </c:pt>
                <c:pt idx="392">
                  <c:v>-0.3746</c:v>
                </c:pt>
                <c:pt idx="393">
                  <c:v>-0.3736</c:v>
                </c:pt>
                <c:pt idx="394">
                  <c:v>-0.2815</c:v>
                </c:pt>
                <c:pt idx="395">
                  <c:v>-0.3059</c:v>
                </c:pt>
                <c:pt idx="396">
                  <c:v>-0.3994</c:v>
                </c:pt>
                <c:pt idx="397">
                  <c:v>-0.4037</c:v>
                </c:pt>
                <c:pt idx="398">
                  <c:v>-0.4038</c:v>
                </c:pt>
                <c:pt idx="399">
                  <c:v>-0.4359</c:v>
                </c:pt>
                <c:pt idx="400">
                  <c:v>-0.4809</c:v>
                </c:pt>
                <c:pt idx="401">
                  <c:v>-0.4723</c:v>
                </c:pt>
                <c:pt idx="402">
                  <c:v>-0.4369</c:v>
                </c:pt>
                <c:pt idx="403">
                  <c:v>-0.5251</c:v>
                </c:pt>
                <c:pt idx="404">
                  <c:v>-0.5715</c:v>
                </c:pt>
                <c:pt idx="405">
                  <c:v>-0.5015</c:v>
                </c:pt>
                <c:pt idx="406">
                  <c:v>-0.5024</c:v>
                </c:pt>
                <c:pt idx="407">
                  <c:v>-0.5334</c:v>
                </c:pt>
                <c:pt idx="408">
                  <c:v>-0.5761</c:v>
                </c:pt>
                <c:pt idx="409">
                  <c:v>-0.5061</c:v>
                </c:pt>
                <c:pt idx="410">
                  <c:v>-0.5299</c:v>
                </c:pt>
                <c:pt idx="411">
                  <c:v>-0.4533</c:v>
                </c:pt>
                <c:pt idx="412">
                  <c:v>-0.4393</c:v>
                </c:pt>
                <c:pt idx="413">
                  <c:v>-0.5291</c:v>
                </c:pt>
                <c:pt idx="414">
                  <c:v>-0.6183</c:v>
                </c:pt>
                <c:pt idx="415">
                  <c:v>-0.5947</c:v>
                </c:pt>
                <c:pt idx="416">
                  <c:v>-0.6694</c:v>
                </c:pt>
                <c:pt idx="417">
                  <c:v>-0.6916</c:v>
                </c:pt>
                <c:pt idx="418">
                  <c:v>-0.6709</c:v>
                </c:pt>
                <c:pt idx="419">
                  <c:v>-0.6825</c:v>
                </c:pt>
                <c:pt idx="420">
                  <c:v>-0.7092</c:v>
                </c:pt>
                <c:pt idx="421">
                  <c:v>-0.7378</c:v>
                </c:pt>
                <c:pt idx="422">
                  <c:v>-0.648</c:v>
                </c:pt>
                <c:pt idx="423">
                  <c:v>-0.6937</c:v>
                </c:pt>
                <c:pt idx="424">
                  <c:v>-0.6751</c:v>
                </c:pt>
                <c:pt idx="425">
                  <c:v>-0.6513</c:v>
                </c:pt>
                <c:pt idx="426">
                  <c:v>-0.5451</c:v>
                </c:pt>
                <c:pt idx="427">
                  <c:v>-0.5019</c:v>
                </c:pt>
                <c:pt idx="428">
                  <c:v>-0.4596</c:v>
                </c:pt>
                <c:pt idx="429">
                  <c:v>-0.6189</c:v>
                </c:pt>
                <c:pt idx="430">
                  <c:v>-0.6504</c:v>
                </c:pt>
                <c:pt idx="431">
                  <c:v>-0.6087</c:v>
                </c:pt>
                <c:pt idx="432">
                  <c:v>-0.5649</c:v>
                </c:pt>
                <c:pt idx="433">
                  <c:v>-0.4858</c:v>
                </c:pt>
                <c:pt idx="434">
                  <c:v>-0.4512</c:v>
                </c:pt>
                <c:pt idx="435">
                  <c:v>-0.4041</c:v>
                </c:pt>
                <c:pt idx="436">
                  <c:v>-0.4532</c:v>
                </c:pt>
                <c:pt idx="437">
                  <c:v>-0.5512</c:v>
                </c:pt>
                <c:pt idx="438">
                  <c:v>-0.5455</c:v>
                </c:pt>
                <c:pt idx="439">
                  <c:v>-0.4954</c:v>
                </c:pt>
                <c:pt idx="440">
                  <c:v>-0.5512</c:v>
                </c:pt>
                <c:pt idx="441">
                  <c:v>-0.558</c:v>
                </c:pt>
                <c:pt idx="442">
                  <c:v>-0.5225</c:v>
                </c:pt>
                <c:pt idx="443">
                  <c:v>-0.5391</c:v>
                </c:pt>
                <c:pt idx="444">
                  <c:v>-0.5611</c:v>
                </c:pt>
                <c:pt idx="445">
                  <c:v>-0.6348</c:v>
                </c:pt>
                <c:pt idx="446">
                  <c:v>-0.5548</c:v>
                </c:pt>
                <c:pt idx="447">
                  <c:v>-0.5183</c:v>
                </c:pt>
                <c:pt idx="448">
                  <c:v>-0.4993</c:v>
                </c:pt>
                <c:pt idx="449">
                  <c:v>-0.5506</c:v>
                </c:pt>
                <c:pt idx="450">
                  <c:v>-0.5335</c:v>
                </c:pt>
                <c:pt idx="451">
                  <c:v>-0.5639</c:v>
                </c:pt>
                <c:pt idx="452">
                  <c:v>-0.5173</c:v>
                </c:pt>
                <c:pt idx="453">
                  <c:v>-0.5483</c:v>
                </c:pt>
                <c:pt idx="454">
                  <c:v>-0.5037</c:v>
                </c:pt>
                <c:pt idx="455">
                  <c:v>-0.5076</c:v>
                </c:pt>
                <c:pt idx="456">
                  <c:v>-0.4165</c:v>
                </c:pt>
                <c:pt idx="457">
                  <c:v>-0.4738</c:v>
                </c:pt>
                <c:pt idx="458">
                  <c:v>-0.4555</c:v>
                </c:pt>
                <c:pt idx="459">
                  <c:v>-0.3493</c:v>
                </c:pt>
                <c:pt idx="460">
                  <c:v>-0.4388</c:v>
                </c:pt>
                <c:pt idx="461">
                  <c:v>-0.492</c:v>
                </c:pt>
                <c:pt idx="462">
                  <c:v>-0.4786</c:v>
                </c:pt>
                <c:pt idx="463">
                  <c:v>-0.4674</c:v>
                </c:pt>
                <c:pt idx="464">
                  <c:v>-0.4296</c:v>
                </c:pt>
                <c:pt idx="465">
                  <c:v>-0.4887</c:v>
                </c:pt>
                <c:pt idx="466">
                  <c:v>-0.4271</c:v>
                </c:pt>
                <c:pt idx="467">
                  <c:v>-0.4868</c:v>
                </c:pt>
                <c:pt idx="468">
                  <c:v>-0.5653</c:v>
                </c:pt>
                <c:pt idx="469">
                  <c:v>-0.4976</c:v>
                </c:pt>
                <c:pt idx="470">
                  <c:v>-0.4085</c:v>
                </c:pt>
                <c:pt idx="471">
                  <c:v>-0.6267</c:v>
                </c:pt>
                <c:pt idx="472">
                  <c:v>-0.5748</c:v>
                </c:pt>
                <c:pt idx="473">
                  <c:v>-0.5428</c:v>
                </c:pt>
                <c:pt idx="474">
                  <c:v>-0.6494</c:v>
                </c:pt>
                <c:pt idx="475">
                  <c:v>-0.623</c:v>
                </c:pt>
                <c:pt idx="476">
                  <c:v>-0.6425</c:v>
                </c:pt>
                <c:pt idx="477">
                  <c:v>-0.6428</c:v>
                </c:pt>
                <c:pt idx="478">
                  <c:v>-0.7641</c:v>
                </c:pt>
                <c:pt idx="479">
                  <c:v>-0.759</c:v>
                </c:pt>
                <c:pt idx="480">
                  <c:v>-0.748</c:v>
                </c:pt>
                <c:pt idx="481">
                  <c:v>-0.7057</c:v>
                </c:pt>
                <c:pt idx="482">
                  <c:v>-0.675</c:v>
                </c:pt>
                <c:pt idx="483">
                  <c:v>-0.6991</c:v>
                </c:pt>
                <c:pt idx="484">
                  <c:v>-0.6497</c:v>
                </c:pt>
                <c:pt idx="485">
                  <c:v>-0.7437</c:v>
                </c:pt>
                <c:pt idx="486">
                  <c:v>-0.7463</c:v>
                </c:pt>
                <c:pt idx="487">
                  <c:v>-0.732</c:v>
                </c:pt>
                <c:pt idx="488">
                  <c:v>-0.7452</c:v>
                </c:pt>
                <c:pt idx="489">
                  <c:v>-0.7406</c:v>
                </c:pt>
                <c:pt idx="490">
                  <c:v>-0.8359</c:v>
                </c:pt>
                <c:pt idx="491">
                  <c:v>-0.8323</c:v>
                </c:pt>
                <c:pt idx="492">
                  <c:v>-0.849</c:v>
                </c:pt>
                <c:pt idx="493">
                  <c:v>-0.8753</c:v>
                </c:pt>
                <c:pt idx="494">
                  <c:v>-0.9174</c:v>
                </c:pt>
                <c:pt idx="495">
                  <c:v>-0.9117</c:v>
                </c:pt>
                <c:pt idx="496">
                  <c:v>-0.8777</c:v>
                </c:pt>
                <c:pt idx="497">
                  <c:v>-0.8013</c:v>
                </c:pt>
                <c:pt idx="498">
                  <c:v>-0.8472</c:v>
                </c:pt>
                <c:pt idx="499">
                  <c:v>-0.8322</c:v>
                </c:pt>
                <c:pt idx="500">
                  <c:v>-0.835</c:v>
                </c:pt>
                <c:pt idx="501">
                  <c:v>-0.8041</c:v>
                </c:pt>
                <c:pt idx="502">
                  <c:v>-0.8093</c:v>
                </c:pt>
                <c:pt idx="503">
                  <c:v>-0.8489</c:v>
                </c:pt>
                <c:pt idx="504">
                  <c:v>-0.7341</c:v>
                </c:pt>
                <c:pt idx="505">
                  <c:v>-0.6943</c:v>
                </c:pt>
                <c:pt idx="506">
                  <c:v>-0.7528</c:v>
                </c:pt>
                <c:pt idx="507">
                  <c:v>-0.7877</c:v>
                </c:pt>
                <c:pt idx="508">
                  <c:v>-0.7809</c:v>
                </c:pt>
                <c:pt idx="509">
                  <c:v>-0.8034</c:v>
                </c:pt>
                <c:pt idx="510">
                  <c:v>-0.8078</c:v>
                </c:pt>
                <c:pt idx="511">
                  <c:v>-0.6564</c:v>
                </c:pt>
                <c:pt idx="512">
                  <c:v>-0.7841</c:v>
                </c:pt>
                <c:pt idx="513">
                  <c:v>-0.7797</c:v>
                </c:pt>
                <c:pt idx="514">
                  <c:v>-0.7882</c:v>
                </c:pt>
                <c:pt idx="515">
                  <c:v>-0.8237</c:v>
                </c:pt>
                <c:pt idx="516">
                  <c:v>-0.8706</c:v>
                </c:pt>
                <c:pt idx="517">
                  <c:v>-0.8148</c:v>
                </c:pt>
                <c:pt idx="518">
                  <c:v>-0.824</c:v>
                </c:pt>
                <c:pt idx="519">
                  <c:v>-0.9661</c:v>
                </c:pt>
                <c:pt idx="520">
                  <c:v>-0.9758</c:v>
                </c:pt>
                <c:pt idx="521">
                  <c:v>-0.8406</c:v>
                </c:pt>
                <c:pt idx="522">
                  <c:v>-0.804</c:v>
                </c:pt>
                <c:pt idx="523">
                  <c:v>-0.7385</c:v>
                </c:pt>
                <c:pt idx="524">
                  <c:v>-0.788</c:v>
                </c:pt>
                <c:pt idx="525">
                  <c:v>-0.7251</c:v>
                </c:pt>
                <c:pt idx="526">
                  <c:v>-0.8151</c:v>
                </c:pt>
                <c:pt idx="527">
                  <c:v>-0.8529</c:v>
                </c:pt>
                <c:pt idx="528">
                  <c:v>-0.8004</c:v>
                </c:pt>
                <c:pt idx="529">
                  <c:v>-0.7658</c:v>
                </c:pt>
                <c:pt idx="530">
                  <c:v>-0.7915</c:v>
                </c:pt>
                <c:pt idx="531">
                  <c:v>-0.7751</c:v>
                </c:pt>
                <c:pt idx="532">
                  <c:v>-0.8985</c:v>
                </c:pt>
                <c:pt idx="533">
                  <c:v>-0.9691</c:v>
                </c:pt>
                <c:pt idx="534">
                  <c:v>-0.9964</c:v>
                </c:pt>
                <c:pt idx="535">
                  <c:v>-0.9422</c:v>
                </c:pt>
                <c:pt idx="536">
                  <c:v>-0.9744</c:v>
                </c:pt>
                <c:pt idx="537">
                  <c:v>-0.987</c:v>
                </c:pt>
                <c:pt idx="538">
                  <c:v>-0.9868</c:v>
                </c:pt>
                <c:pt idx="539">
                  <c:v>-0.9741</c:v>
                </c:pt>
                <c:pt idx="540">
                  <c:v>-1.0475</c:v>
                </c:pt>
                <c:pt idx="541">
                  <c:v>-0.993</c:v>
                </c:pt>
                <c:pt idx="542">
                  <c:v>-1.0221</c:v>
                </c:pt>
                <c:pt idx="543">
                  <c:v>-1.051</c:v>
                </c:pt>
                <c:pt idx="544">
                  <c:v>-1.0712</c:v>
                </c:pt>
                <c:pt idx="545">
                  <c:v>-1.1185</c:v>
                </c:pt>
                <c:pt idx="546">
                  <c:v>-0.9932</c:v>
                </c:pt>
                <c:pt idx="547">
                  <c:v>-0.9987</c:v>
                </c:pt>
                <c:pt idx="548">
                  <c:v>-1.0139</c:v>
                </c:pt>
                <c:pt idx="549">
                  <c:v>-1.0502</c:v>
                </c:pt>
                <c:pt idx="550">
                  <c:v>-1.1126</c:v>
                </c:pt>
                <c:pt idx="551">
                  <c:v>-1.0562</c:v>
                </c:pt>
                <c:pt idx="552">
                  <c:v>-1.0446</c:v>
                </c:pt>
                <c:pt idx="553">
                  <c:v>-1.0402</c:v>
                </c:pt>
                <c:pt idx="554">
                  <c:v>-1.0046</c:v>
                </c:pt>
                <c:pt idx="555">
                  <c:v>-1.1627</c:v>
                </c:pt>
                <c:pt idx="556">
                  <c:v>-0.9775</c:v>
                </c:pt>
                <c:pt idx="557">
                  <c:v>-0.9623</c:v>
                </c:pt>
                <c:pt idx="558">
                  <c:v>-0.8743</c:v>
                </c:pt>
                <c:pt idx="559">
                  <c:v>-0.9511</c:v>
                </c:pt>
                <c:pt idx="560">
                  <c:v>-1.0399</c:v>
                </c:pt>
                <c:pt idx="561">
                  <c:v>-0.977</c:v>
                </c:pt>
                <c:pt idx="562">
                  <c:v>-0.8817</c:v>
                </c:pt>
                <c:pt idx="563">
                  <c:v>-0.9921</c:v>
                </c:pt>
                <c:pt idx="564">
                  <c:v>-0.8733</c:v>
                </c:pt>
                <c:pt idx="565">
                  <c:v>-1.0119</c:v>
                </c:pt>
                <c:pt idx="566">
                  <c:v>-1.0485</c:v>
                </c:pt>
                <c:pt idx="567">
                  <c:v>-0.9745</c:v>
                </c:pt>
                <c:pt idx="568">
                  <c:v>-0.8922</c:v>
                </c:pt>
                <c:pt idx="569">
                  <c:v>-0.9719</c:v>
                </c:pt>
                <c:pt idx="570">
                  <c:v>-0.9448</c:v>
                </c:pt>
                <c:pt idx="571">
                  <c:v>-0.9582</c:v>
                </c:pt>
                <c:pt idx="572">
                  <c:v>-0.9202</c:v>
                </c:pt>
                <c:pt idx="573">
                  <c:v>-0.8729</c:v>
                </c:pt>
                <c:pt idx="574">
                  <c:v>-0.9079</c:v>
                </c:pt>
                <c:pt idx="575">
                  <c:v>-0.8024</c:v>
                </c:pt>
                <c:pt idx="576">
                  <c:v>-0.9992</c:v>
                </c:pt>
                <c:pt idx="577">
                  <c:v>-0.8231</c:v>
                </c:pt>
                <c:pt idx="578">
                  <c:v>-0.7891</c:v>
                </c:pt>
                <c:pt idx="579">
                  <c:v>-0.7824</c:v>
                </c:pt>
                <c:pt idx="580">
                  <c:v>-0.9068</c:v>
                </c:pt>
                <c:pt idx="581">
                  <c:v>-0.8086</c:v>
                </c:pt>
                <c:pt idx="582">
                  <c:v>-0.7252</c:v>
                </c:pt>
                <c:pt idx="583">
                  <c:v>-0.8674</c:v>
                </c:pt>
                <c:pt idx="584">
                  <c:v>-0.7611</c:v>
                </c:pt>
                <c:pt idx="585">
                  <c:v>-0.7627</c:v>
                </c:pt>
                <c:pt idx="586">
                  <c:v>-0.5657</c:v>
                </c:pt>
                <c:pt idx="587">
                  <c:v>-0.6163</c:v>
                </c:pt>
                <c:pt idx="588">
                  <c:v>-0.6882</c:v>
                </c:pt>
                <c:pt idx="589">
                  <c:v>-0.7043</c:v>
                </c:pt>
                <c:pt idx="590">
                  <c:v>-0.592</c:v>
                </c:pt>
                <c:pt idx="591">
                  <c:v>-0.6995</c:v>
                </c:pt>
                <c:pt idx="592">
                  <c:v>-0.6801</c:v>
                </c:pt>
                <c:pt idx="593">
                  <c:v>-0.6293</c:v>
                </c:pt>
                <c:pt idx="594">
                  <c:v>-0.595</c:v>
                </c:pt>
                <c:pt idx="595">
                  <c:v>-0.6696</c:v>
                </c:pt>
                <c:pt idx="596">
                  <c:v>-0.7375</c:v>
                </c:pt>
                <c:pt idx="597">
                  <c:v>-0.864</c:v>
                </c:pt>
                <c:pt idx="598">
                  <c:v>-0.9448</c:v>
                </c:pt>
                <c:pt idx="599">
                  <c:v>-0.8362</c:v>
                </c:pt>
                <c:pt idx="600">
                  <c:v>-0.9732</c:v>
                </c:pt>
                <c:pt idx="601">
                  <c:v>-0.8928</c:v>
                </c:pt>
                <c:pt idx="602">
                  <c:v>-0.7604</c:v>
                </c:pt>
                <c:pt idx="603">
                  <c:v>-0.7586</c:v>
                </c:pt>
                <c:pt idx="604">
                  <c:v>-0.8284</c:v>
                </c:pt>
                <c:pt idx="605">
                  <c:v>-0.8661</c:v>
                </c:pt>
                <c:pt idx="606">
                  <c:v>-0.8107</c:v>
                </c:pt>
                <c:pt idx="607">
                  <c:v>-0.9531</c:v>
                </c:pt>
                <c:pt idx="608">
                  <c:v>-0.9955</c:v>
                </c:pt>
                <c:pt idx="609">
                  <c:v>-1.0395</c:v>
                </c:pt>
                <c:pt idx="610">
                  <c:v>-0.9747</c:v>
                </c:pt>
                <c:pt idx="611">
                  <c:v>-1.031</c:v>
                </c:pt>
                <c:pt idx="612">
                  <c:v>-1.0389</c:v>
                </c:pt>
                <c:pt idx="613">
                  <c:v>-1.1408</c:v>
                </c:pt>
                <c:pt idx="614">
                  <c:v>-1.0796</c:v>
                </c:pt>
                <c:pt idx="615">
                  <c:v>-1.1516</c:v>
                </c:pt>
                <c:pt idx="616">
                  <c:v>-1.1794</c:v>
                </c:pt>
                <c:pt idx="617">
                  <c:v>-1.2549</c:v>
                </c:pt>
                <c:pt idx="618">
                  <c:v>-1.2107</c:v>
                </c:pt>
                <c:pt idx="619">
                  <c:v>-1.2165</c:v>
                </c:pt>
                <c:pt idx="620">
                  <c:v>-1.2673</c:v>
                </c:pt>
                <c:pt idx="621">
                  <c:v>-1.2354</c:v>
                </c:pt>
                <c:pt idx="622">
                  <c:v>-1.2298</c:v>
                </c:pt>
                <c:pt idx="623">
                  <c:v>-1.3021</c:v>
                </c:pt>
                <c:pt idx="624">
                  <c:v>-1.336</c:v>
                </c:pt>
                <c:pt idx="625">
                  <c:v>-1.273</c:v>
                </c:pt>
                <c:pt idx="626">
                  <c:v>-1.2697</c:v>
                </c:pt>
                <c:pt idx="627">
                  <c:v>-1.3432</c:v>
                </c:pt>
                <c:pt idx="628">
                  <c:v>-1.3397</c:v>
                </c:pt>
                <c:pt idx="629">
                  <c:v>-1.421</c:v>
                </c:pt>
                <c:pt idx="630">
                  <c:v>-1.4569</c:v>
                </c:pt>
                <c:pt idx="631">
                  <c:v>-1.5127</c:v>
                </c:pt>
                <c:pt idx="632">
                  <c:v>-1.4434</c:v>
                </c:pt>
                <c:pt idx="633">
                  <c:v>-1.3654</c:v>
                </c:pt>
                <c:pt idx="634">
                  <c:v>-1.3097</c:v>
                </c:pt>
                <c:pt idx="635">
                  <c:v>-1.3654</c:v>
                </c:pt>
                <c:pt idx="636">
                  <c:v>-1.2321</c:v>
                </c:pt>
                <c:pt idx="637">
                  <c:v>-1.2181</c:v>
                </c:pt>
                <c:pt idx="638">
                  <c:v>-1.265</c:v>
                </c:pt>
                <c:pt idx="639">
                  <c:v>-1.2736</c:v>
                </c:pt>
                <c:pt idx="640">
                  <c:v>-1.2669</c:v>
                </c:pt>
                <c:pt idx="641">
                  <c:v>-1.3263</c:v>
                </c:pt>
                <c:pt idx="642">
                  <c:v>-1.3198</c:v>
                </c:pt>
                <c:pt idx="643">
                  <c:v>-1.3385</c:v>
                </c:pt>
                <c:pt idx="644">
                  <c:v>-1.3939</c:v>
                </c:pt>
                <c:pt idx="645">
                  <c:v>-1.4913</c:v>
                </c:pt>
                <c:pt idx="646">
                  <c:v>-1.4385</c:v>
                </c:pt>
                <c:pt idx="647">
                  <c:v>-1.4147</c:v>
                </c:pt>
                <c:pt idx="648">
                  <c:v>-1.4865</c:v>
                </c:pt>
                <c:pt idx="649">
                  <c:v>-1.3076</c:v>
                </c:pt>
                <c:pt idx="650">
                  <c:v>-1.3934</c:v>
                </c:pt>
                <c:pt idx="651">
                  <c:v>-1.4743</c:v>
                </c:pt>
                <c:pt idx="652">
                  <c:v>-1.5619</c:v>
                </c:pt>
                <c:pt idx="653">
                  <c:v>-1.5728</c:v>
                </c:pt>
                <c:pt idx="654">
                  <c:v>-1.5378</c:v>
                </c:pt>
                <c:pt idx="655">
                  <c:v>-1.6876</c:v>
                </c:pt>
                <c:pt idx="656">
                  <c:v>-1.6698</c:v>
                </c:pt>
                <c:pt idx="657">
                  <c:v>-1.654</c:v>
                </c:pt>
                <c:pt idx="658">
                  <c:v>-1.7003</c:v>
                </c:pt>
                <c:pt idx="659">
                  <c:v>-1.6614</c:v>
                </c:pt>
                <c:pt idx="660">
                  <c:v>-1.706</c:v>
                </c:pt>
                <c:pt idx="661">
                  <c:v>-1.6607</c:v>
                </c:pt>
                <c:pt idx="662">
                  <c:v>-1.6679</c:v>
                </c:pt>
                <c:pt idx="663">
                  <c:v>-1.6243</c:v>
                </c:pt>
                <c:pt idx="664">
                  <c:v>-1.6893</c:v>
                </c:pt>
                <c:pt idx="665">
                  <c:v>-1.714</c:v>
                </c:pt>
                <c:pt idx="666">
                  <c:v>-1.5839</c:v>
                </c:pt>
                <c:pt idx="667">
                  <c:v>-1.5967</c:v>
                </c:pt>
                <c:pt idx="668">
                  <c:v>-1.5785</c:v>
                </c:pt>
                <c:pt idx="669">
                  <c:v>-1.5615</c:v>
                </c:pt>
                <c:pt idx="670">
                  <c:v>-1.6373</c:v>
                </c:pt>
                <c:pt idx="671">
                  <c:v>-1.7296</c:v>
                </c:pt>
                <c:pt idx="672">
                  <c:v>-1.7499</c:v>
                </c:pt>
                <c:pt idx="673">
                  <c:v>-1.7747</c:v>
                </c:pt>
                <c:pt idx="674">
                  <c:v>-1.6998</c:v>
                </c:pt>
                <c:pt idx="675">
                  <c:v>-1.8211</c:v>
                </c:pt>
                <c:pt idx="676">
                  <c:v>-1.7537</c:v>
                </c:pt>
                <c:pt idx="677">
                  <c:v>-1.7687</c:v>
                </c:pt>
                <c:pt idx="678">
                  <c:v>-1.794</c:v>
                </c:pt>
                <c:pt idx="679">
                  <c:v>-1.7313</c:v>
                </c:pt>
                <c:pt idx="680">
                  <c:v>-1.7912</c:v>
                </c:pt>
                <c:pt idx="681">
                  <c:v>-1.7851</c:v>
                </c:pt>
                <c:pt idx="682">
                  <c:v>-1.7446</c:v>
                </c:pt>
                <c:pt idx="683">
                  <c:v>-1.7324</c:v>
                </c:pt>
                <c:pt idx="684">
                  <c:v>-1.7974</c:v>
                </c:pt>
                <c:pt idx="685">
                  <c:v>-1.6926</c:v>
                </c:pt>
                <c:pt idx="686">
                  <c:v>-1.6231</c:v>
                </c:pt>
                <c:pt idx="687">
                  <c:v>-1.6982</c:v>
                </c:pt>
                <c:pt idx="688">
                  <c:v>-1.6843</c:v>
                </c:pt>
                <c:pt idx="689">
                  <c:v>-1.7229</c:v>
                </c:pt>
                <c:pt idx="690">
                  <c:v>-1.6007</c:v>
                </c:pt>
                <c:pt idx="691">
                  <c:v>-1.7092</c:v>
                </c:pt>
                <c:pt idx="692">
                  <c:v>-1.7425</c:v>
                </c:pt>
                <c:pt idx="693">
                  <c:v>-1.6129</c:v>
                </c:pt>
                <c:pt idx="694">
                  <c:v>-1.7714</c:v>
                </c:pt>
                <c:pt idx="695">
                  <c:v>-1.7382</c:v>
                </c:pt>
                <c:pt idx="696">
                  <c:v>-1.7102</c:v>
                </c:pt>
                <c:pt idx="697">
                  <c:v>-1.6435</c:v>
                </c:pt>
                <c:pt idx="698">
                  <c:v>-1.583</c:v>
                </c:pt>
                <c:pt idx="699">
                  <c:v>-1.551</c:v>
                </c:pt>
                <c:pt idx="700">
                  <c:v>-1.5158</c:v>
                </c:pt>
                <c:pt idx="701">
                  <c:v>-1.5664</c:v>
                </c:pt>
                <c:pt idx="702">
                  <c:v>-1.452</c:v>
                </c:pt>
                <c:pt idx="703">
                  <c:v>-1.5146</c:v>
                </c:pt>
                <c:pt idx="704">
                  <c:v>-1.4845</c:v>
                </c:pt>
                <c:pt idx="705">
                  <c:v>-1.5268</c:v>
                </c:pt>
                <c:pt idx="706">
                  <c:v>-1.4834</c:v>
                </c:pt>
                <c:pt idx="707">
                  <c:v>-1.5258</c:v>
                </c:pt>
                <c:pt idx="708">
                  <c:v>-1.5246</c:v>
                </c:pt>
                <c:pt idx="709">
                  <c:v>-1.5889</c:v>
                </c:pt>
                <c:pt idx="710">
                  <c:v>-1.6169</c:v>
                </c:pt>
                <c:pt idx="711">
                  <c:v>-1.4758</c:v>
                </c:pt>
                <c:pt idx="712">
                  <c:v>-1.4946</c:v>
                </c:pt>
                <c:pt idx="713">
                  <c:v>-1.499</c:v>
                </c:pt>
                <c:pt idx="714">
                  <c:v>-1.5722</c:v>
                </c:pt>
                <c:pt idx="715">
                  <c:v>-1.6862</c:v>
                </c:pt>
                <c:pt idx="716">
                  <c:v>-1.7439</c:v>
                </c:pt>
                <c:pt idx="717">
                  <c:v>-1.5526</c:v>
                </c:pt>
                <c:pt idx="718">
                  <c:v>-1.6835</c:v>
                </c:pt>
                <c:pt idx="719">
                  <c:v>-1.5187</c:v>
                </c:pt>
                <c:pt idx="720">
                  <c:v>-1.5665</c:v>
                </c:pt>
                <c:pt idx="721">
                  <c:v>-1.6674</c:v>
                </c:pt>
                <c:pt idx="722">
                  <c:v>-1.6406</c:v>
                </c:pt>
                <c:pt idx="723">
                  <c:v>-1.5334</c:v>
                </c:pt>
                <c:pt idx="724">
                  <c:v>-1.6202</c:v>
                </c:pt>
                <c:pt idx="725">
                  <c:v>-1.5663</c:v>
                </c:pt>
                <c:pt idx="726">
                  <c:v>-1.5362</c:v>
                </c:pt>
                <c:pt idx="727">
                  <c:v>-1.496</c:v>
                </c:pt>
                <c:pt idx="728">
                  <c:v>-1.469</c:v>
                </c:pt>
                <c:pt idx="729">
                  <c:v>-1.5565</c:v>
                </c:pt>
                <c:pt idx="730">
                  <c:v>-1.6703</c:v>
                </c:pt>
                <c:pt idx="731">
                  <c:v>-1.5784</c:v>
                </c:pt>
                <c:pt idx="732">
                  <c:v>-1.5641</c:v>
                </c:pt>
                <c:pt idx="733">
                  <c:v>-1.473</c:v>
                </c:pt>
                <c:pt idx="734">
                  <c:v>-1.4905</c:v>
                </c:pt>
                <c:pt idx="735">
                  <c:v>-1.5611</c:v>
                </c:pt>
                <c:pt idx="736">
                  <c:v>-1.6544</c:v>
                </c:pt>
                <c:pt idx="737">
                  <c:v>-1.6022</c:v>
                </c:pt>
                <c:pt idx="738">
                  <c:v>-1.5523</c:v>
                </c:pt>
                <c:pt idx="739">
                  <c:v>-1.4255</c:v>
                </c:pt>
                <c:pt idx="740">
                  <c:v>-1.3736</c:v>
                </c:pt>
                <c:pt idx="741">
                  <c:v>-1.382</c:v>
                </c:pt>
                <c:pt idx="742">
                  <c:v>-1.3216</c:v>
                </c:pt>
                <c:pt idx="743">
                  <c:v>-1.2187</c:v>
                </c:pt>
                <c:pt idx="744">
                  <c:v>-1.4349</c:v>
                </c:pt>
                <c:pt idx="745">
                  <c:v>-1.5714</c:v>
                </c:pt>
                <c:pt idx="746">
                  <c:v>-1.2927</c:v>
                </c:pt>
                <c:pt idx="747">
                  <c:v>-1.1714</c:v>
                </c:pt>
                <c:pt idx="748">
                  <c:v>-1.4677</c:v>
                </c:pt>
                <c:pt idx="749">
                  <c:v>-1.2016</c:v>
                </c:pt>
                <c:pt idx="750">
                  <c:v>-1.1706</c:v>
                </c:pt>
                <c:pt idx="751">
                  <c:v>-1.2751</c:v>
                </c:pt>
                <c:pt idx="752">
                  <c:v>-1.4684</c:v>
                </c:pt>
                <c:pt idx="753">
                  <c:v>-1.8683</c:v>
                </c:pt>
                <c:pt idx="754">
                  <c:v>-1.7172</c:v>
                </c:pt>
                <c:pt idx="755">
                  <c:v>-1.6334</c:v>
                </c:pt>
                <c:pt idx="756">
                  <c:v>-1.4857</c:v>
                </c:pt>
                <c:pt idx="757">
                  <c:v>-1.4682</c:v>
                </c:pt>
                <c:pt idx="758">
                  <c:v>-1.4679</c:v>
                </c:pt>
                <c:pt idx="759">
                  <c:v>-1.3767</c:v>
                </c:pt>
                <c:pt idx="760">
                  <c:v>-1.4216</c:v>
                </c:pt>
                <c:pt idx="761">
                  <c:v>-1.4777</c:v>
                </c:pt>
                <c:pt idx="762">
                  <c:v>-1.4981</c:v>
                </c:pt>
                <c:pt idx="763">
                  <c:v>-1.4191</c:v>
                </c:pt>
                <c:pt idx="764">
                  <c:v>-1.4897</c:v>
                </c:pt>
                <c:pt idx="765">
                  <c:v>-1.4355</c:v>
                </c:pt>
                <c:pt idx="766">
                  <c:v>-1.3512</c:v>
                </c:pt>
                <c:pt idx="767">
                  <c:v>-1.4894</c:v>
                </c:pt>
                <c:pt idx="768">
                  <c:v>-1.5106</c:v>
                </c:pt>
                <c:pt idx="769">
                  <c:v>-1.3933</c:v>
                </c:pt>
                <c:pt idx="770">
                  <c:v>-1.4744</c:v>
                </c:pt>
                <c:pt idx="771">
                  <c:v>-1.485</c:v>
                </c:pt>
                <c:pt idx="772">
                  <c:v>-1.531</c:v>
                </c:pt>
                <c:pt idx="773">
                  <c:v>-1.4482</c:v>
                </c:pt>
                <c:pt idx="774">
                  <c:v>-1.4888</c:v>
                </c:pt>
                <c:pt idx="775">
                  <c:v>-1.5587</c:v>
                </c:pt>
                <c:pt idx="776">
                  <c:v>-1.4762</c:v>
                </c:pt>
                <c:pt idx="777">
                  <c:v>-1.4738</c:v>
                </c:pt>
                <c:pt idx="778">
                  <c:v>-1.429</c:v>
                </c:pt>
                <c:pt idx="779">
                  <c:v>-1.5741</c:v>
                </c:pt>
                <c:pt idx="780">
                  <c:v>-1.5805</c:v>
                </c:pt>
                <c:pt idx="781">
                  <c:v>-1.51</c:v>
                </c:pt>
                <c:pt idx="782">
                  <c:v>-1.47</c:v>
                </c:pt>
                <c:pt idx="783">
                  <c:v>-1.4725</c:v>
                </c:pt>
                <c:pt idx="784">
                  <c:v>-1.46</c:v>
                </c:pt>
                <c:pt idx="785">
                  <c:v>-1.5564</c:v>
                </c:pt>
                <c:pt idx="786">
                  <c:v>-1.5311</c:v>
                </c:pt>
                <c:pt idx="787">
                  <c:v>-1.4675</c:v>
                </c:pt>
                <c:pt idx="788">
                  <c:v>-1.4779</c:v>
                </c:pt>
                <c:pt idx="789">
                  <c:v>-1.4842</c:v>
                </c:pt>
                <c:pt idx="790">
                  <c:v>-1.5599</c:v>
                </c:pt>
                <c:pt idx="791">
                  <c:v>-1.3979</c:v>
                </c:pt>
                <c:pt idx="792">
                  <c:v>-1.3969</c:v>
                </c:pt>
                <c:pt idx="793">
                  <c:v>-1.3387</c:v>
                </c:pt>
                <c:pt idx="794">
                  <c:v>-1.438</c:v>
                </c:pt>
                <c:pt idx="795">
                  <c:v>-1.3636</c:v>
                </c:pt>
                <c:pt idx="796">
                  <c:v>-1.2968</c:v>
                </c:pt>
                <c:pt idx="797">
                  <c:v>-1.4266</c:v>
                </c:pt>
                <c:pt idx="798">
                  <c:v>-1.5254</c:v>
                </c:pt>
                <c:pt idx="799">
                  <c:v>-1.2967</c:v>
                </c:pt>
                <c:pt idx="800">
                  <c:v>-1.234</c:v>
                </c:pt>
                <c:pt idx="801">
                  <c:v>-1.2093</c:v>
                </c:pt>
                <c:pt idx="802">
                  <c:v>-1.1211</c:v>
                </c:pt>
                <c:pt idx="803">
                  <c:v>-1.1095</c:v>
                </c:pt>
                <c:pt idx="804">
                  <c:v>-1.1089</c:v>
                </c:pt>
                <c:pt idx="805">
                  <c:v>-0.9955</c:v>
                </c:pt>
                <c:pt idx="806">
                  <c:v>-0.9886</c:v>
                </c:pt>
                <c:pt idx="807">
                  <c:v>-1.0801</c:v>
                </c:pt>
                <c:pt idx="808">
                  <c:v>-1.0553</c:v>
                </c:pt>
                <c:pt idx="809">
                  <c:v>-1.1033</c:v>
                </c:pt>
                <c:pt idx="810">
                  <c:v>-1.1232</c:v>
                </c:pt>
                <c:pt idx="811">
                  <c:v>-1.176</c:v>
                </c:pt>
                <c:pt idx="812">
                  <c:v>-1.3012</c:v>
                </c:pt>
                <c:pt idx="813">
                  <c:v>-1.4477</c:v>
                </c:pt>
                <c:pt idx="814">
                  <c:v>-1.4611</c:v>
                </c:pt>
                <c:pt idx="815">
                  <c:v>-1.4004</c:v>
                </c:pt>
                <c:pt idx="816">
                  <c:v>-1.5263</c:v>
                </c:pt>
                <c:pt idx="817">
                  <c:v>-1.391</c:v>
                </c:pt>
                <c:pt idx="818">
                  <c:v>-1.3944</c:v>
                </c:pt>
                <c:pt idx="819">
                  <c:v>-1.5008</c:v>
                </c:pt>
                <c:pt idx="820">
                  <c:v>-1.5916</c:v>
                </c:pt>
                <c:pt idx="821">
                  <c:v>-1.4907</c:v>
                </c:pt>
                <c:pt idx="822">
                  <c:v>-1.4066</c:v>
                </c:pt>
                <c:pt idx="823">
                  <c:v>-1.4019</c:v>
                </c:pt>
                <c:pt idx="824">
                  <c:v>-1.4521</c:v>
                </c:pt>
                <c:pt idx="825">
                  <c:v>-1.431</c:v>
                </c:pt>
                <c:pt idx="826">
                  <c:v>-1.2782</c:v>
                </c:pt>
                <c:pt idx="827">
                  <c:v>-1.3646</c:v>
                </c:pt>
                <c:pt idx="828">
                  <c:v>-1.3785</c:v>
                </c:pt>
                <c:pt idx="829">
                  <c:v>-1.3353</c:v>
                </c:pt>
                <c:pt idx="830">
                  <c:v>-1.4124</c:v>
                </c:pt>
                <c:pt idx="831">
                  <c:v>-1.3316</c:v>
                </c:pt>
                <c:pt idx="832">
                  <c:v>-1.2711</c:v>
                </c:pt>
                <c:pt idx="833">
                  <c:v>-1.2276</c:v>
                </c:pt>
                <c:pt idx="834">
                  <c:v>-1.2366</c:v>
                </c:pt>
                <c:pt idx="835">
                  <c:v>-1.3041</c:v>
                </c:pt>
                <c:pt idx="836">
                  <c:v>-1.236</c:v>
                </c:pt>
                <c:pt idx="837">
                  <c:v>-1.162</c:v>
                </c:pt>
                <c:pt idx="838">
                  <c:v>-1.1886</c:v>
                </c:pt>
                <c:pt idx="839">
                  <c:v>-1.3684</c:v>
                </c:pt>
                <c:pt idx="840">
                  <c:v>-1.108</c:v>
                </c:pt>
                <c:pt idx="841">
                  <c:v>-1.0721</c:v>
                </c:pt>
                <c:pt idx="842">
                  <c:v>-0.9597</c:v>
                </c:pt>
                <c:pt idx="843">
                  <c:v>-1.0776</c:v>
                </c:pt>
                <c:pt idx="844">
                  <c:v>-1.0869</c:v>
                </c:pt>
                <c:pt idx="845">
                  <c:v>-1.0276</c:v>
                </c:pt>
                <c:pt idx="846">
                  <c:v>-1.0146</c:v>
                </c:pt>
                <c:pt idx="847">
                  <c:v>-1.0178</c:v>
                </c:pt>
                <c:pt idx="848">
                  <c:v>-0.9655</c:v>
                </c:pt>
                <c:pt idx="849">
                  <c:v>-1.1131</c:v>
                </c:pt>
                <c:pt idx="850">
                  <c:v>-1.052</c:v>
                </c:pt>
                <c:pt idx="851">
                  <c:v>-0.9512</c:v>
                </c:pt>
                <c:pt idx="852">
                  <c:v>-0.7853</c:v>
                </c:pt>
                <c:pt idx="853">
                  <c:v>-0.9411</c:v>
                </c:pt>
                <c:pt idx="854">
                  <c:v>-0.8809</c:v>
                </c:pt>
                <c:pt idx="855">
                  <c:v>-0.9113</c:v>
                </c:pt>
                <c:pt idx="856">
                  <c:v>-1.0366</c:v>
                </c:pt>
                <c:pt idx="857">
                  <c:v>-1.0274</c:v>
                </c:pt>
                <c:pt idx="858">
                  <c:v>-0.9934</c:v>
                </c:pt>
                <c:pt idx="859">
                  <c:v>-0.9059</c:v>
                </c:pt>
                <c:pt idx="860">
                  <c:v>-0.9424</c:v>
                </c:pt>
                <c:pt idx="861">
                  <c:v>-0.8799</c:v>
                </c:pt>
                <c:pt idx="862">
                  <c:v>-0.9214</c:v>
                </c:pt>
                <c:pt idx="863">
                  <c:v>-0.8728</c:v>
                </c:pt>
                <c:pt idx="864">
                  <c:v>-0.8588</c:v>
                </c:pt>
                <c:pt idx="865">
                  <c:v>-0.9136</c:v>
                </c:pt>
                <c:pt idx="866">
                  <c:v>-0.9545</c:v>
                </c:pt>
                <c:pt idx="867">
                  <c:v>-1.0019</c:v>
                </c:pt>
                <c:pt idx="868">
                  <c:v>-0.7983</c:v>
                </c:pt>
                <c:pt idx="869">
                  <c:v>-0.8363</c:v>
                </c:pt>
                <c:pt idx="870">
                  <c:v>-0.8671</c:v>
                </c:pt>
                <c:pt idx="871">
                  <c:v>-0.7002</c:v>
                </c:pt>
                <c:pt idx="872">
                  <c:v>-0.8228</c:v>
                </c:pt>
                <c:pt idx="873">
                  <c:v>-1.0583</c:v>
                </c:pt>
                <c:pt idx="874">
                  <c:v>-0.9853</c:v>
                </c:pt>
                <c:pt idx="875">
                  <c:v>-1.0744</c:v>
                </c:pt>
                <c:pt idx="876">
                  <c:v>-1.0392</c:v>
                </c:pt>
                <c:pt idx="877">
                  <c:v>-1.0577</c:v>
                </c:pt>
                <c:pt idx="878">
                  <c:v>-1.1464</c:v>
                </c:pt>
                <c:pt idx="879">
                  <c:v>-1.1048</c:v>
                </c:pt>
                <c:pt idx="880">
                  <c:v>-1.0954</c:v>
                </c:pt>
                <c:pt idx="881">
                  <c:v>-0.8079</c:v>
                </c:pt>
                <c:pt idx="882">
                  <c:v>-0.8364</c:v>
                </c:pt>
                <c:pt idx="883">
                  <c:v>-0.8174</c:v>
                </c:pt>
                <c:pt idx="884">
                  <c:v>-0.832</c:v>
                </c:pt>
                <c:pt idx="885">
                  <c:v>-0.8655</c:v>
                </c:pt>
                <c:pt idx="886">
                  <c:v>-0.6916</c:v>
                </c:pt>
                <c:pt idx="887">
                  <c:v>-0.8319</c:v>
                </c:pt>
                <c:pt idx="888">
                  <c:v>-0.8935</c:v>
                </c:pt>
                <c:pt idx="889">
                  <c:v>-0.8211</c:v>
                </c:pt>
                <c:pt idx="890">
                  <c:v>-0.8843</c:v>
                </c:pt>
                <c:pt idx="891">
                  <c:v>-0.9042</c:v>
                </c:pt>
                <c:pt idx="892">
                  <c:v>-0.9227</c:v>
                </c:pt>
                <c:pt idx="893">
                  <c:v>-0.9208</c:v>
                </c:pt>
                <c:pt idx="894">
                  <c:v>-0.9221</c:v>
                </c:pt>
                <c:pt idx="895">
                  <c:v>-0.824</c:v>
                </c:pt>
                <c:pt idx="896">
                  <c:v>-0.9199</c:v>
                </c:pt>
                <c:pt idx="897">
                  <c:v>-0.9126</c:v>
                </c:pt>
                <c:pt idx="898">
                  <c:v>-0.8942</c:v>
                </c:pt>
                <c:pt idx="899">
                  <c:v>-0.9666</c:v>
                </c:pt>
                <c:pt idx="900">
                  <c:v>-0.9652</c:v>
                </c:pt>
                <c:pt idx="901">
                  <c:v>-1.0033</c:v>
                </c:pt>
                <c:pt idx="902">
                  <c:v>-1.0502</c:v>
                </c:pt>
                <c:pt idx="903">
                  <c:v>-0.9804</c:v>
                </c:pt>
                <c:pt idx="904">
                  <c:v>-0.914</c:v>
                </c:pt>
                <c:pt idx="905">
                  <c:v>-1.1272</c:v>
                </c:pt>
                <c:pt idx="906">
                  <c:v>-1.0837</c:v>
                </c:pt>
                <c:pt idx="907">
                  <c:v>-1.1215</c:v>
                </c:pt>
                <c:pt idx="908">
                  <c:v>-0.9026</c:v>
                </c:pt>
                <c:pt idx="909">
                  <c:v>-1.0554</c:v>
                </c:pt>
                <c:pt idx="910">
                  <c:v>-1.0107</c:v>
                </c:pt>
                <c:pt idx="911">
                  <c:v>-0.8092</c:v>
                </c:pt>
                <c:pt idx="912">
                  <c:v>-0.9967</c:v>
                </c:pt>
                <c:pt idx="913">
                  <c:v>-0.8849</c:v>
                </c:pt>
                <c:pt idx="914">
                  <c:v>-0.9559</c:v>
                </c:pt>
                <c:pt idx="915">
                  <c:v>-0.9375</c:v>
                </c:pt>
                <c:pt idx="916">
                  <c:v>-0.8931</c:v>
                </c:pt>
                <c:pt idx="917">
                  <c:v>-0.8619</c:v>
                </c:pt>
                <c:pt idx="918">
                  <c:v>-0.9085</c:v>
                </c:pt>
                <c:pt idx="919">
                  <c:v>-0.8927</c:v>
                </c:pt>
                <c:pt idx="920">
                  <c:v>-0.6879</c:v>
                </c:pt>
                <c:pt idx="921">
                  <c:v>-0.6902</c:v>
                </c:pt>
                <c:pt idx="922">
                  <c:v>-0.7567</c:v>
                </c:pt>
                <c:pt idx="923">
                  <c:v>-0.8501</c:v>
                </c:pt>
                <c:pt idx="924">
                  <c:v>-0.903</c:v>
                </c:pt>
                <c:pt idx="925">
                  <c:v>-0.6624</c:v>
                </c:pt>
                <c:pt idx="926">
                  <c:v>-0.6013</c:v>
                </c:pt>
                <c:pt idx="927">
                  <c:v>-0.623</c:v>
                </c:pt>
                <c:pt idx="928">
                  <c:v>-0.4705</c:v>
                </c:pt>
                <c:pt idx="929">
                  <c:v>-0.5882</c:v>
                </c:pt>
                <c:pt idx="930">
                  <c:v>-0.5518</c:v>
                </c:pt>
                <c:pt idx="931">
                  <c:v>-0.7119</c:v>
                </c:pt>
                <c:pt idx="932">
                  <c:v>-0.65</c:v>
                </c:pt>
                <c:pt idx="933">
                  <c:v>-0.6495</c:v>
                </c:pt>
                <c:pt idx="934">
                  <c:v>-0.6024</c:v>
                </c:pt>
                <c:pt idx="935">
                  <c:v>-0.5375</c:v>
                </c:pt>
                <c:pt idx="936">
                  <c:v>-0.447</c:v>
                </c:pt>
                <c:pt idx="937">
                  <c:v>-0.3496</c:v>
                </c:pt>
                <c:pt idx="938">
                  <c:v>-0.4051</c:v>
                </c:pt>
                <c:pt idx="939">
                  <c:v>-0.4543</c:v>
                </c:pt>
                <c:pt idx="940">
                  <c:v>-0.406</c:v>
                </c:pt>
                <c:pt idx="941">
                  <c:v>-0.3346</c:v>
                </c:pt>
                <c:pt idx="942">
                  <c:v>-0.3646</c:v>
                </c:pt>
                <c:pt idx="943">
                  <c:v>-0.309</c:v>
                </c:pt>
                <c:pt idx="944">
                  <c:v>-0.3964</c:v>
                </c:pt>
                <c:pt idx="945">
                  <c:v>-0.2519</c:v>
                </c:pt>
                <c:pt idx="946">
                  <c:v>-0.0571</c:v>
                </c:pt>
                <c:pt idx="947">
                  <c:v>0.0095</c:v>
                </c:pt>
                <c:pt idx="948">
                  <c:v>0.16</c:v>
                </c:pt>
                <c:pt idx="949">
                  <c:v>0.0701</c:v>
                </c:pt>
                <c:pt idx="950">
                  <c:v>0.0909</c:v>
                </c:pt>
                <c:pt idx="951">
                  <c:v>0.0455</c:v>
                </c:pt>
                <c:pt idx="952">
                  <c:v>0.1302</c:v>
                </c:pt>
                <c:pt idx="953">
                  <c:v>0.0346</c:v>
                </c:pt>
                <c:pt idx="954">
                  <c:v>0.0402</c:v>
                </c:pt>
                <c:pt idx="955">
                  <c:v>0.1208</c:v>
                </c:pt>
                <c:pt idx="956">
                  <c:v>0.0909</c:v>
                </c:pt>
                <c:pt idx="957">
                  <c:v>-0.0051</c:v>
                </c:pt>
                <c:pt idx="958">
                  <c:v>0.0373</c:v>
                </c:pt>
                <c:pt idx="959">
                  <c:v>0.0432</c:v>
                </c:pt>
                <c:pt idx="960">
                  <c:v>0.0213</c:v>
                </c:pt>
                <c:pt idx="961">
                  <c:v>-0.0148</c:v>
                </c:pt>
                <c:pt idx="962">
                  <c:v>0.0776</c:v>
                </c:pt>
                <c:pt idx="963">
                  <c:v>0.0066</c:v>
                </c:pt>
                <c:pt idx="964">
                  <c:v>0.0697</c:v>
                </c:pt>
                <c:pt idx="965">
                  <c:v>0.0834</c:v>
                </c:pt>
                <c:pt idx="966">
                  <c:v>0.2309</c:v>
                </c:pt>
                <c:pt idx="967">
                  <c:v>0.1642</c:v>
                </c:pt>
                <c:pt idx="968">
                  <c:v>0.1936</c:v>
                </c:pt>
                <c:pt idx="969">
                  <c:v>0.1559</c:v>
                </c:pt>
                <c:pt idx="970">
                  <c:v>0.2741</c:v>
                </c:pt>
                <c:pt idx="971">
                  <c:v>0.3711</c:v>
                </c:pt>
                <c:pt idx="972">
                  <c:v>0.3501</c:v>
                </c:pt>
                <c:pt idx="973">
                  <c:v>0.4097</c:v>
                </c:pt>
                <c:pt idx="974">
                  <c:v>0.3084</c:v>
                </c:pt>
                <c:pt idx="975">
                  <c:v>0.1308</c:v>
                </c:pt>
                <c:pt idx="976">
                  <c:v>0.2261</c:v>
                </c:pt>
                <c:pt idx="977">
                  <c:v>0.2339</c:v>
                </c:pt>
                <c:pt idx="978">
                  <c:v>0.251</c:v>
                </c:pt>
                <c:pt idx="979">
                  <c:v>0.2108</c:v>
                </c:pt>
                <c:pt idx="980">
                  <c:v>0.2449</c:v>
                </c:pt>
                <c:pt idx="981">
                  <c:v>0.1404</c:v>
                </c:pt>
                <c:pt idx="982">
                  <c:v>0.2487</c:v>
                </c:pt>
                <c:pt idx="983">
                  <c:v>0.2901</c:v>
                </c:pt>
                <c:pt idx="984">
                  <c:v>0.4448</c:v>
                </c:pt>
                <c:pt idx="985">
                  <c:v>0.4162</c:v>
                </c:pt>
                <c:pt idx="986">
                  <c:v>0.5764</c:v>
                </c:pt>
                <c:pt idx="987">
                  <c:v>0.5115</c:v>
                </c:pt>
                <c:pt idx="988">
                  <c:v>0.5023</c:v>
                </c:pt>
                <c:pt idx="989">
                  <c:v>0.5764</c:v>
                </c:pt>
                <c:pt idx="990">
                  <c:v>0.4467</c:v>
                </c:pt>
                <c:pt idx="991">
                  <c:v>0.3912</c:v>
                </c:pt>
                <c:pt idx="992">
                  <c:v>0.4538</c:v>
                </c:pt>
                <c:pt idx="993">
                  <c:v>0.3964</c:v>
                </c:pt>
                <c:pt idx="994">
                  <c:v>0.4117</c:v>
                </c:pt>
                <c:pt idx="995">
                  <c:v>0.3362</c:v>
                </c:pt>
                <c:pt idx="996">
                  <c:v>0.3702</c:v>
                </c:pt>
                <c:pt idx="997">
                  <c:v>0.2414</c:v>
                </c:pt>
                <c:pt idx="998">
                  <c:v>0.2661</c:v>
                </c:pt>
                <c:pt idx="999">
                  <c:v>0.2965</c:v>
                </c:pt>
                <c:pt idx="1000">
                  <c:v>0.248</c:v>
                </c:pt>
                <c:pt idx="1001">
                  <c:v>0.2342</c:v>
                </c:pt>
                <c:pt idx="1002">
                  <c:v>0.3299</c:v>
                </c:pt>
                <c:pt idx="1003">
                  <c:v>0.4655</c:v>
                </c:pt>
                <c:pt idx="1004">
                  <c:v>0.3995</c:v>
                </c:pt>
                <c:pt idx="1005">
                  <c:v>0.3579</c:v>
                </c:pt>
                <c:pt idx="1006">
                  <c:v>0.4533</c:v>
                </c:pt>
                <c:pt idx="1007">
                  <c:v>0.5017</c:v>
                </c:pt>
                <c:pt idx="1008">
                  <c:v>0.4333</c:v>
                </c:pt>
                <c:pt idx="1009">
                  <c:v>0.4427</c:v>
                </c:pt>
                <c:pt idx="1010">
                  <c:v>0.4812</c:v>
                </c:pt>
                <c:pt idx="1011">
                  <c:v>0.463</c:v>
                </c:pt>
                <c:pt idx="1012">
                  <c:v>0.4463</c:v>
                </c:pt>
                <c:pt idx="1013">
                  <c:v>0.3706</c:v>
                </c:pt>
                <c:pt idx="1014">
                  <c:v>0.3833</c:v>
                </c:pt>
                <c:pt idx="1015">
                  <c:v>0.3776</c:v>
                </c:pt>
                <c:pt idx="1016">
                  <c:v>0.3015</c:v>
                </c:pt>
                <c:pt idx="1017">
                  <c:v>0.2952</c:v>
                </c:pt>
                <c:pt idx="1018">
                  <c:v>0.3036</c:v>
                </c:pt>
                <c:pt idx="1019">
                  <c:v>0.4279</c:v>
                </c:pt>
                <c:pt idx="1020">
                  <c:v>0.5433</c:v>
                </c:pt>
                <c:pt idx="1021">
                  <c:v>0.4473</c:v>
                </c:pt>
                <c:pt idx="1022">
                  <c:v>0.4053</c:v>
                </c:pt>
                <c:pt idx="1023">
                  <c:v>0.5119</c:v>
                </c:pt>
                <c:pt idx="1024">
                  <c:v>0.5727</c:v>
                </c:pt>
                <c:pt idx="1025">
                  <c:v>0.5365</c:v>
                </c:pt>
                <c:pt idx="1026">
                  <c:v>0.5261</c:v>
                </c:pt>
                <c:pt idx="1027">
                  <c:v>0.5632</c:v>
                </c:pt>
                <c:pt idx="1028">
                  <c:v>0.5415</c:v>
                </c:pt>
                <c:pt idx="1029">
                  <c:v>0.5793</c:v>
                </c:pt>
                <c:pt idx="1030">
                  <c:v>0.5965</c:v>
                </c:pt>
                <c:pt idx="1031">
                  <c:v>0.5807</c:v>
                </c:pt>
                <c:pt idx="1032">
                  <c:v>0.5416</c:v>
                </c:pt>
                <c:pt idx="1033">
                  <c:v>0.4258</c:v>
                </c:pt>
                <c:pt idx="1034">
                  <c:v>0.7759</c:v>
                </c:pt>
                <c:pt idx="1035">
                  <c:v>0.7169</c:v>
                </c:pt>
                <c:pt idx="1036">
                  <c:v>0.744</c:v>
                </c:pt>
                <c:pt idx="1037">
                  <c:v>0.7046</c:v>
                </c:pt>
                <c:pt idx="1038">
                  <c:v>0.793</c:v>
                </c:pt>
                <c:pt idx="1039">
                  <c:v>0.7584</c:v>
                </c:pt>
                <c:pt idx="1040">
                  <c:v>0.6848</c:v>
                </c:pt>
                <c:pt idx="1041">
                  <c:v>0.6856</c:v>
                </c:pt>
                <c:pt idx="1042">
                  <c:v>0.6631</c:v>
                </c:pt>
                <c:pt idx="1043">
                  <c:v>0.6677</c:v>
                </c:pt>
                <c:pt idx="1044">
                  <c:v>0.7296</c:v>
                </c:pt>
                <c:pt idx="1045">
                  <c:v>0.9222</c:v>
                </c:pt>
                <c:pt idx="1046">
                  <c:v>0.8468</c:v>
                </c:pt>
                <c:pt idx="1047">
                  <c:v>0.8416</c:v>
                </c:pt>
                <c:pt idx="1048">
                  <c:v>0.8423</c:v>
                </c:pt>
                <c:pt idx="1049">
                  <c:v>0.8778</c:v>
                </c:pt>
                <c:pt idx="1050">
                  <c:v>0.9176</c:v>
                </c:pt>
                <c:pt idx="1051">
                  <c:v>0.9624</c:v>
                </c:pt>
                <c:pt idx="1052">
                  <c:v>0.8921</c:v>
                </c:pt>
                <c:pt idx="1053">
                  <c:v>0.9369</c:v>
                </c:pt>
                <c:pt idx="1054">
                  <c:v>0.8557</c:v>
                </c:pt>
                <c:pt idx="1055">
                  <c:v>0.9091</c:v>
                </c:pt>
                <c:pt idx="1056">
                  <c:v>0.9107</c:v>
                </c:pt>
                <c:pt idx="1057">
                  <c:v>0.9542</c:v>
                </c:pt>
                <c:pt idx="1058">
                  <c:v>0.9679</c:v>
                </c:pt>
                <c:pt idx="1059">
                  <c:v>0.9337</c:v>
                </c:pt>
                <c:pt idx="1060">
                  <c:v>0.9892</c:v>
                </c:pt>
                <c:pt idx="1061">
                  <c:v>0.9156</c:v>
                </c:pt>
                <c:pt idx="1062">
                  <c:v>0.8811</c:v>
                </c:pt>
                <c:pt idx="1063">
                  <c:v>0.7747</c:v>
                </c:pt>
                <c:pt idx="1064">
                  <c:v>0.758</c:v>
                </c:pt>
                <c:pt idx="1065">
                  <c:v>0.789</c:v>
                </c:pt>
                <c:pt idx="1066">
                  <c:v>0.7616</c:v>
                </c:pt>
                <c:pt idx="1067">
                  <c:v>0.7556</c:v>
                </c:pt>
                <c:pt idx="1068">
                  <c:v>0.7841</c:v>
                </c:pt>
                <c:pt idx="1069">
                  <c:v>0.7852</c:v>
                </c:pt>
                <c:pt idx="1070">
                  <c:v>0.7555</c:v>
                </c:pt>
                <c:pt idx="1071">
                  <c:v>0.7796</c:v>
                </c:pt>
                <c:pt idx="1072">
                  <c:v>0.7487</c:v>
                </c:pt>
                <c:pt idx="1073">
                  <c:v>0.7154</c:v>
                </c:pt>
                <c:pt idx="1074">
                  <c:v>0.723</c:v>
                </c:pt>
                <c:pt idx="1075">
                  <c:v>0.7772</c:v>
                </c:pt>
                <c:pt idx="1076">
                  <c:v>0.7834</c:v>
                </c:pt>
                <c:pt idx="1077">
                  <c:v>0.7595</c:v>
                </c:pt>
                <c:pt idx="1078">
                  <c:v>0.8265</c:v>
                </c:pt>
                <c:pt idx="1079">
                  <c:v>0.8514</c:v>
                </c:pt>
                <c:pt idx="1080">
                  <c:v>0.8641</c:v>
                </c:pt>
                <c:pt idx="1081">
                  <c:v>0.8254</c:v>
                </c:pt>
                <c:pt idx="1082">
                  <c:v>0.8034</c:v>
                </c:pt>
                <c:pt idx="1083">
                  <c:v>0.7223</c:v>
                </c:pt>
                <c:pt idx="1084">
                  <c:v>0.8171</c:v>
                </c:pt>
                <c:pt idx="1085">
                  <c:v>0.7525</c:v>
                </c:pt>
                <c:pt idx="1086">
                  <c:v>0.8643</c:v>
                </c:pt>
                <c:pt idx="1087">
                  <c:v>0.8691</c:v>
                </c:pt>
                <c:pt idx="1088">
                  <c:v>0.8514</c:v>
                </c:pt>
                <c:pt idx="1089">
                  <c:v>0.9633</c:v>
                </c:pt>
                <c:pt idx="1090">
                  <c:v>0.9839</c:v>
                </c:pt>
                <c:pt idx="1091">
                  <c:v>0.9894</c:v>
                </c:pt>
                <c:pt idx="1092">
                  <c:v>0.9715</c:v>
                </c:pt>
                <c:pt idx="1093">
                  <c:v>0.9461</c:v>
                </c:pt>
                <c:pt idx="1094">
                  <c:v>0.9816</c:v>
                </c:pt>
                <c:pt idx="1095">
                  <c:v>0.967</c:v>
                </c:pt>
                <c:pt idx="1096">
                  <c:v>1.0237</c:v>
                </c:pt>
                <c:pt idx="1097">
                  <c:v>1.0154</c:v>
                </c:pt>
                <c:pt idx="1098">
                  <c:v>0.9571</c:v>
                </c:pt>
                <c:pt idx="1099">
                  <c:v>0.9382</c:v>
                </c:pt>
                <c:pt idx="1100">
                  <c:v>0.9999</c:v>
                </c:pt>
                <c:pt idx="1101">
                  <c:v>0.9008</c:v>
                </c:pt>
                <c:pt idx="1102">
                  <c:v>0.9583</c:v>
                </c:pt>
                <c:pt idx="1103">
                  <c:v>0.9193</c:v>
                </c:pt>
                <c:pt idx="1104">
                  <c:v>0.991</c:v>
                </c:pt>
                <c:pt idx="1105">
                  <c:v>1.0754</c:v>
                </c:pt>
                <c:pt idx="1106">
                  <c:v>1.0048</c:v>
                </c:pt>
                <c:pt idx="1107">
                  <c:v>0.9635</c:v>
                </c:pt>
                <c:pt idx="1108">
                  <c:v>0.9219</c:v>
                </c:pt>
                <c:pt idx="1109">
                  <c:v>0.9411</c:v>
                </c:pt>
                <c:pt idx="1110">
                  <c:v>1.0004</c:v>
                </c:pt>
                <c:pt idx="1111">
                  <c:v>1.0971</c:v>
                </c:pt>
                <c:pt idx="1112">
                  <c:v>1.1285</c:v>
                </c:pt>
                <c:pt idx="1113">
                  <c:v>1.1422</c:v>
                </c:pt>
                <c:pt idx="1114">
                  <c:v>1.2447</c:v>
                </c:pt>
                <c:pt idx="1115">
                  <c:v>1.1993</c:v>
                </c:pt>
                <c:pt idx="1116">
                  <c:v>1.1798</c:v>
                </c:pt>
                <c:pt idx="1117">
                  <c:v>1.1284</c:v>
                </c:pt>
                <c:pt idx="1118">
                  <c:v>1.1306</c:v>
                </c:pt>
                <c:pt idx="1119">
                  <c:v>1.0798</c:v>
                </c:pt>
                <c:pt idx="1120">
                  <c:v>1.1203</c:v>
                </c:pt>
                <c:pt idx="1121">
                  <c:v>1.1627</c:v>
                </c:pt>
                <c:pt idx="1122">
                  <c:v>1.2028</c:v>
                </c:pt>
                <c:pt idx="1123">
                  <c:v>1.2206</c:v>
                </c:pt>
                <c:pt idx="1124">
                  <c:v>1.1865</c:v>
                </c:pt>
                <c:pt idx="1125">
                  <c:v>1.1368</c:v>
                </c:pt>
                <c:pt idx="1126">
                  <c:v>1.1511</c:v>
                </c:pt>
                <c:pt idx="1127">
                  <c:v>1.1067</c:v>
                </c:pt>
                <c:pt idx="1128">
                  <c:v>1.0894</c:v>
                </c:pt>
                <c:pt idx="1129">
                  <c:v>1.1079</c:v>
                </c:pt>
                <c:pt idx="1130">
                  <c:v>1.1343</c:v>
                </c:pt>
                <c:pt idx="1131">
                  <c:v>1.1615</c:v>
                </c:pt>
                <c:pt idx="1132">
                  <c:v>1.1149</c:v>
                </c:pt>
                <c:pt idx="1133">
                  <c:v>1.078</c:v>
                </c:pt>
                <c:pt idx="1134">
                  <c:v>1.0476</c:v>
                </c:pt>
                <c:pt idx="1135">
                  <c:v>0.918</c:v>
                </c:pt>
                <c:pt idx="1136">
                  <c:v>0.94</c:v>
                </c:pt>
                <c:pt idx="1137">
                  <c:v>0.9314</c:v>
                </c:pt>
                <c:pt idx="1138">
                  <c:v>0.9827</c:v>
                </c:pt>
                <c:pt idx="1139">
                  <c:v>0.9569</c:v>
                </c:pt>
                <c:pt idx="1140">
                  <c:v>0.9219</c:v>
                </c:pt>
                <c:pt idx="1141">
                  <c:v>0.9056</c:v>
                </c:pt>
                <c:pt idx="1142">
                  <c:v>0.9448</c:v>
                </c:pt>
                <c:pt idx="1143">
                  <c:v>0.9645</c:v>
                </c:pt>
                <c:pt idx="1144">
                  <c:v>0.9157</c:v>
                </c:pt>
                <c:pt idx="1145">
                  <c:v>0.9564</c:v>
                </c:pt>
                <c:pt idx="1146">
                  <c:v>0.9954</c:v>
                </c:pt>
                <c:pt idx="1147">
                  <c:v>0.9401</c:v>
                </c:pt>
                <c:pt idx="1148">
                  <c:v>0.9323</c:v>
                </c:pt>
                <c:pt idx="1149">
                  <c:v>0.8895</c:v>
                </c:pt>
                <c:pt idx="1150">
                  <c:v>0.8987</c:v>
                </c:pt>
                <c:pt idx="1151">
                  <c:v>0.9108</c:v>
                </c:pt>
                <c:pt idx="1152">
                  <c:v>0.8775</c:v>
                </c:pt>
                <c:pt idx="1153">
                  <c:v>0.8983</c:v>
                </c:pt>
                <c:pt idx="1154">
                  <c:v>0.9482</c:v>
                </c:pt>
                <c:pt idx="1155">
                  <c:v>0.9411</c:v>
                </c:pt>
                <c:pt idx="1156">
                  <c:v>0.902</c:v>
                </c:pt>
                <c:pt idx="1157">
                  <c:v>0.8532</c:v>
                </c:pt>
                <c:pt idx="1158">
                  <c:v>0.8528</c:v>
                </c:pt>
                <c:pt idx="1159">
                  <c:v>0.8438</c:v>
                </c:pt>
                <c:pt idx="1160">
                  <c:v>0.8633</c:v>
                </c:pt>
                <c:pt idx="1161">
                  <c:v>0.8705</c:v>
                </c:pt>
                <c:pt idx="1162">
                  <c:v>0.8734</c:v>
                </c:pt>
                <c:pt idx="1163">
                  <c:v>0.8856</c:v>
                </c:pt>
                <c:pt idx="1164">
                  <c:v>0.9674</c:v>
                </c:pt>
                <c:pt idx="1165">
                  <c:v>0.9315</c:v>
                </c:pt>
                <c:pt idx="1166">
                  <c:v>0.9595</c:v>
                </c:pt>
                <c:pt idx="1167">
                  <c:v>0.9451</c:v>
                </c:pt>
                <c:pt idx="1168">
                  <c:v>0.9175</c:v>
                </c:pt>
                <c:pt idx="1169">
                  <c:v>0.8545</c:v>
                </c:pt>
                <c:pt idx="1170">
                  <c:v>0.8192</c:v>
                </c:pt>
                <c:pt idx="1171">
                  <c:v>0.8001</c:v>
                </c:pt>
                <c:pt idx="1172">
                  <c:v>0.8094</c:v>
                </c:pt>
                <c:pt idx="1173">
                  <c:v>0.8465</c:v>
                </c:pt>
                <c:pt idx="1174">
                  <c:v>0.8731</c:v>
                </c:pt>
                <c:pt idx="1175">
                  <c:v>0.8299</c:v>
                </c:pt>
                <c:pt idx="1176">
                  <c:v>0.8376</c:v>
                </c:pt>
                <c:pt idx="1177">
                  <c:v>0.8841</c:v>
                </c:pt>
                <c:pt idx="1178">
                  <c:v>0.8725</c:v>
                </c:pt>
                <c:pt idx="1179">
                  <c:v>0.8656</c:v>
                </c:pt>
                <c:pt idx="1180">
                  <c:v>0.876</c:v>
                </c:pt>
                <c:pt idx="1181">
                  <c:v>0.8091</c:v>
                </c:pt>
                <c:pt idx="1182">
                  <c:v>0.7909</c:v>
                </c:pt>
                <c:pt idx="1183">
                  <c:v>0.8873</c:v>
                </c:pt>
                <c:pt idx="1184">
                  <c:v>0.8948</c:v>
                </c:pt>
                <c:pt idx="1185">
                  <c:v>0.9364</c:v>
                </c:pt>
                <c:pt idx="1186">
                  <c:v>1.0078</c:v>
                </c:pt>
                <c:pt idx="1187">
                  <c:v>0.9522</c:v>
                </c:pt>
                <c:pt idx="1188">
                  <c:v>0.9453</c:v>
                </c:pt>
                <c:pt idx="1189">
                  <c:v>0.8986</c:v>
                </c:pt>
                <c:pt idx="1190">
                  <c:v>0.9117</c:v>
                </c:pt>
                <c:pt idx="1191">
                  <c:v>0.9432</c:v>
                </c:pt>
                <c:pt idx="1192">
                  <c:v>1.0206</c:v>
                </c:pt>
                <c:pt idx="1193">
                  <c:v>1.0127</c:v>
                </c:pt>
                <c:pt idx="1194">
                  <c:v>1.0441</c:v>
                </c:pt>
                <c:pt idx="1195">
                  <c:v>1.0585</c:v>
                </c:pt>
                <c:pt idx="1196">
                  <c:v>1.0586</c:v>
                </c:pt>
                <c:pt idx="1197">
                  <c:v>1.0701</c:v>
                </c:pt>
                <c:pt idx="1198">
                  <c:v>1.1092</c:v>
                </c:pt>
                <c:pt idx="1199">
                  <c:v>1.084</c:v>
                </c:pt>
                <c:pt idx="1200">
                  <c:v>1.0761</c:v>
                </c:pt>
                <c:pt idx="1201">
                  <c:v>1.048</c:v>
                </c:pt>
                <c:pt idx="1202">
                  <c:v>1.0559</c:v>
                </c:pt>
                <c:pt idx="1203">
                  <c:v>1.0529</c:v>
                </c:pt>
                <c:pt idx="1204">
                  <c:v>1.1221</c:v>
                </c:pt>
                <c:pt idx="1205">
                  <c:v>1.2032</c:v>
                </c:pt>
                <c:pt idx="1206">
                  <c:v>1.1197</c:v>
                </c:pt>
                <c:pt idx="1207">
                  <c:v>1.1276</c:v>
                </c:pt>
                <c:pt idx="1208">
                  <c:v>1.0861</c:v>
                </c:pt>
                <c:pt idx="1209">
                  <c:v>1.0656</c:v>
                </c:pt>
                <c:pt idx="1210">
                  <c:v>1.1221</c:v>
                </c:pt>
                <c:pt idx="1211">
                  <c:v>1.1524</c:v>
                </c:pt>
                <c:pt idx="1212">
                  <c:v>1.2008</c:v>
                </c:pt>
                <c:pt idx="1213">
                  <c:v>1.1874</c:v>
                </c:pt>
                <c:pt idx="1214">
                  <c:v>1.2633</c:v>
                </c:pt>
                <c:pt idx="1215">
                  <c:v>1.2347</c:v>
                </c:pt>
                <c:pt idx="1216">
                  <c:v>1.259</c:v>
                </c:pt>
                <c:pt idx="1217">
                  <c:v>1.2471</c:v>
                </c:pt>
                <c:pt idx="1218">
                  <c:v>1.2461</c:v>
                </c:pt>
                <c:pt idx="1219">
                  <c:v>1.2478</c:v>
                </c:pt>
                <c:pt idx="1220">
                  <c:v>1.21</c:v>
                </c:pt>
                <c:pt idx="1221">
                  <c:v>1.1834</c:v>
                </c:pt>
                <c:pt idx="1222">
                  <c:v>1.2162</c:v>
                </c:pt>
                <c:pt idx="1223">
                  <c:v>1.2315</c:v>
                </c:pt>
                <c:pt idx="1224">
                  <c:v>1.2246</c:v>
                </c:pt>
                <c:pt idx="1225">
                  <c:v>1.2702</c:v>
                </c:pt>
                <c:pt idx="1226">
                  <c:v>1.2338</c:v>
                </c:pt>
                <c:pt idx="1227">
                  <c:v>1.2396</c:v>
                </c:pt>
                <c:pt idx="1228">
                  <c:v>1.2194</c:v>
                </c:pt>
                <c:pt idx="1229">
                  <c:v>1.2458</c:v>
                </c:pt>
                <c:pt idx="1230">
                  <c:v>1.2809</c:v>
                </c:pt>
                <c:pt idx="1231">
                  <c:v>1.1987</c:v>
                </c:pt>
                <c:pt idx="1232">
                  <c:v>1.1848</c:v>
                </c:pt>
                <c:pt idx="1233">
                  <c:v>1.1579</c:v>
                </c:pt>
                <c:pt idx="1234">
                  <c:v>1.1444</c:v>
                </c:pt>
                <c:pt idx="1235">
                  <c:v>1.1203</c:v>
                </c:pt>
                <c:pt idx="1236">
                  <c:v>1.142</c:v>
                </c:pt>
                <c:pt idx="1237">
                  <c:v>1.1458</c:v>
                </c:pt>
                <c:pt idx="1238">
                  <c:v>1.168</c:v>
                </c:pt>
                <c:pt idx="1239">
                  <c:v>1.1736</c:v>
                </c:pt>
                <c:pt idx="1240">
                  <c:v>1.1363</c:v>
                </c:pt>
                <c:pt idx="1241">
                  <c:v>1.1518</c:v>
                </c:pt>
                <c:pt idx="1242">
                  <c:v>1.0996</c:v>
                </c:pt>
                <c:pt idx="1243">
                  <c:v>1.0948</c:v>
                </c:pt>
                <c:pt idx="1244">
                  <c:v>1.0774</c:v>
                </c:pt>
                <c:pt idx="1245">
                  <c:v>1.102</c:v>
                </c:pt>
                <c:pt idx="1246">
                  <c:v>1.0941</c:v>
                </c:pt>
                <c:pt idx="1247">
                  <c:v>1.1419</c:v>
                </c:pt>
                <c:pt idx="1248">
                  <c:v>1.1046</c:v>
                </c:pt>
                <c:pt idx="1249">
                  <c:v>1.1014</c:v>
                </c:pt>
                <c:pt idx="1250">
                  <c:v>1.1512</c:v>
                </c:pt>
                <c:pt idx="1251">
                  <c:v>1.1461</c:v>
                </c:pt>
                <c:pt idx="1252">
                  <c:v>1.1923</c:v>
                </c:pt>
                <c:pt idx="1253">
                  <c:v>1.1824</c:v>
                </c:pt>
                <c:pt idx="1254">
                  <c:v>1.1388</c:v>
                </c:pt>
                <c:pt idx="1255">
                  <c:v>1.1869</c:v>
                </c:pt>
                <c:pt idx="1256">
                  <c:v>1.1616</c:v>
                </c:pt>
                <c:pt idx="1257">
                  <c:v>1.2002</c:v>
                </c:pt>
                <c:pt idx="1258">
                  <c:v>1.2252</c:v>
                </c:pt>
                <c:pt idx="1259">
                  <c:v>1.1819</c:v>
                </c:pt>
                <c:pt idx="1260">
                  <c:v>1.2584</c:v>
                </c:pt>
                <c:pt idx="1261">
                  <c:v>1.2081</c:v>
                </c:pt>
                <c:pt idx="1262">
                  <c:v>1.2163</c:v>
                </c:pt>
                <c:pt idx="1263">
                  <c:v>1.2021</c:v>
                </c:pt>
                <c:pt idx="1264">
                  <c:v>1.1518</c:v>
                </c:pt>
                <c:pt idx="1265">
                  <c:v>1.1243</c:v>
                </c:pt>
                <c:pt idx="1266">
                  <c:v>1.127</c:v>
                </c:pt>
                <c:pt idx="1267">
                  <c:v>1.2177</c:v>
                </c:pt>
                <c:pt idx="1268">
                  <c:v>1.251</c:v>
                </c:pt>
                <c:pt idx="1269">
                  <c:v>1.234</c:v>
                </c:pt>
                <c:pt idx="1270">
                  <c:v>1.1611</c:v>
                </c:pt>
                <c:pt idx="1271">
                  <c:v>1.1371</c:v>
                </c:pt>
                <c:pt idx="1272">
                  <c:v>1.1187</c:v>
                </c:pt>
                <c:pt idx="1273">
                  <c:v>1.1346</c:v>
                </c:pt>
                <c:pt idx="1274">
                  <c:v>1.0425</c:v>
                </c:pt>
                <c:pt idx="1275">
                  <c:v>1.0276</c:v>
                </c:pt>
                <c:pt idx="1276">
                  <c:v>1.0412</c:v>
                </c:pt>
                <c:pt idx="1277">
                  <c:v>1.105</c:v>
                </c:pt>
                <c:pt idx="1278">
                  <c:v>1.0725</c:v>
                </c:pt>
                <c:pt idx="1279">
                  <c:v>1.0773</c:v>
                </c:pt>
                <c:pt idx="1280">
                  <c:v>1.0084</c:v>
                </c:pt>
                <c:pt idx="1281">
                  <c:v>0.9147</c:v>
                </c:pt>
                <c:pt idx="1282">
                  <c:v>0.9178</c:v>
                </c:pt>
                <c:pt idx="1283">
                  <c:v>0.9215</c:v>
                </c:pt>
                <c:pt idx="1284">
                  <c:v>1.06</c:v>
                </c:pt>
                <c:pt idx="1285">
                  <c:v>0.926</c:v>
                </c:pt>
                <c:pt idx="1286">
                  <c:v>0.8895</c:v>
                </c:pt>
                <c:pt idx="1287">
                  <c:v>0.9191</c:v>
                </c:pt>
                <c:pt idx="1288">
                  <c:v>0.888</c:v>
                </c:pt>
                <c:pt idx="1289">
                  <c:v>0.8385</c:v>
                </c:pt>
                <c:pt idx="1290">
                  <c:v>0.8125</c:v>
                </c:pt>
                <c:pt idx="1291">
                  <c:v>0.8524</c:v>
                </c:pt>
                <c:pt idx="1292">
                  <c:v>0.7523</c:v>
                </c:pt>
                <c:pt idx="1293">
                  <c:v>0.7487</c:v>
                </c:pt>
                <c:pt idx="1294">
                  <c:v>0.7122</c:v>
                </c:pt>
                <c:pt idx="1295">
                  <c:v>0.6692</c:v>
                </c:pt>
                <c:pt idx="1296">
                  <c:v>0.7013</c:v>
                </c:pt>
                <c:pt idx="1297">
                  <c:v>0.713</c:v>
                </c:pt>
                <c:pt idx="1298">
                  <c:v>0.703</c:v>
                </c:pt>
                <c:pt idx="1299">
                  <c:v>0.6699</c:v>
                </c:pt>
                <c:pt idx="1300">
                  <c:v>0.6697</c:v>
                </c:pt>
                <c:pt idx="1301">
                  <c:v>0.629</c:v>
                </c:pt>
                <c:pt idx="1302">
                  <c:v>0.6063</c:v>
                </c:pt>
                <c:pt idx="1303">
                  <c:v>0.5824</c:v>
                </c:pt>
                <c:pt idx="1304">
                  <c:v>0.5604</c:v>
                </c:pt>
                <c:pt idx="1305">
                  <c:v>0.5324</c:v>
                </c:pt>
                <c:pt idx="1306">
                  <c:v>0.5457</c:v>
                </c:pt>
                <c:pt idx="1307">
                  <c:v>0.5364</c:v>
                </c:pt>
                <c:pt idx="1308">
                  <c:v>0.5853</c:v>
                </c:pt>
                <c:pt idx="1309">
                  <c:v>0.6096</c:v>
                </c:pt>
                <c:pt idx="1310">
                  <c:v>0.5897</c:v>
                </c:pt>
                <c:pt idx="1311">
                  <c:v>0.605</c:v>
                </c:pt>
                <c:pt idx="1312">
                  <c:v>0.6005</c:v>
                </c:pt>
                <c:pt idx="1313">
                  <c:v>0.5954</c:v>
                </c:pt>
                <c:pt idx="1314">
                  <c:v>0.6359</c:v>
                </c:pt>
                <c:pt idx="1315">
                  <c:v>0.5911</c:v>
                </c:pt>
                <c:pt idx="1316">
                  <c:v>0.6347</c:v>
                </c:pt>
                <c:pt idx="1317">
                  <c:v>0.6576</c:v>
                </c:pt>
                <c:pt idx="1318">
                  <c:v>0.627</c:v>
                </c:pt>
                <c:pt idx="1319">
                  <c:v>0.5946</c:v>
                </c:pt>
                <c:pt idx="1320">
                  <c:v>0.5622</c:v>
                </c:pt>
                <c:pt idx="1321">
                  <c:v>0.4881</c:v>
                </c:pt>
                <c:pt idx="1322">
                  <c:v>0.4276</c:v>
                </c:pt>
                <c:pt idx="1323">
                  <c:v>0.42</c:v>
                </c:pt>
                <c:pt idx="1324">
                  <c:v>0.4197</c:v>
                </c:pt>
                <c:pt idx="1325">
                  <c:v>0.428</c:v>
                </c:pt>
                <c:pt idx="1326">
                  <c:v>0.4432</c:v>
                </c:pt>
                <c:pt idx="1327">
                  <c:v>0.4365</c:v>
                </c:pt>
                <c:pt idx="1328">
                  <c:v>0.4205</c:v>
                </c:pt>
                <c:pt idx="1329">
                  <c:v>0.4139</c:v>
                </c:pt>
                <c:pt idx="1330">
                  <c:v>0.42</c:v>
                </c:pt>
                <c:pt idx="1331">
                  <c:v>0.3917</c:v>
                </c:pt>
                <c:pt idx="1332">
                  <c:v>0.4219</c:v>
                </c:pt>
                <c:pt idx="1333">
                  <c:v>0.4404</c:v>
                </c:pt>
                <c:pt idx="1334">
                  <c:v>0.4187</c:v>
                </c:pt>
                <c:pt idx="1335">
                  <c:v>0.4173</c:v>
                </c:pt>
                <c:pt idx="1336">
                  <c:v>0.42</c:v>
                </c:pt>
                <c:pt idx="1337">
                  <c:v>0.3963</c:v>
                </c:pt>
                <c:pt idx="1338">
                  <c:v>0.3836</c:v>
                </c:pt>
                <c:pt idx="1339">
                  <c:v>0.392</c:v>
                </c:pt>
                <c:pt idx="1340">
                  <c:v>0.4026</c:v>
                </c:pt>
                <c:pt idx="1341">
                  <c:v>0.3844</c:v>
                </c:pt>
                <c:pt idx="1342">
                  <c:v>0.4092</c:v>
                </c:pt>
                <c:pt idx="1343">
                  <c:v>0.4557</c:v>
                </c:pt>
                <c:pt idx="1344">
                  <c:v>0.3856</c:v>
                </c:pt>
                <c:pt idx="1345">
                  <c:v>0.4064</c:v>
                </c:pt>
                <c:pt idx="1346">
                  <c:v>0.4004</c:v>
                </c:pt>
                <c:pt idx="1347">
                  <c:v>0.3117</c:v>
                </c:pt>
                <c:pt idx="1348">
                  <c:v>0.3111</c:v>
                </c:pt>
                <c:pt idx="1349">
                  <c:v>0.3553</c:v>
                </c:pt>
                <c:pt idx="1350">
                  <c:v>0.3558</c:v>
                </c:pt>
                <c:pt idx="1351">
                  <c:v>0.3578</c:v>
                </c:pt>
                <c:pt idx="1352">
                  <c:v>0.3324</c:v>
                </c:pt>
                <c:pt idx="1353">
                  <c:v>0.3033</c:v>
                </c:pt>
                <c:pt idx="1354">
                  <c:v>0.3158</c:v>
                </c:pt>
                <c:pt idx="1355">
                  <c:v>0.3537</c:v>
                </c:pt>
                <c:pt idx="1356">
                  <c:v>0.3396</c:v>
                </c:pt>
                <c:pt idx="1357">
                  <c:v>0.3836</c:v>
                </c:pt>
                <c:pt idx="1358">
                  <c:v>0.376</c:v>
                </c:pt>
                <c:pt idx="1359">
                  <c:v>0.3662</c:v>
                </c:pt>
                <c:pt idx="1360">
                  <c:v>0.4599</c:v>
                </c:pt>
                <c:pt idx="1361">
                  <c:v>0.4596</c:v>
                </c:pt>
                <c:pt idx="1362">
                  <c:v>0.425</c:v>
                </c:pt>
                <c:pt idx="1363">
                  <c:v>0.3176</c:v>
                </c:pt>
                <c:pt idx="1364">
                  <c:v>0.2626</c:v>
                </c:pt>
                <c:pt idx="1365">
                  <c:v>0.2453</c:v>
                </c:pt>
                <c:pt idx="1366">
                  <c:v>0.3769</c:v>
                </c:pt>
                <c:pt idx="1367">
                  <c:v>0.3256</c:v>
                </c:pt>
                <c:pt idx="1368">
                  <c:v>0.3547</c:v>
                </c:pt>
                <c:pt idx="1369">
                  <c:v>0.305</c:v>
                </c:pt>
                <c:pt idx="1370">
                  <c:v>0.2509</c:v>
                </c:pt>
                <c:pt idx="1371">
                  <c:v>0.2381</c:v>
                </c:pt>
                <c:pt idx="1372">
                  <c:v>0.2804</c:v>
                </c:pt>
                <c:pt idx="1373">
                  <c:v>0.3292</c:v>
                </c:pt>
                <c:pt idx="1374">
                  <c:v>0.3451</c:v>
                </c:pt>
                <c:pt idx="1375">
                  <c:v>0.3014</c:v>
                </c:pt>
                <c:pt idx="1376">
                  <c:v>0.2731</c:v>
                </c:pt>
                <c:pt idx="1377">
                  <c:v>0.2592</c:v>
                </c:pt>
                <c:pt idx="1378">
                  <c:v>0.2279</c:v>
                </c:pt>
                <c:pt idx="1379">
                  <c:v>0.2083</c:v>
                </c:pt>
                <c:pt idx="1380">
                  <c:v>0.2026</c:v>
                </c:pt>
                <c:pt idx="1381">
                  <c:v>0.209</c:v>
                </c:pt>
                <c:pt idx="1382">
                  <c:v>0.26</c:v>
                </c:pt>
                <c:pt idx="1383">
                  <c:v>0.2659</c:v>
                </c:pt>
                <c:pt idx="1384">
                  <c:v>0.2755</c:v>
                </c:pt>
                <c:pt idx="1385">
                  <c:v>0.2814</c:v>
                </c:pt>
                <c:pt idx="1386">
                  <c:v>0.2312</c:v>
                </c:pt>
                <c:pt idx="1387">
                  <c:v>0.2695</c:v>
                </c:pt>
                <c:pt idx="1388">
                  <c:v>0.1949</c:v>
                </c:pt>
                <c:pt idx="1389">
                  <c:v>0.1506</c:v>
                </c:pt>
                <c:pt idx="1390">
                  <c:v>0.1544</c:v>
                </c:pt>
                <c:pt idx="1391">
                  <c:v>0.1188</c:v>
                </c:pt>
                <c:pt idx="1392">
                  <c:v>0.1173</c:v>
                </c:pt>
                <c:pt idx="1393">
                  <c:v>0.1213</c:v>
                </c:pt>
                <c:pt idx="1394">
                  <c:v>0.1356</c:v>
                </c:pt>
                <c:pt idx="1395">
                  <c:v>0.1298</c:v>
                </c:pt>
                <c:pt idx="1396">
                  <c:v>0.1194</c:v>
                </c:pt>
                <c:pt idx="1397">
                  <c:v>0.1152</c:v>
                </c:pt>
                <c:pt idx="1398">
                  <c:v>0.1416</c:v>
                </c:pt>
                <c:pt idx="1399">
                  <c:v>0.1262</c:v>
                </c:pt>
                <c:pt idx="1400">
                  <c:v>0.1427</c:v>
                </c:pt>
                <c:pt idx="1401">
                  <c:v>0.1029</c:v>
                </c:pt>
                <c:pt idx="1402">
                  <c:v>0.0867</c:v>
                </c:pt>
                <c:pt idx="1403">
                  <c:v>0.0722</c:v>
                </c:pt>
                <c:pt idx="1404">
                  <c:v>0.0822</c:v>
                </c:pt>
                <c:pt idx="1405">
                  <c:v>0.0974</c:v>
                </c:pt>
                <c:pt idx="1406">
                  <c:v>0.0753</c:v>
                </c:pt>
                <c:pt idx="1407">
                  <c:v>0.1373</c:v>
                </c:pt>
                <c:pt idx="1408">
                  <c:v>0.1422</c:v>
                </c:pt>
                <c:pt idx="1409">
                  <c:v>0.0521</c:v>
                </c:pt>
                <c:pt idx="1410">
                  <c:v>0.0798</c:v>
                </c:pt>
                <c:pt idx="1411">
                  <c:v>0.098</c:v>
                </c:pt>
                <c:pt idx="1412">
                  <c:v>0.1376</c:v>
                </c:pt>
                <c:pt idx="1413">
                  <c:v>0.15</c:v>
                </c:pt>
                <c:pt idx="1414">
                  <c:v>0.2013</c:v>
                </c:pt>
                <c:pt idx="1415">
                  <c:v>0.1426</c:v>
                </c:pt>
                <c:pt idx="1416">
                  <c:v>0.1356</c:v>
                </c:pt>
                <c:pt idx="1417">
                  <c:v>0.1107</c:v>
                </c:pt>
                <c:pt idx="1418">
                  <c:v>0.0829</c:v>
                </c:pt>
                <c:pt idx="1419">
                  <c:v>0.1093</c:v>
                </c:pt>
                <c:pt idx="1420">
                  <c:v>0.1281</c:v>
                </c:pt>
                <c:pt idx="1421">
                  <c:v>0.0902</c:v>
                </c:pt>
                <c:pt idx="1422">
                  <c:v>0.1016</c:v>
                </c:pt>
                <c:pt idx="1423">
                  <c:v>0.1238</c:v>
                </c:pt>
                <c:pt idx="1424">
                  <c:v>0.1442</c:v>
                </c:pt>
                <c:pt idx="1425">
                  <c:v>0.1111</c:v>
                </c:pt>
                <c:pt idx="1426">
                  <c:v>0.0869</c:v>
                </c:pt>
                <c:pt idx="1427">
                  <c:v>0.0329</c:v>
                </c:pt>
                <c:pt idx="1428">
                  <c:v>0.0236</c:v>
                </c:pt>
                <c:pt idx="1429">
                  <c:v>0.0063</c:v>
                </c:pt>
                <c:pt idx="1430">
                  <c:v>0.0287</c:v>
                </c:pt>
                <c:pt idx="1431">
                  <c:v>-0.0191</c:v>
                </c:pt>
                <c:pt idx="1432">
                  <c:v>0.0226</c:v>
                </c:pt>
                <c:pt idx="1433">
                  <c:v>-0.0179</c:v>
                </c:pt>
                <c:pt idx="1434">
                  <c:v>-0.0107</c:v>
                </c:pt>
                <c:pt idx="1435">
                  <c:v>-0.009</c:v>
                </c:pt>
                <c:pt idx="1436">
                  <c:v>-0.0052</c:v>
                </c:pt>
                <c:pt idx="1437">
                  <c:v>0.0398</c:v>
                </c:pt>
                <c:pt idx="1438">
                  <c:v>0.0124</c:v>
                </c:pt>
                <c:pt idx="1439">
                  <c:v>0.0005</c:v>
                </c:pt>
                <c:pt idx="1440">
                  <c:v>0.018</c:v>
                </c:pt>
                <c:pt idx="1441">
                  <c:v>0.011</c:v>
                </c:pt>
                <c:pt idx="1442">
                  <c:v>0.0187</c:v>
                </c:pt>
                <c:pt idx="1443">
                  <c:v>0.0268</c:v>
                </c:pt>
                <c:pt idx="1444">
                  <c:v>0.0155</c:v>
                </c:pt>
                <c:pt idx="1445">
                  <c:v>0.0141</c:v>
                </c:pt>
                <c:pt idx="1446">
                  <c:v>0.0029</c:v>
                </c:pt>
                <c:pt idx="1447">
                  <c:v>-0.0181</c:v>
                </c:pt>
                <c:pt idx="1448">
                  <c:v>0.0199</c:v>
                </c:pt>
                <c:pt idx="1449">
                  <c:v>-0.0122</c:v>
                </c:pt>
                <c:pt idx="1450">
                  <c:v>0.0248</c:v>
                </c:pt>
                <c:pt idx="1451">
                  <c:v>0.0074</c:v>
                </c:pt>
                <c:pt idx="1452">
                  <c:v>0.0477</c:v>
                </c:pt>
                <c:pt idx="1453">
                  <c:v>0.0417</c:v>
                </c:pt>
                <c:pt idx="1454">
                  <c:v>0.0331</c:v>
                </c:pt>
                <c:pt idx="1455">
                  <c:v>0.0324</c:v>
                </c:pt>
                <c:pt idx="1456">
                  <c:v>0.0102</c:v>
                </c:pt>
                <c:pt idx="1457">
                  <c:v>-0.0423</c:v>
                </c:pt>
                <c:pt idx="1458">
                  <c:v>-0.0258</c:v>
                </c:pt>
                <c:pt idx="1459">
                  <c:v>0.0043</c:v>
                </c:pt>
                <c:pt idx="1460">
                  <c:v>-0.0046</c:v>
                </c:pt>
                <c:pt idx="1461">
                  <c:v>0.0135</c:v>
                </c:pt>
                <c:pt idx="1462">
                  <c:v>0.0104</c:v>
                </c:pt>
                <c:pt idx="1463">
                  <c:v>0.0006</c:v>
                </c:pt>
                <c:pt idx="1464">
                  <c:v>0.0191</c:v>
                </c:pt>
                <c:pt idx="1465">
                  <c:v>0.0237</c:v>
                </c:pt>
                <c:pt idx="1466">
                  <c:v>0.0256</c:v>
                </c:pt>
                <c:pt idx="1467">
                  <c:v>-0.0013</c:v>
                </c:pt>
                <c:pt idx="1468">
                  <c:v>-0.0276</c:v>
                </c:pt>
                <c:pt idx="1469">
                  <c:v>-0.0425</c:v>
                </c:pt>
                <c:pt idx="1470">
                  <c:v>0.0025</c:v>
                </c:pt>
                <c:pt idx="1471">
                  <c:v>0.0987</c:v>
                </c:pt>
                <c:pt idx="1472">
                  <c:v>0.1566</c:v>
                </c:pt>
                <c:pt idx="1473">
                  <c:v>0.1875</c:v>
                </c:pt>
                <c:pt idx="1474">
                  <c:v>0.1053</c:v>
                </c:pt>
                <c:pt idx="1475">
                  <c:v>0.0458</c:v>
                </c:pt>
                <c:pt idx="1476">
                  <c:v>-0.007</c:v>
                </c:pt>
                <c:pt idx="1477">
                  <c:v>-0.0368</c:v>
                </c:pt>
                <c:pt idx="1478">
                  <c:v>-0.0446</c:v>
                </c:pt>
                <c:pt idx="1479">
                  <c:v>-0.0138</c:v>
                </c:pt>
                <c:pt idx="1480">
                  <c:v>-0.015</c:v>
                </c:pt>
                <c:pt idx="1481">
                  <c:v>-0.0004</c:v>
                </c:pt>
                <c:pt idx="1482">
                  <c:v>-0.0369</c:v>
                </c:pt>
                <c:pt idx="1483">
                  <c:v>-0.0312</c:v>
                </c:pt>
                <c:pt idx="1484">
                  <c:v>-0.0195</c:v>
                </c:pt>
                <c:pt idx="1485">
                  <c:v>-0.0116</c:v>
                </c:pt>
                <c:pt idx="1486">
                  <c:v>-0.0156</c:v>
                </c:pt>
                <c:pt idx="1487">
                  <c:v>0.0074</c:v>
                </c:pt>
                <c:pt idx="1488">
                  <c:v>-0.067</c:v>
                </c:pt>
                <c:pt idx="1489">
                  <c:v>-0.1178</c:v>
                </c:pt>
                <c:pt idx="1490">
                  <c:v>-0.1003</c:v>
                </c:pt>
                <c:pt idx="1491">
                  <c:v>-0.0659</c:v>
                </c:pt>
                <c:pt idx="1492">
                  <c:v>-0.0085</c:v>
                </c:pt>
                <c:pt idx="1493">
                  <c:v>-0.0278</c:v>
                </c:pt>
                <c:pt idx="1494">
                  <c:v>-0.1106</c:v>
                </c:pt>
                <c:pt idx="1495">
                  <c:v>-0.0693</c:v>
                </c:pt>
                <c:pt idx="1496">
                  <c:v>-0.0989</c:v>
                </c:pt>
                <c:pt idx="1497">
                  <c:v>-0.129</c:v>
                </c:pt>
                <c:pt idx="1498">
                  <c:v>-0.14</c:v>
                </c:pt>
                <c:pt idx="1499">
                  <c:v>-0.12</c:v>
                </c:pt>
                <c:pt idx="1500">
                  <c:v>-0.1829</c:v>
                </c:pt>
                <c:pt idx="1501">
                  <c:v>-0.2256</c:v>
                </c:pt>
                <c:pt idx="1502">
                  <c:v>-0.1496</c:v>
                </c:pt>
                <c:pt idx="1503">
                  <c:v>-0.1986</c:v>
                </c:pt>
                <c:pt idx="1504">
                  <c:v>-0.1832</c:v>
                </c:pt>
                <c:pt idx="1505">
                  <c:v>-0.2226</c:v>
                </c:pt>
                <c:pt idx="1506">
                  <c:v>-0.3269</c:v>
                </c:pt>
                <c:pt idx="1507">
                  <c:v>-0.3127</c:v>
                </c:pt>
                <c:pt idx="1508">
                  <c:v>-0.2999</c:v>
                </c:pt>
                <c:pt idx="1509">
                  <c:v>-0.3641</c:v>
                </c:pt>
                <c:pt idx="1510">
                  <c:v>-0.3588</c:v>
                </c:pt>
                <c:pt idx="1511">
                  <c:v>-0.3189</c:v>
                </c:pt>
                <c:pt idx="1512">
                  <c:v>-0.2977</c:v>
                </c:pt>
                <c:pt idx="1513">
                  <c:v>-0.3599</c:v>
                </c:pt>
                <c:pt idx="1514">
                  <c:v>-0.4047</c:v>
                </c:pt>
                <c:pt idx="1515">
                  <c:v>-0.3389</c:v>
                </c:pt>
                <c:pt idx="1516">
                  <c:v>-0.3373</c:v>
                </c:pt>
                <c:pt idx="1517">
                  <c:v>-0.3105</c:v>
                </c:pt>
                <c:pt idx="1518">
                  <c:v>-0.3895</c:v>
                </c:pt>
                <c:pt idx="1519">
                  <c:v>-0.4148</c:v>
                </c:pt>
                <c:pt idx="1520">
                  <c:v>-0.5173</c:v>
                </c:pt>
                <c:pt idx="1521">
                  <c:v>-0.5242</c:v>
                </c:pt>
                <c:pt idx="1522">
                  <c:v>-0.5868</c:v>
                </c:pt>
                <c:pt idx="1523">
                  <c:v>-0.6443</c:v>
                </c:pt>
                <c:pt idx="1524">
                  <c:v>-0.4963</c:v>
                </c:pt>
                <c:pt idx="1525">
                  <c:v>-0.5872</c:v>
                </c:pt>
                <c:pt idx="1526">
                  <c:v>-0.5264</c:v>
                </c:pt>
                <c:pt idx="1527">
                  <c:v>-0.5612</c:v>
                </c:pt>
                <c:pt idx="1528">
                  <c:v>-0.5045</c:v>
                </c:pt>
                <c:pt idx="1529">
                  <c:v>-0.3389</c:v>
                </c:pt>
                <c:pt idx="1530">
                  <c:v>0.0625</c:v>
                </c:pt>
                <c:pt idx="1531">
                  <c:v>-0.2691</c:v>
                </c:pt>
                <c:pt idx="1532">
                  <c:v>-0.5633</c:v>
                </c:pt>
                <c:pt idx="1533">
                  <c:v>-0.4129</c:v>
                </c:pt>
                <c:pt idx="1534">
                  <c:v>-0.4364</c:v>
                </c:pt>
                <c:pt idx="1535">
                  <c:v>-0.2579</c:v>
                </c:pt>
                <c:pt idx="1536">
                  <c:v>-0.4202</c:v>
                </c:pt>
                <c:pt idx="1537">
                  <c:v>-0.7103</c:v>
                </c:pt>
                <c:pt idx="1538">
                  <c:v>-0.5487</c:v>
                </c:pt>
                <c:pt idx="1539">
                  <c:v>-0.375</c:v>
                </c:pt>
                <c:pt idx="1540">
                  <c:v>-0.236</c:v>
                </c:pt>
                <c:pt idx="1541">
                  <c:v>-0.5009</c:v>
                </c:pt>
                <c:pt idx="1542">
                  <c:v>-0.2657</c:v>
                </c:pt>
                <c:pt idx="1543">
                  <c:v>-0.4409</c:v>
                </c:pt>
                <c:pt idx="1544">
                  <c:v>-0.4311</c:v>
                </c:pt>
                <c:pt idx="1545">
                  <c:v>-0.4314</c:v>
                </c:pt>
                <c:pt idx="1546">
                  <c:v>-0.4613</c:v>
                </c:pt>
                <c:pt idx="1547">
                  <c:v>-0.4032</c:v>
                </c:pt>
                <c:pt idx="1548">
                  <c:v>-0.3902</c:v>
                </c:pt>
                <c:pt idx="1549">
                  <c:v>-0.3666</c:v>
                </c:pt>
                <c:pt idx="1550">
                  <c:v>-0.3119</c:v>
                </c:pt>
                <c:pt idx="1551">
                  <c:v>-0.3079</c:v>
                </c:pt>
                <c:pt idx="1552">
                  <c:v>-0.2835</c:v>
                </c:pt>
                <c:pt idx="1553">
                  <c:v>-0.2842</c:v>
                </c:pt>
                <c:pt idx="1554">
                  <c:v>-0.2477</c:v>
                </c:pt>
                <c:pt idx="1555">
                  <c:v>-0.2392</c:v>
                </c:pt>
                <c:pt idx="1556">
                  <c:v>-0.2718</c:v>
                </c:pt>
                <c:pt idx="1557">
                  <c:v>-0.2913</c:v>
                </c:pt>
                <c:pt idx="1558">
                  <c:v>-0.2951</c:v>
                </c:pt>
                <c:pt idx="1559">
                  <c:v>-0.2408</c:v>
                </c:pt>
                <c:pt idx="1560">
                  <c:v>-0.2437</c:v>
                </c:pt>
                <c:pt idx="1561">
                  <c:v>-0.2803</c:v>
                </c:pt>
                <c:pt idx="1562">
                  <c:v>-0.3142</c:v>
                </c:pt>
                <c:pt idx="1563">
                  <c:v>-0.3737</c:v>
                </c:pt>
                <c:pt idx="1564">
                  <c:v>-0.2896</c:v>
                </c:pt>
                <c:pt idx="1565">
                  <c:v>-0.3243</c:v>
                </c:pt>
                <c:pt idx="1566">
                  <c:v>-0.2425</c:v>
                </c:pt>
                <c:pt idx="1567">
                  <c:v>-0.2812</c:v>
                </c:pt>
                <c:pt idx="1568">
                  <c:v>-0.247</c:v>
                </c:pt>
                <c:pt idx="1569">
                  <c:v>-0.2028</c:v>
                </c:pt>
                <c:pt idx="1570">
                  <c:v>-0.175</c:v>
                </c:pt>
                <c:pt idx="1571">
                  <c:v>-0.1776</c:v>
                </c:pt>
                <c:pt idx="1572">
                  <c:v>-0.1382</c:v>
                </c:pt>
                <c:pt idx="1573">
                  <c:v>-0.1411</c:v>
                </c:pt>
                <c:pt idx="1574">
                  <c:v>-0.1544</c:v>
                </c:pt>
                <c:pt idx="1575">
                  <c:v>-0.1784</c:v>
                </c:pt>
                <c:pt idx="1576">
                  <c:v>-0.1625</c:v>
                </c:pt>
                <c:pt idx="1577">
                  <c:v>-0.1287</c:v>
                </c:pt>
                <c:pt idx="1578">
                  <c:v>-0.165</c:v>
                </c:pt>
                <c:pt idx="1579">
                  <c:v>-0.1253</c:v>
                </c:pt>
                <c:pt idx="1580">
                  <c:v>-0.0826</c:v>
                </c:pt>
                <c:pt idx="1581">
                  <c:v>-0.1417</c:v>
                </c:pt>
                <c:pt idx="1582">
                  <c:v>-0.1628</c:v>
                </c:pt>
                <c:pt idx="1583">
                  <c:v>-0.181</c:v>
                </c:pt>
                <c:pt idx="1584">
                  <c:v>-0.1275</c:v>
                </c:pt>
                <c:pt idx="1585">
                  <c:v>-0.1122</c:v>
                </c:pt>
                <c:pt idx="1586">
                  <c:v>-0.1016</c:v>
                </c:pt>
                <c:pt idx="1587">
                  <c:v>-0.1397</c:v>
                </c:pt>
                <c:pt idx="1588">
                  <c:v>-0.1541</c:v>
                </c:pt>
                <c:pt idx="1589">
                  <c:v>-0.1332</c:v>
                </c:pt>
                <c:pt idx="1590">
                  <c:v>-0.1609</c:v>
                </c:pt>
                <c:pt idx="1591">
                  <c:v>-0.1299</c:v>
                </c:pt>
                <c:pt idx="1592">
                  <c:v>-0.0818</c:v>
                </c:pt>
                <c:pt idx="1593">
                  <c:v>-0.0901</c:v>
                </c:pt>
                <c:pt idx="1594">
                  <c:v>-0.1289</c:v>
                </c:pt>
                <c:pt idx="1595">
                  <c:v>-0.1362</c:v>
                </c:pt>
                <c:pt idx="1596">
                  <c:v>-0.1822</c:v>
                </c:pt>
                <c:pt idx="1597">
                  <c:v>-0.1818</c:v>
                </c:pt>
                <c:pt idx="1598">
                  <c:v>-0.2364</c:v>
                </c:pt>
                <c:pt idx="1599">
                  <c:v>-0.1592</c:v>
                </c:pt>
                <c:pt idx="1600">
                  <c:v>-0.2694</c:v>
                </c:pt>
                <c:pt idx="1601">
                  <c:v>-0.1965</c:v>
                </c:pt>
                <c:pt idx="1602">
                  <c:v>-0.2147</c:v>
                </c:pt>
                <c:pt idx="1603">
                  <c:v>-0.1839</c:v>
                </c:pt>
                <c:pt idx="1604">
                  <c:v>-0.2032</c:v>
                </c:pt>
                <c:pt idx="1605">
                  <c:v>-0.2383</c:v>
                </c:pt>
                <c:pt idx="1606">
                  <c:v>-0.3371</c:v>
                </c:pt>
                <c:pt idx="1607">
                  <c:v>-0.2689</c:v>
                </c:pt>
                <c:pt idx="1608">
                  <c:v>-0.3083</c:v>
                </c:pt>
                <c:pt idx="1609">
                  <c:v>-0.3121</c:v>
                </c:pt>
                <c:pt idx="1610">
                  <c:v>-0.3093</c:v>
                </c:pt>
                <c:pt idx="1611">
                  <c:v>-0.335</c:v>
                </c:pt>
                <c:pt idx="1612">
                  <c:v>-0.3291</c:v>
                </c:pt>
                <c:pt idx="1613">
                  <c:v>-0.2818</c:v>
                </c:pt>
                <c:pt idx="1614">
                  <c:v>-0.2806</c:v>
                </c:pt>
                <c:pt idx="1615">
                  <c:v>-0.2989</c:v>
                </c:pt>
                <c:pt idx="1616">
                  <c:v>-0.2913</c:v>
                </c:pt>
                <c:pt idx="1617">
                  <c:v>-0.2733</c:v>
                </c:pt>
                <c:pt idx="1618">
                  <c:v>-0.2501</c:v>
                </c:pt>
                <c:pt idx="1619">
                  <c:v>-0.2909</c:v>
                </c:pt>
                <c:pt idx="1620">
                  <c:v>-0.2345</c:v>
                </c:pt>
                <c:pt idx="1621">
                  <c:v>-0.196</c:v>
                </c:pt>
                <c:pt idx="1622">
                  <c:v>-0.1822</c:v>
                </c:pt>
                <c:pt idx="1623">
                  <c:v>-0.183</c:v>
                </c:pt>
                <c:pt idx="1624">
                  <c:v>-0.1863</c:v>
                </c:pt>
                <c:pt idx="1625">
                  <c:v>-0.2664</c:v>
                </c:pt>
                <c:pt idx="1626">
                  <c:v>-0.252</c:v>
                </c:pt>
                <c:pt idx="1627">
                  <c:v>-0.356</c:v>
                </c:pt>
                <c:pt idx="1628">
                  <c:v>-0.3839</c:v>
                </c:pt>
                <c:pt idx="1629">
                  <c:v>-0.4321</c:v>
                </c:pt>
                <c:pt idx="1630">
                  <c:v>-0.3681</c:v>
                </c:pt>
                <c:pt idx="1631">
                  <c:v>-0.3126</c:v>
                </c:pt>
                <c:pt idx="1632">
                  <c:v>-0.3146</c:v>
                </c:pt>
                <c:pt idx="1633">
                  <c:v>-0.3256</c:v>
                </c:pt>
                <c:pt idx="1634">
                  <c:v>-0.3633</c:v>
                </c:pt>
                <c:pt idx="1635">
                  <c:v>-0.3681</c:v>
                </c:pt>
                <c:pt idx="1636">
                  <c:v>-0.3909</c:v>
                </c:pt>
                <c:pt idx="1637">
                  <c:v>-0.3541</c:v>
                </c:pt>
                <c:pt idx="1638">
                  <c:v>-0.4234</c:v>
                </c:pt>
                <c:pt idx="1639">
                  <c:v>-0.4328</c:v>
                </c:pt>
                <c:pt idx="1640">
                  <c:v>-0.4272</c:v>
                </c:pt>
                <c:pt idx="1641">
                  <c:v>-0.3582</c:v>
                </c:pt>
                <c:pt idx="1642">
                  <c:v>-0.4263</c:v>
                </c:pt>
                <c:pt idx="1643">
                  <c:v>-0.4637</c:v>
                </c:pt>
                <c:pt idx="1644">
                  <c:v>-0.4628</c:v>
                </c:pt>
                <c:pt idx="1645">
                  <c:v>-0.5317</c:v>
                </c:pt>
                <c:pt idx="1646">
                  <c:v>-0.6133</c:v>
                </c:pt>
                <c:pt idx="1647">
                  <c:v>-0.5686</c:v>
                </c:pt>
                <c:pt idx="1648">
                  <c:v>-0.5901</c:v>
                </c:pt>
                <c:pt idx="1649">
                  <c:v>-0.6343</c:v>
                </c:pt>
                <c:pt idx="1650">
                  <c:v>-0.6091</c:v>
                </c:pt>
                <c:pt idx="1651">
                  <c:v>-0.6566</c:v>
                </c:pt>
                <c:pt idx="1652">
                  <c:v>-0.6106</c:v>
                </c:pt>
                <c:pt idx="1653">
                  <c:v>-0.6265</c:v>
                </c:pt>
                <c:pt idx="1654">
                  <c:v>-0.6178</c:v>
                </c:pt>
                <c:pt idx="1655">
                  <c:v>-0.5518</c:v>
                </c:pt>
                <c:pt idx="1656">
                  <c:v>-0.652</c:v>
                </c:pt>
                <c:pt idx="1657">
                  <c:v>-0.541</c:v>
                </c:pt>
                <c:pt idx="1658">
                  <c:v>-0.6159</c:v>
                </c:pt>
                <c:pt idx="1659">
                  <c:v>-0.6006</c:v>
                </c:pt>
                <c:pt idx="1660">
                  <c:v>-0.5317</c:v>
                </c:pt>
                <c:pt idx="1661">
                  <c:v>-0.5624</c:v>
                </c:pt>
                <c:pt idx="1662">
                  <c:v>-0.4959</c:v>
                </c:pt>
                <c:pt idx="1663">
                  <c:v>-0.44</c:v>
                </c:pt>
                <c:pt idx="1664">
                  <c:v>-0.5309</c:v>
                </c:pt>
                <c:pt idx="1665">
                  <c:v>-0.5787</c:v>
                </c:pt>
                <c:pt idx="1666">
                  <c:v>-0.5688</c:v>
                </c:pt>
                <c:pt idx="1667">
                  <c:v>-0.6291</c:v>
                </c:pt>
                <c:pt idx="1668">
                  <c:v>-0.7037</c:v>
                </c:pt>
                <c:pt idx="1669">
                  <c:v>-0.6584</c:v>
                </c:pt>
                <c:pt idx="1670">
                  <c:v>-0.7658</c:v>
                </c:pt>
                <c:pt idx="1671">
                  <c:v>-0.7961</c:v>
                </c:pt>
                <c:pt idx="1672">
                  <c:v>-0.757</c:v>
                </c:pt>
                <c:pt idx="1673">
                  <c:v>-0.7762</c:v>
                </c:pt>
                <c:pt idx="1674">
                  <c:v>-0.7574</c:v>
                </c:pt>
                <c:pt idx="1675">
                  <c:v>-0.7565</c:v>
                </c:pt>
                <c:pt idx="1676">
                  <c:v>-0.7596</c:v>
                </c:pt>
                <c:pt idx="1677">
                  <c:v>-0.7009</c:v>
                </c:pt>
                <c:pt idx="1678">
                  <c:v>-0.7736</c:v>
                </c:pt>
                <c:pt idx="1679">
                  <c:v>-0.638</c:v>
                </c:pt>
                <c:pt idx="1680">
                  <c:v>-0.6216</c:v>
                </c:pt>
                <c:pt idx="1681">
                  <c:v>-0.6551</c:v>
                </c:pt>
                <c:pt idx="1682">
                  <c:v>-0.6095</c:v>
                </c:pt>
                <c:pt idx="1683">
                  <c:v>-0.6564</c:v>
                </c:pt>
                <c:pt idx="1684">
                  <c:v>-0.6912</c:v>
                </c:pt>
                <c:pt idx="1685">
                  <c:v>-0.7487</c:v>
                </c:pt>
                <c:pt idx="1686">
                  <c:v>-0.5799</c:v>
                </c:pt>
                <c:pt idx="1687">
                  <c:v>-0.6327</c:v>
                </c:pt>
                <c:pt idx="1688">
                  <c:v>-0.5329</c:v>
                </c:pt>
                <c:pt idx="1689">
                  <c:v>-0.5395</c:v>
                </c:pt>
                <c:pt idx="1690">
                  <c:v>-0.5031</c:v>
                </c:pt>
                <c:pt idx="1691">
                  <c:v>-0.5807</c:v>
                </c:pt>
                <c:pt idx="1692">
                  <c:v>-0.6254</c:v>
                </c:pt>
                <c:pt idx="1693">
                  <c:v>-0.5446</c:v>
                </c:pt>
                <c:pt idx="1694">
                  <c:v>-0.6578</c:v>
                </c:pt>
                <c:pt idx="1695">
                  <c:v>-0.5163</c:v>
                </c:pt>
                <c:pt idx="1696">
                  <c:v>-0.4753</c:v>
                </c:pt>
                <c:pt idx="1697">
                  <c:v>-0.4522</c:v>
                </c:pt>
                <c:pt idx="1698">
                  <c:v>-0.4461</c:v>
                </c:pt>
                <c:pt idx="1699">
                  <c:v>-0.4103</c:v>
                </c:pt>
                <c:pt idx="1700">
                  <c:v>-0.4325</c:v>
                </c:pt>
                <c:pt idx="1701">
                  <c:v>-0.3876</c:v>
                </c:pt>
                <c:pt idx="1702">
                  <c:v>-0.4014</c:v>
                </c:pt>
                <c:pt idx="1703">
                  <c:v>-0.3594</c:v>
                </c:pt>
                <c:pt idx="1704">
                  <c:v>-0.4261</c:v>
                </c:pt>
                <c:pt idx="1705">
                  <c:v>-0.4142</c:v>
                </c:pt>
                <c:pt idx="1706">
                  <c:v>-0.3669</c:v>
                </c:pt>
                <c:pt idx="1707">
                  <c:v>-0.3898</c:v>
                </c:pt>
                <c:pt idx="1708">
                  <c:v>-0.3866</c:v>
                </c:pt>
                <c:pt idx="1709">
                  <c:v>-0.3041</c:v>
                </c:pt>
                <c:pt idx="1710">
                  <c:v>-0.4633</c:v>
                </c:pt>
                <c:pt idx="1711">
                  <c:v>-0.4584</c:v>
                </c:pt>
                <c:pt idx="1712">
                  <c:v>-0.4676</c:v>
                </c:pt>
                <c:pt idx="1713">
                  <c:v>-0.4036</c:v>
                </c:pt>
                <c:pt idx="1714">
                  <c:v>-0.4639</c:v>
                </c:pt>
                <c:pt idx="1715">
                  <c:v>-0.4582</c:v>
                </c:pt>
                <c:pt idx="1716">
                  <c:v>-0.4643</c:v>
                </c:pt>
                <c:pt idx="1717">
                  <c:v>-0.3945</c:v>
                </c:pt>
                <c:pt idx="1718">
                  <c:v>-0.3851</c:v>
                </c:pt>
                <c:pt idx="1719">
                  <c:v>-0.3696</c:v>
                </c:pt>
                <c:pt idx="1720">
                  <c:v>-0.3168</c:v>
                </c:pt>
                <c:pt idx="1721">
                  <c:v>-0.3331</c:v>
                </c:pt>
                <c:pt idx="1722">
                  <c:v>-0.3432</c:v>
                </c:pt>
                <c:pt idx="1723">
                  <c:v>-0.339</c:v>
                </c:pt>
                <c:pt idx="1724">
                  <c:v>-0.3298</c:v>
                </c:pt>
                <c:pt idx="1725">
                  <c:v>-0.4683</c:v>
                </c:pt>
                <c:pt idx="1726">
                  <c:v>-0.373</c:v>
                </c:pt>
                <c:pt idx="1727">
                  <c:v>-0.3634</c:v>
                </c:pt>
                <c:pt idx="1728">
                  <c:v>-0.3223</c:v>
                </c:pt>
                <c:pt idx="1729">
                  <c:v>-0.3657</c:v>
                </c:pt>
                <c:pt idx="1730">
                  <c:v>-0.3547</c:v>
                </c:pt>
                <c:pt idx="1731">
                  <c:v>-0.3638</c:v>
                </c:pt>
                <c:pt idx="1732">
                  <c:v>-0.3211</c:v>
                </c:pt>
                <c:pt idx="1733">
                  <c:v>-0.3936</c:v>
                </c:pt>
                <c:pt idx="1734">
                  <c:v>-0.299</c:v>
                </c:pt>
                <c:pt idx="1735">
                  <c:v>-0.3304</c:v>
                </c:pt>
                <c:pt idx="1736">
                  <c:v>-0.3335</c:v>
                </c:pt>
                <c:pt idx="1737">
                  <c:v>-0.3993</c:v>
                </c:pt>
                <c:pt idx="1738">
                  <c:v>-0.4597</c:v>
                </c:pt>
                <c:pt idx="1739">
                  <c:v>-0.4567</c:v>
                </c:pt>
                <c:pt idx="1740">
                  <c:v>-0.4061</c:v>
                </c:pt>
                <c:pt idx="1741">
                  <c:v>-0.4252</c:v>
                </c:pt>
                <c:pt idx="1742">
                  <c:v>-0.3905</c:v>
                </c:pt>
                <c:pt idx="1743">
                  <c:v>-0.3872</c:v>
                </c:pt>
                <c:pt idx="1744">
                  <c:v>-0.4088</c:v>
                </c:pt>
                <c:pt idx="1745">
                  <c:v>-0.366</c:v>
                </c:pt>
                <c:pt idx="1746">
                  <c:v>-0.3104</c:v>
                </c:pt>
                <c:pt idx="1747">
                  <c:v>-0.3153</c:v>
                </c:pt>
                <c:pt idx="1748">
                  <c:v>-0.3333</c:v>
                </c:pt>
                <c:pt idx="1749">
                  <c:v>-0.3305</c:v>
                </c:pt>
                <c:pt idx="1750">
                  <c:v>-0.3417</c:v>
                </c:pt>
                <c:pt idx="1751">
                  <c:v>-0.3188</c:v>
                </c:pt>
                <c:pt idx="1752">
                  <c:v>-0.346</c:v>
                </c:pt>
                <c:pt idx="1753">
                  <c:v>-0.3043</c:v>
                </c:pt>
                <c:pt idx="1754">
                  <c:v>-0.3345</c:v>
                </c:pt>
                <c:pt idx="1755">
                  <c:v>-0.3397</c:v>
                </c:pt>
                <c:pt idx="1756">
                  <c:v>-0.4</c:v>
                </c:pt>
                <c:pt idx="1757">
                  <c:v>-0.3821</c:v>
                </c:pt>
                <c:pt idx="1758">
                  <c:v>-0.3551</c:v>
                </c:pt>
                <c:pt idx="1759">
                  <c:v>-0.3312</c:v>
                </c:pt>
                <c:pt idx="1760">
                  <c:v>-0.341</c:v>
                </c:pt>
                <c:pt idx="1761">
                  <c:v>-0.3508</c:v>
                </c:pt>
                <c:pt idx="1762">
                  <c:v>-0.3243</c:v>
                </c:pt>
                <c:pt idx="1763">
                  <c:v>-0.3615</c:v>
                </c:pt>
                <c:pt idx="1764">
                  <c:v>-0.3049</c:v>
                </c:pt>
                <c:pt idx="1765">
                  <c:v>-0.3861</c:v>
                </c:pt>
                <c:pt idx="1766">
                  <c:v>-0.3379</c:v>
                </c:pt>
                <c:pt idx="1767">
                  <c:v>-0.3027</c:v>
                </c:pt>
                <c:pt idx="1768">
                  <c:v>-0.3386</c:v>
                </c:pt>
                <c:pt idx="1769">
                  <c:v>-0.33</c:v>
                </c:pt>
                <c:pt idx="1770">
                  <c:v>-0.3142</c:v>
                </c:pt>
                <c:pt idx="1771">
                  <c:v>-0.3156</c:v>
                </c:pt>
                <c:pt idx="1772">
                  <c:v>-0.3447</c:v>
                </c:pt>
                <c:pt idx="1773">
                  <c:v>-0.3212</c:v>
                </c:pt>
                <c:pt idx="1774">
                  <c:v>-0.3653</c:v>
                </c:pt>
                <c:pt idx="1775">
                  <c:v>-0.4046</c:v>
                </c:pt>
                <c:pt idx="1776">
                  <c:v>-0.3593</c:v>
                </c:pt>
                <c:pt idx="1777">
                  <c:v>-0.3378</c:v>
                </c:pt>
                <c:pt idx="1778">
                  <c:v>-0.3553</c:v>
                </c:pt>
                <c:pt idx="1779">
                  <c:v>-0.304</c:v>
                </c:pt>
                <c:pt idx="1780">
                  <c:v>-0.3154</c:v>
                </c:pt>
                <c:pt idx="1781">
                  <c:v>-0.3622</c:v>
                </c:pt>
                <c:pt idx="1782">
                  <c:v>-0.3184</c:v>
                </c:pt>
                <c:pt idx="1783">
                  <c:v>-0.4151</c:v>
                </c:pt>
                <c:pt idx="1784">
                  <c:v>-0.393</c:v>
                </c:pt>
                <c:pt idx="1785">
                  <c:v>-0.4179</c:v>
                </c:pt>
                <c:pt idx="1786">
                  <c:v>-0.4054</c:v>
                </c:pt>
                <c:pt idx="1787">
                  <c:v>-0.4314</c:v>
                </c:pt>
                <c:pt idx="1788">
                  <c:v>-0.432</c:v>
                </c:pt>
                <c:pt idx="1789">
                  <c:v>-0.3459</c:v>
                </c:pt>
                <c:pt idx="1790">
                  <c:v>-0.3715</c:v>
                </c:pt>
                <c:pt idx="1791">
                  <c:v>-0.3063</c:v>
                </c:pt>
                <c:pt idx="1792">
                  <c:v>-0.3309</c:v>
                </c:pt>
                <c:pt idx="1793">
                  <c:v>-0.3344</c:v>
                </c:pt>
                <c:pt idx="1794">
                  <c:v>-0.2816</c:v>
                </c:pt>
                <c:pt idx="1795">
                  <c:v>-0.3037</c:v>
                </c:pt>
                <c:pt idx="1796">
                  <c:v>-0.3456</c:v>
                </c:pt>
                <c:pt idx="1797">
                  <c:v>-0.2877</c:v>
                </c:pt>
                <c:pt idx="1798">
                  <c:v>-0.2984</c:v>
                </c:pt>
                <c:pt idx="1799">
                  <c:v>-0.2963</c:v>
                </c:pt>
                <c:pt idx="1800">
                  <c:v>-0.2629</c:v>
                </c:pt>
                <c:pt idx="1801">
                  <c:v>-0.2405</c:v>
                </c:pt>
                <c:pt idx="1802">
                  <c:v>-0.2236</c:v>
                </c:pt>
                <c:pt idx="1803">
                  <c:v>-0.1909</c:v>
                </c:pt>
                <c:pt idx="1804">
                  <c:v>-0.2185</c:v>
                </c:pt>
                <c:pt idx="1805">
                  <c:v>-0.2595</c:v>
                </c:pt>
                <c:pt idx="1806">
                  <c:v>-0.3207</c:v>
                </c:pt>
                <c:pt idx="1807">
                  <c:v>-0.3026</c:v>
                </c:pt>
                <c:pt idx="1808">
                  <c:v>-0.3154</c:v>
                </c:pt>
                <c:pt idx="1809">
                  <c:v>-0.2879</c:v>
                </c:pt>
                <c:pt idx="1810">
                  <c:v>-0.3676</c:v>
                </c:pt>
                <c:pt idx="1811">
                  <c:v>-0.3715</c:v>
                </c:pt>
                <c:pt idx="1812">
                  <c:v>-0.3506</c:v>
                </c:pt>
                <c:pt idx="1813">
                  <c:v>-0.3593</c:v>
                </c:pt>
                <c:pt idx="1814">
                  <c:v>-0.3714</c:v>
                </c:pt>
                <c:pt idx="1815">
                  <c:v>-0.3447</c:v>
                </c:pt>
                <c:pt idx="1816">
                  <c:v>-0.3317</c:v>
                </c:pt>
                <c:pt idx="1817">
                  <c:v>-0.368</c:v>
                </c:pt>
                <c:pt idx="1818">
                  <c:v>-0.388</c:v>
                </c:pt>
                <c:pt idx="1819">
                  <c:v>-0.3789</c:v>
                </c:pt>
                <c:pt idx="1820">
                  <c:v>-0.3536</c:v>
                </c:pt>
                <c:pt idx="1821">
                  <c:v>-0.3308</c:v>
                </c:pt>
                <c:pt idx="1822">
                  <c:v>-0.3002</c:v>
                </c:pt>
                <c:pt idx="1823">
                  <c:v>-0.3152</c:v>
                </c:pt>
                <c:pt idx="1824">
                  <c:v>-0.3901</c:v>
                </c:pt>
                <c:pt idx="1825">
                  <c:v>-0.4091</c:v>
                </c:pt>
                <c:pt idx="1826">
                  <c:v>-0.3514</c:v>
                </c:pt>
                <c:pt idx="1827">
                  <c:v>-0.3214</c:v>
                </c:pt>
                <c:pt idx="1828">
                  <c:v>-0.3103</c:v>
                </c:pt>
                <c:pt idx="1829">
                  <c:v>-0.3454</c:v>
                </c:pt>
                <c:pt idx="1830">
                  <c:v>-0.348</c:v>
                </c:pt>
                <c:pt idx="1831">
                  <c:v>-0.3326</c:v>
                </c:pt>
                <c:pt idx="1832">
                  <c:v>-0.2885</c:v>
                </c:pt>
                <c:pt idx="1833">
                  <c:v>-0.2899</c:v>
                </c:pt>
                <c:pt idx="1834">
                  <c:v>-0.3052</c:v>
                </c:pt>
                <c:pt idx="1835">
                  <c:v>-0.3632</c:v>
                </c:pt>
                <c:pt idx="1836">
                  <c:v>-0.3394</c:v>
                </c:pt>
                <c:pt idx="1837">
                  <c:v>-0.3291</c:v>
                </c:pt>
                <c:pt idx="1838">
                  <c:v>-0.3315</c:v>
                </c:pt>
                <c:pt idx="1839">
                  <c:v>-0.2826</c:v>
                </c:pt>
                <c:pt idx="1840">
                  <c:v>-0.3545</c:v>
                </c:pt>
                <c:pt idx="1841">
                  <c:v>-0.3037</c:v>
                </c:pt>
                <c:pt idx="1842">
                  <c:v>-0.328</c:v>
                </c:pt>
                <c:pt idx="1843">
                  <c:v>-0.3201</c:v>
                </c:pt>
                <c:pt idx="1844">
                  <c:v>-0.4704</c:v>
                </c:pt>
                <c:pt idx="1845">
                  <c:v>-0.4032</c:v>
                </c:pt>
                <c:pt idx="1846">
                  <c:v>-0.3429</c:v>
                </c:pt>
                <c:pt idx="1847">
                  <c:v>-0.3528</c:v>
                </c:pt>
                <c:pt idx="1848">
                  <c:v>-0.3273</c:v>
                </c:pt>
                <c:pt idx="1849">
                  <c:v>-0.3201</c:v>
                </c:pt>
                <c:pt idx="1850">
                  <c:v>-0.1812</c:v>
                </c:pt>
                <c:pt idx="1851">
                  <c:v>-0.2545</c:v>
                </c:pt>
                <c:pt idx="1852">
                  <c:v>-0.2838</c:v>
                </c:pt>
                <c:pt idx="1853">
                  <c:v>-0.2738</c:v>
                </c:pt>
                <c:pt idx="1854">
                  <c:v>-0.2645</c:v>
                </c:pt>
                <c:pt idx="1855">
                  <c:v>-0.3156</c:v>
                </c:pt>
                <c:pt idx="1856">
                  <c:v>-0.2358</c:v>
                </c:pt>
                <c:pt idx="1857">
                  <c:v>-0.2518</c:v>
                </c:pt>
                <c:pt idx="1858">
                  <c:v>-0.2105</c:v>
                </c:pt>
                <c:pt idx="1859">
                  <c:v>-0.2045</c:v>
                </c:pt>
                <c:pt idx="1860">
                  <c:v>-0.2435</c:v>
                </c:pt>
                <c:pt idx="1861">
                  <c:v>-0.2596</c:v>
                </c:pt>
                <c:pt idx="1862">
                  <c:v>-0.2742</c:v>
                </c:pt>
                <c:pt idx="1863">
                  <c:v>-0.3236</c:v>
                </c:pt>
                <c:pt idx="1864">
                  <c:v>-0.291</c:v>
                </c:pt>
                <c:pt idx="1865">
                  <c:v>-0.3003</c:v>
                </c:pt>
                <c:pt idx="1866">
                  <c:v>-0.2972</c:v>
                </c:pt>
                <c:pt idx="1867">
                  <c:v>-0.2326</c:v>
                </c:pt>
                <c:pt idx="1868">
                  <c:v>-0.1845</c:v>
                </c:pt>
                <c:pt idx="1869">
                  <c:v>-0.1324</c:v>
                </c:pt>
                <c:pt idx="1870">
                  <c:v>-0.1122</c:v>
                </c:pt>
                <c:pt idx="1871">
                  <c:v>-0.1183</c:v>
                </c:pt>
                <c:pt idx="1872">
                  <c:v>-0.1429</c:v>
                </c:pt>
                <c:pt idx="1873">
                  <c:v>-0.1428</c:v>
                </c:pt>
                <c:pt idx="1874">
                  <c:v>-0.1298</c:v>
                </c:pt>
                <c:pt idx="1875">
                  <c:v>-0.1371</c:v>
                </c:pt>
                <c:pt idx="1876">
                  <c:v>-0.1102</c:v>
                </c:pt>
                <c:pt idx="1877">
                  <c:v>-0.109</c:v>
                </c:pt>
                <c:pt idx="1878">
                  <c:v>-0.1527</c:v>
                </c:pt>
                <c:pt idx="1879">
                  <c:v>-0.1241</c:v>
                </c:pt>
                <c:pt idx="1880">
                  <c:v>-0.1492</c:v>
                </c:pt>
                <c:pt idx="1881">
                  <c:v>-0.1243</c:v>
                </c:pt>
                <c:pt idx="1882">
                  <c:v>-0.0739</c:v>
                </c:pt>
                <c:pt idx="1883">
                  <c:v>-0.0819</c:v>
                </c:pt>
                <c:pt idx="1884">
                  <c:v>-0.0309</c:v>
                </c:pt>
                <c:pt idx="1885">
                  <c:v>-0.0335</c:v>
                </c:pt>
                <c:pt idx="1886">
                  <c:v>0.0019</c:v>
                </c:pt>
                <c:pt idx="1887">
                  <c:v>-0.0145</c:v>
                </c:pt>
                <c:pt idx="1888">
                  <c:v>0.0073</c:v>
                </c:pt>
                <c:pt idx="1889">
                  <c:v>-0.0753</c:v>
                </c:pt>
                <c:pt idx="1890">
                  <c:v>-0.0791</c:v>
                </c:pt>
                <c:pt idx="1891">
                  <c:v>-0.068</c:v>
                </c:pt>
                <c:pt idx="1892">
                  <c:v>-0.0936</c:v>
                </c:pt>
                <c:pt idx="1893">
                  <c:v>-0.0926</c:v>
                </c:pt>
                <c:pt idx="1894">
                  <c:v>-0.0532</c:v>
                </c:pt>
                <c:pt idx="1895">
                  <c:v>-0.0842</c:v>
                </c:pt>
                <c:pt idx="1896">
                  <c:v>-0.0032</c:v>
                </c:pt>
                <c:pt idx="1897">
                  <c:v>-0.0044</c:v>
                </c:pt>
                <c:pt idx="1898">
                  <c:v>-0.0094</c:v>
                </c:pt>
                <c:pt idx="1899">
                  <c:v>-0.0172</c:v>
                </c:pt>
                <c:pt idx="1900">
                  <c:v>0.0314</c:v>
                </c:pt>
                <c:pt idx="1901">
                  <c:v>0.0054</c:v>
                </c:pt>
                <c:pt idx="1902">
                  <c:v>-0.0135</c:v>
                </c:pt>
                <c:pt idx="1903">
                  <c:v>0.003</c:v>
                </c:pt>
                <c:pt idx="1904">
                  <c:v>0.021</c:v>
                </c:pt>
                <c:pt idx="1905">
                  <c:v>0.0114</c:v>
                </c:pt>
                <c:pt idx="1906">
                  <c:v>0.0955</c:v>
                </c:pt>
                <c:pt idx="1907">
                  <c:v>0.1406</c:v>
                </c:pt>
                <c:pt idx="1908">
                  <c:v>0.1435</c:v>
                </c:pt>
                <c:pt idx="1909">
                  <c:v>0.0975</c:v>
                </c:pt>
                <c:pt idx="1910">
                  <c:v>0.1029</c:v>
                </c:pt>
                <c:pt idx="1911">
                  <c:v>-0.0067</c:v>
                </c:pt>
                <c:pt idx="1912">
                  <c:v>0.016</c:v>
                </c:pt>
                <c:pt idx="1913">
                  <c:v>-0.0077</c:v>
                </c:pt>
                <c:pt idx="1914">
                  <c:v>-0.0187</c:v>
                </c:pt>
                <c:pt idx="1915">
                  <c:v>-0.0338</c:v>
                </c:pt>
                <c:pt idx="1916">
                  <c:v>0.0483</c:v>
                </c:pt>
                <c:pt idx="1917">
                  <c:v>0.0646</c:v>
                </c:pt>
                <c:pt idx="1918">
                  <c:v>0.0259</c:v>
                </c:pt>
                <c:pt idx="1919">
                  <c:v>0.035</c:v>
                </c:pt>
                <c:pt idx="1920">
                  <c:v>0.0217</c:v>
                </c:pt>
                <c:pt idx="1921">
                  <c:v>0.05</c:v>
                </c:pt>
                <c:pt idx="1922">
                  <c:v>-0.0357</c:v>
                </c:pt>
                <c:pt idx="1923">
                  <c:v>-0.032</c:v>
                </c:pt>
                <c:pt idx="1924">
                  <c:v>-0.0422</c:v>
                </c:pt>
                <c:pt idx="1925">
                  <c:v>-0.0617</c:v>
                </c:pt>
                <c:pt idx="1926">
                  <c:v>-0.014</c:v>
                </c:pt>
                <c:pt idx="1927">
                  <c:v>-0.0561</c:v>
                </c:pt>
                <c:pt idx="1928">
                  <c:v>-0.0261</c:v>
                </c:pt>
                <c:pt idx="1929">
                  <c:v>-0.0886</c:v>
                </c:pt>
                <c:pt idx="1930">
                  <c:v>-0.0687</c:v>
                </c:pt>
                <c:pt idx="1931">
                  <c:v>-0.05</c:v>
                </c:pt>
                <c:pt idx="1932">
                  <c:v>-0.0767</c:v>
                </c:pt>
                <c:pt idx="1933">
                  <c:v>-0.0771</c:v>
                </c:pt>
                <c:pt idx="1934">
                  <c:v>-0.0936</c:v>
                </c:pt>
                <c:pt idx="1935">
                  <c:v>-0.0377</c:v>
                </c:pt>
                <c:pt idx="1936">
                  <c:v>-0.0356</c:v>
                </c:pt>
                <c:pt idx="1937">
                  <c:v>-0.059</c:v>
                </c:pt>
                <c:pt idx="1938">
                  <c:v>-0.0914</c:v>
                </c:pt>
                <c:pt idx="1939">
                  <c:v>-0.0791</c:v>
                </c:pt>
                <c:pt idx="1940">
                  <c:v>-0.0903</c:v>
                </c:pt>
                <c:pt idx="1941">
                  <c:v>-0.0579</c:v>
                </c:pt>
                <c:pt idx="1942">
                  <c:v>-0.0788</c:v>
                </c:pt>
                <c:pt idx="1943">
                  <c:v>-0.0281</c:v>
                </c:pt>
                <c:pt idx="1944">
                  <c:v>-0.0345</c:v>
                </c:pt>
                <c:pt idx="1945">
                  <c:v>-0.0463</c:v>
                </c:pt>
                <c:pt idx="1946">
                  <c:v>-0.0032</c:v>
                </c:pt>
                <c:pt idx="1947">
                  <c:v>-0.0325</c:v>
                </c:pt>
                <c:pt idx="1948">
                  <c:v>-0.0263</c:v>
                </c:pt>
                <c:pt idx="1949">
                  <c:v>0.0087</c:v>
                </c:pt>
                <c:pt idx="1950">
                  <c:v>0.0128</c:v>
                </c:pt>
                <c:pt idx="1951">
                  <c:v>0.058</c:v>
                </c:pt>
                <c:pt idx="1952">
                  <c:v>0.0371</c:v>
                </c:pt>
                <c:pt idx="1953">
                  <c:v>0.0401</c:v>
                </c:pt>
                <c:pt idx="1954">
                  <c:v>0.0836</c:v>
                </c:pt>
                <c:pt idx="1955">
                  <c:v>0.0946</c:v>
                </c:pt>
                <c:pt idx="1956">
                  <c:v>0.0634</c:v>
                </c:pt>
                <c:pt idx="1957">
                  <c:v>0.0748</c:v>
                </c:pt>
                <c:pt idx="1958">
                  <c:v>0.0684</c:v>
                </c:pt>
                <c:pt idx="1959">
                  <c:v>0.0966</c:v>
                </c:pt>
                <c:pt idx="1960">
                  <c:v>0.099</c:v>
                </c:pt>
                <c:pt idx="1961">
                  <c:v>0.096</c:v>
                </c:pt>
                <c:pt idx="1962">
                  <c:v>0.1119</c:v>
                </c:pt>
                <c:pt idx="1963">
                  <c:v>0.0301</c:v>
                </c:pt>
                <c:pt idx="1964">
                  <c:v>-0.0454</c:v>
                </c:pt>
                <c:pt idx="1965">
                  <c:v>-0.0186</c:v>
                </c:pt>
                <c:pt idx="1966">
                  <c:v>0.0019</c:v>
                </c:pt>
                <c:pt idx="1967">
                  <c:v>0.0019</c:v>
                </c:pt>
                <c:pt idx="1968">
                  <c:v>-0.0308</c:v>
                </c:pt>
                <c:pt idx="1969">
                  <c:v>-0.0049</c:v>
                </c:pt>
                <c:pt idx="1970">
                  <c:v>-0.0165</c:v>
                </c:pt>
                <c:pt idx="1971">
                  <c:v>-0.0071</c:v>
                </c:pt>
                <c:pt idx="1972">
                  <c:v>-0.0032</c:v>
                </c:pt>
                <c:pt idx="1973">
                  <c:v>-0.0363</c:v>
                </c:pt>
                <c:pt idx="1974">
                  <c:v>-0.0197</c:v>
                </c:pt>
                <c:pt idx="1975">
                  <c:v>-0.0238</c:v>
                </c:pt>
                <c:pt idx="1976">
                  <c:v>-0.015</c:v>
                </c:pt>
                <c:pt idx="1977">
                  <c:v>0.0226</c:v>
                </c:pt>
                <c:pt idx="1978">
                  <c:v>0.011</c:v>
                </c:pt>
                <c:pt idx="1979">
                  <c:v>-0.019</c:v>
                </c:pt>
                <c:pt idx="1980">
                  <c:v>-0.0144</c:v>
                </c:pt>
                <c:pt idx="1981">
                  <c:v>0.0353</c:v>
                </c:pt>
                <c:pt idx="1982">
                  <c:v>0.0096</c:v>
                </c:pt>
                <c:pt idx="1983">
                  <c:v>0.0016</c:v>
                </c:pt>
                <c:pt idx="1984">
                  <c:v>0.0426</c:v>
                </c:pt>
                <c:pt idx="1985">
                  <c:v>0.0549</c:v>
                </c:pt>
                <c:pt idx="1986">
                  <c:v>0.0249</c:v>
                </c:pt>
                <c:pt idx="1987">
                  <c:v>0.0391</c:v>
                </c:pt>
                <c:pt idx="1988">
                  <c:v>0.0463</c:v>
                </c:pt>
                <c:pt idx="1989">
                  <c:v>0.0615</c:v>
                </c:pt>
                <c:pt idx="1990">
                  <c:v>0.072</c:v>
                </c:pt>
                <c:pt idx="1991">
                  <c:v>0.0777</c:v>
                </c:pt>
                <c:pt idx="1992">
                  <c:v>0.0682</c:v>
                </c:pt>
                <c:pt idx="1993">
                  <c:v>0.0922</c:v>
                </c:pt>
                <c:pt idx="1994">
                  <c:v>0.0472</c:v>
                </c:pt>
                <c:pt idx="1995">
                  <c:v>0.1019</c:v>
                </c:pt>
                <c:pt idx="1996">
                  <c:v>0.0791</c:v>
                </c:pt>
                <c:pt idx="1997">
                  <c:v>0.0962</c:v>
                </c:pt>
                <c:pt idx="1998">
                  <c:v>0.0674</c:v>
                </c:pt>
                <c:pt idx="1999">
                  <c:v>0.045</c:v>
                </c:pt>
                <c:pt idx="2000">
                  <c:v>0.0365</c:v>
                </c:pt>
                <c:pt idx="2001">
                  <c:v>-0.0456</c:v>
                </c:pt>
                <c:pt idx="2002">
                  <c:v>0.1027</c:v>
                </c:pt>
                <c:pt idx="2003">
                  <c:v>0.087</c:v>
                </c:pt>
                <c:pt idx="2004">
                  <c:v>0.1394</c:v>
                </c:pt>
                <c:pt idx="2005">
                  <c:v>0.0983</c:v>
                </c:pt>
                <c:pt idx="2006">
                  <c:v>0.1916</c:v>
                </c:pt>
                <c:pt idx="2007">
                  <c:v>0.2024</c:v>
                </c:pt>
                <c:pt idx="2008">
                  <c:v>0.225</c:v>
                </c:pt>
                <c:pt idx="2009">
                  <c:v>0.2697</c:v>
                </c:pt>
                <c:pt idx="2010">
                  <c:v>0.2377</c:v>
                </c:pt>
                <c:pt idx="2011">
                  <c:v>0.2814</c:v>
                </c:pt>
                <c:pt idx="2012">
                  <c:v>0.206</c:v>
                </c:pt>
                <c:pt idx="2013">
                  <c:v>0.1476</c:v>
                </c:pt>
                <c:pt idx="2014">
                  <c:v>0.138</c:v>
                </c:pt>
                <c:pt idx="2015">
                  <c:v>0.1665</c:v>
                </c:pt>
                <c:pt idx="2016">
                  <c:v>0.1521</c:v>
                </c:pt>
                <c:pt idx="2017">
                  <c:v>0.1032</c:v>
                </c:pt>
                <c:pt idx="2018">
                  <c:v>0.1259</c:v>
                </c:pt>
                <c:pt idx="2019">
                  <c:v>0.1243</c:v>
                </c:pt>
                <c:pt idx="2020">
                  <c:v>0.1067</c:v>
                </c:pt>
                <c:pt idx="2021">
                  <c:v>0.1119</c:v>
                </c:pt>
                <c:pt idx="2022">
                  <c:v>0.113</c:v>
                </c:pt>
                <c:pt idx="2023">
                  <c:v>0.1114</c:v>
                </c:pt>
                <c:pt idx="2024">
                  <c:v>0.1401</c:v>
                </c:pt>
                <c:pt idx="2025">
                  <c:v>0.1687</c:v>
                </c:pt>
                <c:pt idx="2026">
                  <c:v>0.1638</c:v>
                </c:pt>
                <c:pt idx="2027">
                  <c:v>0.1319</c:v>
                </c:pt>
                <c:pt idx="2028">
                  <c:v>0.1452</c:v>
                </c:pt>
                <c:pt idx="2029">
                  <c:v>0.1021</c:v>
                </c:pt>
                <c:pt idx="2030">
                  <c:v>0.0496</c:v>
                </c:pt>
                <c:pt idx="2031">
                  <c:v>0.0082</c:v>
                </c:pt>
                <c:pt idx="2032">
                  <c:v>-0.0101</c:v>
                </c:pt>
                <c:pt idx="2033">
                  <c:v>0.0104</c:v>
                </c:pt>
                <c:pt idx="2034">
                  <c:v>0.0437</c:v>
                </c:pt>
                <c:pt idx="2035">
                  <c:v>0.0232</c:v>
                </c:pt>
                <c:pt idx="2036">
                  <c:v>0.0591</c:v>
                </c:pt>
                <c:pt idx="2037">
                  <c:v>0.0369</c:v>
                </c:pt>
                <c:pt idx="2038">
                  <c:v>0.0069</c:v>
                </c:pt>
                <c:pt idx="2039">
                  <c:v>0.0684</c:v>
                </c:pt>
                <c:pt idx="2040">
                  <c:v>0.0374</c:v>
                </c:pt>
                <c:pt idx="2041">
                  <c:v>0.053</c:v>
                </c:pt>
                <c:pt idx="2042">
                  <c:v>0.0134</c:v>
                </c:pt>
                <c:pt idx="2043">
                  <c:v>0.0315</c:v>
                </c:pt>
                <c:pt idx="2044">
                  <c:v>0.0333</c:v>
                </c:pt>
                <c:pt idx="2045">
                  <c:v>0.0966</c:v>
                </c:pt>
                <c:pt idx="2046">
                  <c:v>0.0325</c:v>
                </c:pt>
                <c:pt idx="2047">
                  <c:v>0.0988</c:v>
                </c:pt>
                <c:pt idx="2048">
                  <c:v>0.0606</c:v>
                </c:pt>
                <c:pt idx="2049">
                  <c:v>0.0861</c:v>
                </c:pt>
                <c:pt idx="2050">
                  <c:v>0.1086</c:v>
                </c:pt>
                <c:pt idx="2051">
                  <c:v>0.1174</c:v>
                </c:pt>
                <c:pt idx="2052">
                  <c:v>0.0781</c:v>
                </c:pt>
                <c:pt idx="2053">
                  <c:v>0.0778</c:v>
                </c:pt>
                <c:pt idx="2054">
                  <c:v>0.0415</c:v>
                </c:pt>
                <c:pt idx="2055">
                  <c:v>0.0386</c:v>
                </c:pt>
                <c:pt idx="2056">
                  <c:v>0.0807</c:v>
                </c:pt>
                <c:pt idx="2057">
                  <c:v>0.1194</c:v>
                </c:pt>
                <c:pt idx="2058">
                  <c:v>0.1529</c:v>
                </c:pt>
                <c:pt idx="2059">
                  <c:v>0.1211</c:v>
                </c:pt>
                <c:pt idx="2060">
                  <c:v>0.1316</c:v>
                </c:pt>
                <c:pt idx="2061">
                  <c:v>0.1443</c:v>
                </c:pt>
                <c:pt idx="2062">
                  <c:v>0.1606</c:v>
                </c:pt>
                <c:pt idx="2063">
                  <c:v>0.1501</c:v>
                </c:pt>
                <c:pt idx="2064">
                  <c:v>0.0397</c:v>
                </c:pt>
                <c:pt idx="2065">
                  <c:v>0.069</c:v>
                </c:pt>
                <c:pt idx="2066">
                  <c:v>0.1531</c:v>
                </c:pt>
                <c:pt idx="2067">
                  <c:v>0.1432</c:v>
                </c:pt>
                <c:pt idx="2068">
                  <c:v>0.1218</c:v>
                </c:pt>
                <c:pt idx="2069">
                  <c:v>0.1771</c:v>
                </c:pt>
                <c:pt idx="2070">
                  <c:v>0.2087</c:v>
                </c:pt>
                <c:pt idx="2071">
                  <c:v>0.1905</c:v>
                </c:pt>
                <c:pt idx="2072">
                  <c:v>0.1859</c:v>
                </c:pt>
                <c:pt idx="2073">
                  <c:v>0.1871</c:v>
                </c:pt>
                <c:pt idx="2074">
                  <c:v>0.2147</c:v>
                </c:pt>
                <c:pt idx="2075">
                  <c:v>0.2011</c:v>
                </c:pt>
                <c:pt idx="2076">
                  <c:v>0.2</c:v>
                </c:pt>
                <c:pt idx="2077">
                  <c:v>0.2183</c:v>
                </c:pt>
                <c:pt idx="2078">
                  <c:v>0.2271</c:v>
                </c:pt>
                <c:pt idx="2079">
                  <c:v>0.2513</c:v>
                </c:pt>
                <c:pt idx="2080">
                  <c:v>0.2748</c:v>
                </c:pt>
                <c:pt idx="2081">
                  <c:v>0.2648</c:v>
                </c:pt>
                <c:pt idx="2082">
                  <c:v>0.2145</c:v>
                </c:pt>
                <c:pt idx="2083">
                  <c:v>0.3124</c:v>
                </c:pt>
                <c:pt idx="2084">
                  <c:v>0.2744</c:v>
                </c:pt>
                <c:pt idx="2085">
                  <c:v>0.1915</c:v>
                </c:pt>
                <c:pt idx="2086">
                  <c:v>0.2327</c:v>
                </c:pt>
                <c:pt idx="2087">
                  <c:v>0.2197</c:v>
                </c:pt>
                <c:pt idx="2088">
                  <c:v>0.2038</c:v>
                </c:pt>
                <c:pt idx="2089">
                  <c:v>0.1844</c:v>
                </c:pt>
                <c:pt idx="2090">
                  <c:v>0.2079</c:v>
                </c:pt>
                <c:pt idx="2091">
                  <c:v>0.1877</c:v>
                </c:pt>
                <c:pt idx="2092">
                  <c:v>0.222</c:v>
                </c:pt>
                <c:pt idx="2093">
                  <c:v>0.2386</c:v>
                </c:pt>
                <c:pt idx="2094">
                  <c:v>0.2056</c:v>
                </c:pt>
                <c:pt idx="2095">
                  <c:v>0.1422</c:v>
                </c:pt>
                <c:pt idx="2096">
                  <c:v>0.1301</c:v>
                </c:pt>
                <c:pt idx="2097">
                  <c:v>0.1692</c:v>
                </c:pt>
                <c:pt idx="2098">
                  <c:v>0.1813</c:v>
                </c:pt>
                <c:pt idx="2099">
                  <c:v>0.1774</c:v>
                </c:pt>
                <c:pt idx="2100">
                  <c:v>0.2013</c:v>
                </c:pt>
                <c:pt idx="2101">
                  <c:v>0.2139</c:v>
                </c:pt>
                <c:pt idx="2102">
                  <c:v>0.1513</c:v>
                </c:pt>
                <c:pt idx="2103">
                  <c:v>0.1366</c:v>
                </c:pt>
                <c:pt idx="2104">
                  <c:v>0.1111</c:v>
                </c:pt>
                <c:pt idx="2105">
                  <c:v>0.1308</c:v>
                </c:pt>
                <c:pt idx="2106">
                  <c:v>0.1479</c:v>
                </c:pt>
                <c:pt idx="2107">
                  <c:v>0.1131</c:v>
                </c:pt>
                <c:pt idx="2108">
                  <c:v>0.113</c:v>
                </c:pt>
                <c:pt idx="2109">
                  <c:v>0.1646</c:v>
                </c:pt>
                <c:pt idx="2110">
                  <c:v>0.0935</c:v>
                </c:pt>
                <c:pt idx="2111">
                  <c:v>0.122</c:v>
                </c:pt>
                <c:pt idx="2112">
                  <c:v>0.1309</c:v>
                </c:pt>
                <c:pt idx="2113">
                  <c:v>0.1375</c:v>
                </c:pt>
                <c:pt idx="2114">
                  <c:v>0.18</c:v>
                </c:pt>
                <c:pt idx="2115">
                  <c:v>0.1977</c:v>
                </c:pt>
                <c:pt idx="2116">
                  <c:v>0.1778</c:v>
                </c:pt>
                <c:pt idx="2117">
                  <c:v>0.1018</c:v>
                </c:pt>
                <c:pt idx="2118">
                  <c:v>0.0133</c:v>
                </c:pt>
                <c:pt idx="2119">
                  <c:v>0.0649</c:v>
                </c:pt>
                <c:pt idx="2120">
                  <c:v>0.0485</c:v>
                </c:pt>
                <c:pt idx="2121">
                  <c:v>0.1058</c:v>
                </c:pt>
                <c:pt idx="2122">
                  <c:v>0.1155</c:v>
                </c:pt>
                <c:pt idx="2123">
                  <c:v>0.0981</c:v>
                </c:pt>
                <c:pt idx="2124">
                  <c:v>0.0931</c:v>
                </c:pt>
                <c:pt idx="2125">
                  <c:v>0.0809</c:v>
                </c:pt>
                <c:pt idx="2126">
                  <c:v>0.0996</c:v>
                </c:pt>
                <c:pt idx="2127">
                  <c:v>0.1349</c:v>
                </c:pt>
                <c:pt idx="2128">
                  <c:v>0.1561</c:v>
                </c:pt>
                <c:pt idx="2129">
                  <c:v>0.207</c:v>
                </c:pt>
                <c:pt idx="2130">
                  <c:v>0.1904</c:v>
                </c:pt>
                <c:pt idx="2131">
                  <c:v>0.13</c:v>
                </c:pt>
                <c:pt idx="2132">
                  <c:v>0.1351</c:v>
                </c:pt>
                <c:pt idx="2133">
                  <c:v>0.1451</c:v>
                </c:pt>
                <c:pt idx="2134">
                  <c:v>0.1226</c:v>
                </c:pt>
                <c:pt idx="2135">
                  <c:v>0.1182</c:v>
                </c:pt>
                <c:pt idx="2136">
                  <c:v>0.1127</c:v>
                </c:pt>
                <c:pt idx="2137">
                  <c:v>0.1289</c:v>
                </c:pt>
                <c:pt idx="2138">
                  <c:v>0.1596</c:v>
                </c:pt>
                <c:pt idx="2139">
                  <c:v>0.1851</c:v>
                </c:pt>
                <c:pt idx="2140">
                  <c:v>0.1296</c:v>
                </c:pt>
                <c:pt idx="2141">
                  <c:v>0.1841</c:v>
                </c:pt>
                <c:pt idx="2142">
                  <c:v>0.2074</c:v>
                </c:pt>
                <c:pt idx="2143">
                  <c:v>0.2172</c:v>
                </c:pt>
                <c:pt idx="2144">
                  <c:v>0.1819</c:v>
                </c:pt>
                <c:pt idx="2145">
                  <c:v>0.1263</c:v>
                </c:pt>
                <c:pt idx="2146">
                  <c:v>0.1348</c:v>
                </c:pt>
                <c:pt idx="2147">
                  <c:v>0.1529</c:v>
                </c:pt>
                <c:pt idx="2148">
                  <c:v>0.1869</c:v>
                </c:pt>
                <c:pt idx="2149">
                  <c:v>0.2014</c:v>
                </c:pt>
                <c:pt idx="2150">
                  <c:v>0.2318</c:v>
                </c:pt>
                <c:pt idx="2151">
                  <c:v>0.2674</c:v>
                </c:pt>
                <c:pt idx="2152">
                  <c:v>0.2669</c:v>
                </c:pt>
                <c:pt idx="2153">
                  <c:v>0.2973</c:v>
                </c:pt>
                <c:pt idx="2154">
                  <c:v>0.3431</c:v>
                </c:pt>
                <c:pt idx="2155">
                  <c:v>0.315</c:v>
                </c:pt>
                <c:pt idx="2156">
                  <c:v>0.3223</c:v>
                </c:pt>
                <c:pt idx="2157">
                  <c:v>0.2683</c:v>
                </c:pt>
                <c:pt idx="2158">
                  <c:v>0.2835</c:v>
                </c:pt>
                <c:pt idx="2159">
                  <c:v>0.2341</c:v>
                </c:pt>
                <c:pt idx="2160">
                  <c:v>0.2436</c:v>
                </c:pt>
                <c:pt idx="2161">
                  <c:v>0.2165</c:v>
                </c:pt>
                <c:pt idx="2162">
                  <c:v>0.2266</c:v>
                </c:pt>
                <c:pt idx="2163">
                  <c:v>0.206</c:v>
                </c:pt>
                <c:pt idx="2164">
                  <c:v>0.2371</c:v>
                </c:pt>
                <c:pt idx="2165">
                  <c:v>0.2548</c:v>
                </c:pt>
                <c:pt idx="2166">
                  <c:v>0.2864</c:v>
                </c:pt>
                <c:pt idx="2167">
                  <c:v>0.2855</c:v>
                </c:pt>
                <c:pt idx="2168">
                  <c:v>0.2894</c:v>
                </c:pt>
                <c:pt idx="2169">
                  <c:v>0.2961</c:v>
                </c:pt>
                <c:pt idx="2170">
                  <c:v>0.2765</c:v>
                </c:pt>
                <c:pt idx="2171">
                  <c:v>0.3052</c:v>
                </c:pt>
                <c:pt idx="2172">
                  <c:v>0.3132</c:v>
                </c:pt>
                <c:pt idx="2173">
                  <c:v>0.3076</c:v>
                </c:pt>
                <c:pt idx="2174">
                  <c:v>0.3079</c:v>
                </c:pt>
                <c:pt idx="2175">
                  <c:v>0.2898</c:v>
                </c:pt>
                <c:pt idx="2176">
                  <c:v>0.2175</c:v>
                </c:pt>
                <c:pt idx="2177">
                  <c:v>0.1993</c:v>
                </c:pt>
                <c:pt idx="2178">
                  <c:v>0.2391</c:v>
                </c:pt>
                <c:pt idx="2179">
                  <c:v>0.2872</c:v>
                </c:pt>
                <c:pt idx="2180">
                  <c:v>0.2648</c:v>
                </c:pt>
                <c:pt idx="2181">
                  <c:v>0.2755</c:v>
                </c:pt>
                <c:pt idx="2182">
                  <c:v>0.286</c:v>
                </c:pt>
                <c:pt idx="2183">
                  <c:v>0.2663</c:v>
                </c:pt>
                <c:pt idx="2184">
                  <c:v>0.2549</c:v>
                </c:pt>
                <c:pt idx="2185">
                  <c:v>0.265</c:v>
                </c:pt>
                <c:pt idx="2186">
                  <c:v>0.2645</c:v>
                </c:pt>
                <c:pt idx="2187">
                  <c:v>0.2383</c:v>
                </c:pt>
                <c:pt idx="2188">
                  <c:v>0.1729</c:v>
                </c:pt>
                <c:pt idx="2189">
                  <c:v>0.1216</c:v>
                </c:pt>
                <c:pt idx="2190">
                  <c:v>0.1407</c:v>
                </c:pt>
                <c:pt idx="2191">
                  <c:v>0.1192</c:v>
                </c:pt>
                <c:pt idx="2192">
                  <c:v>0.2125</c:v>
                </c:pt>
                <c:pt idx="2193">
                  <c:v>0.202</c:v>
                </c:pt>
                <c:pt idx="2194">
                  <c:v>0.1558</c:v>
                </c:pt>
                <c:pt idx="2195">
                  <c:v>0.1387</c:v>
                </c:pt>
                <c:pt idx="2196">
                  <c:v>0.1467</c:v>
                </c:pt>
                <c:pt idx="2197">
                  <c:v>0.1823</c:v>
                </c:pt>
                <c:pt idx="2198">
                  <c:v>0.1821</c:v>
                </c:pt>
                <c:pt idx="2199">
                  <c:v>0.2132</c:v>
                </c:pt>
                <c:pt idx="2200">
                  <c:v>0.1965</c:v>
                </c:pt>
                <c:pt idx="2201">
                  <c:v>0.253</c:v>
                </c:pt>
                <c:pt idx="2202">
                  <c:v>0.2169</c:v>
                </c:pt>
                <c:pt idx="2203">
                  <c:v>0.2235</c:v>
                </c:pt>
                <c:pt idx="2204">
                  <c:v>0.2367</c:v>
                </c:pt>
                <c:pt idx="2205">
                  <c:v>0.2572</c:v>
                </c:pt>
                <c:pt idx="2206">
                  <c:v>0.3143</c:v>
                </c:pt>
                <c:pt idx="2207">
                  <c:v>0.2756</c:v>
                </c:pt>
                <c:pt idx="2208">
                  <c:v>0.2701</c:v>
                </c:pt>
                <c:pt idx="2209">
                  <c:v>0.2733</c:v>
                </c:pt>
                <c:pt idx="2210">
                  <c:v>0.3249</c:v>
                </c:pt>
                <c:pt idx="2211">
                  <c:v>0.3561</c:v>
                </c:pt>
                <c:pt idx="2212">
                  <c:v>0.3529</c:v>
                </c:pt>
                <c:pt idx="2213">
                  <c:v>0.3665</c:v>
                </c:pt>
                <c:pt idx="2214">
                  <c:v>0.3345</c:v>
                </c:pt>
                <c:pt idx="2215">
                  <c:v>0.3752</c:v>
                </c:pt>
                <c:pt idx="2216">
                  <c:v>0.3718</c:v>
                </c:pt>
                <c:pt idx="2217">
                  <c:v>0.4123</c:v>
                </c:pt>
                <c:pt idx="2218">
                  <c:v>0.4141</c:v>
                </c:pt>
                <c:pt idx="2219">
                  <c:v>0.4274</c:v>
                </c:pt>
                <c:pt idx="2220">
                  <c:v>0.3904</c:v>
                </c:pt>
                <c:pt idx="2221">
                  <c:v>0.4362</c:v>
                </c:pt>
                <c:pt idx="2222">
                  <c:v>0.3808</c:v>
                </c:pt>
                <c:pt idx="2223">
                  <c:v>0.3704</c:v>
                </c:pt>
                <c:pt idx="2224">
                  <c:v>0.3958</c:v>
                </c:pt>
                <c:pt idx="2225">
                  <c:v>0.3985</c:v>
                </c:pt>
                <c:pt idx="2226">
                  <c:v>0.3643</c:v>
                </c:pt>
                <c:pt idx="2227">
                  <c:v>0.4451</c:v>
                </c:pt>
                <c:pt idx="2228">
                  <c:v>0.4746</c:v>
                </c:pt>
                <c:pt idx="2229">
                  <c:v>0.4906</c:v>
                </c:pt>
                <c:pt idx="2230">
                  <c:v>0.454</c:v>
                </c:pt>
                <c:pt idx="2231">
                  <c:v>0.4698</c:v>
                </c:pt>
                <c:pt idx="2232">
                  <c:v>0.5041</c:v>
                </c:pt>
                <c:pt idx="2233">
                  <c:v>0.537</c:v>
                </c:pt>
                <c:pt idx="2234">
                  <c:v>0.5089</c:v>
                </c:pt>
                <c:pt idx="2235">
                  <c:v>0.4602</c:v>
                </c:pt>
                <c:pt idx="2236">
                  <c:v>0.4862</c:v>
                </c:pt>
                <c:pt idx="2237">
                  <c:v>0.4821</c:v>
                </c:pt>
                <c:pt idx="2238">
                  <c:v>0.4774</c:v>
                </c:pt>
                <c:pt idx="2239">
                  <c:v>0.457</c:v>
                </c:pt>
                <c:pt idx="2240">
                  <c:v>0.438</c:v>
                </c:pt>
                <c:pt idx="2241">
                  <c:v>0.3875</c:v>
                </c:pt>
                <c:pt idx="2242">
                  <c:v>0.3285</c:v>
                </c:pt>
                <c:pt idx="2243">
                  <c:v>0.3391</c:v>
                </c:pt>
                <c:pt idx="2244">
                  <c:v>0.3647</c:v>
                </c:pt>
                <c:pt idx="2245">
                  <c:v>0.3812</c:v>
                </c:pt>
                <c:pt idx="2246">
                  <c:v>0.3615</c:v>
                </c:pt>
                <c:pt idx="2247">
                  <c:v>0.3813</c:v>
                </c:pt>
                <c:pt idx="2248">
                  <c:v>0.3589</c:v>
                </c:pt>
                <c:pt idx="2249">
                  <c:v>0.363</c:v>
                </c:pt>
                <c:pt idx="2250">
                  <c:v>0.3004</c:v>
                </c:pt>
                <c:pt idx="2251">
                  <c:v>0.3826</c:v>
                </c:pt>
                <c:pt idx="2252">
                  <c:v>0.3773</c:v>
                </c:pt>
                <c:pt idx="2253">
                  <c:v>0.3706</c:v>
                </c:pt>
                <c:pt idx="2254">
                  <c:v>0.3752</c:v>
                </c:pt>
                <c:pt idx="2255">
                  <c:v>0.3608</c:v>
                </c:pt>
                <c:pt idx="2256">
                  <c:v>0.3319</c:v>
                </c:pt>
                <c:pt idx="2257">
                  <c:v>0.3695</c:v>
                </c:pt>
                <c:pt idx="2258">
                  <c:v>0.343</c:v>
                </c:pt>
                <c:pt idx="2259">
                  <c:v>0.3752</c:v>
                </c:pt>
                <c:pt idx="2260">
                  <c:v>0.3635</c:v>
                </c:pt>
                <c:pt idx="2261">
                  <c:v>0.3762</c:v>
                </c:pt>
                <c:pt idx="2262">
                  <c:v>0.4109</c:v>
                </c:pt>
                <c:pt idx="2263">
                  <c:v>0.4096</c:v>
                </c:pt>
                <c:pt idx="2264">
                  <c:v>0.4246</c:v>
                </c:pt>
                <c:pt idx="2265">
                  <c:v>0.4159</c:v>
                </c:pt>
                <c:pt idx="2266">
                  <c:v>0.446</c:v>
                </c:pt>
                <c:pt idx="2267">
                  <c:v>0.441</c:v>
                </c:pt>
                <c:pt idx="2268">
                  <c:v>0.428</c:v>
                </c:pt>
                <c:pt idx="2269">
                  <c:v>0.4266</c:v>
                </c:pt>
                <c:pt idx="2270">
                  <c:v>0.4423</c:v>
                </c:pt>
                <c:pt idx="2271">
                  <c:v>0.5355</c:v>
                </c:pt>
                <c:pt idx="2272">
                  <c:v>0.5351</c:v>
                </c:pt>
                <c:pt idx="2273">
                  <c:v>0.5132</c:v>
                </c:pt>
                <c:pt idx="2274">
                  <c:v>0.5584</c:v>
                </c:pt>
                <c:pt idx="2275">
                  <c:v>0.5875</c:v>
                </c:pt>
                <c:pt idx="2276">
                  <c:v>0.5816</c:v>
                </c:pt>
                <c:pt idx="2277">
                  <c:v>0.5415</c:v>
                </c:pt>
                <c:pt idx="2278">
                  <c:v>0.4866</c:v>
                </c:pt>
                <c:pt idx="2279">
                  <c:v>0.5012</c:v>
                </c:pt>
                <c:pt idx="2280">
                  <c:v>0.451</c:v>
                </c:pt>
                <c:pt idx="2281">
                  <c:v>0.4185</c:v>
                </c:pt>
                <c:pt idx="2282">
                  <c:v>0.4447</c:v>
                </c:pt>
                <c:pt idx="2283">
                  <c:v>0.4281</c:v>
                </c:pt>
                <c:pt idx="2284">
                  <c:v>0.4633</c:v>
                </c:pt>
                <c:pt idx="2285">
                  <c:v>0.4554</c:v>
                </c:pt>
                <c:pt idx="2286">
                  <c:v>0.4734</c:v>
                </c:pt>
                <c:pt idx="2287">
                  <c:v>0.4465</c:v>
                </c:pt>
                <c:pt idx="2288">
                  <c:v>0.4376</c:v>
                </c:pt>
                <c:pt idx="2289">
                  <c:v>0.4277</c:v>
                </c:pt>
                <c:pt idx="2290">
                  <c:v>0.4092</c:v>
                </c:pt>
                <c:pt idx="2291">
                  <c:v>0.3721</c:v>
                </c:pt>
                <c:pt idx="2292">
                  <c:v>0.4214</c:v>
                </c:pt>
                <c:pt idx="2293">
                  <c:v>0.4125</c:v>
                </c:pt>
                <c:pt idx="2294">
                  <c:v>0.4247</c:v>
                </c:pt>
                <c:pt idx="2295">
                  <c:v>0.4484</c:v>
                </c:pt>
                <c:pt idx="2296">
                  <c:v>0.4945</c:v>
                </c:pt>
                <c:pt idx="2297">
                  <c:v>0.5182</c:v>
                </c:pt>
                <c:pt idx="2298">
                  <c:v>0.5391</c:v>
                </c:pt>
                <c:pt idx="2299">
                  <c:v>0.5405</c:v>
                </c:pt>
                <c:pt idx="2300">
                  <c:v>0.5468</c:v>
                </c:pt>
                <c:pt idx="2301">
                  <c:v>0.5635</c:v>
                </c:pt>
                <c:pt idx="2302">
                  <c:v>0.5136</c:v>
                </c:pt>
                <c:pt idx="2303">
                  <c:v>0.5773</c:v>
                </c:pt>
                <c:pt idx="2304">
                  <c:v>0.5992</c:v>
                </c:pt>
                <c:pt idx="2305">
                  <c:v>0.5753</c:v>
                </c:pt>
                <c:pt idx="2306">
                  <c:v>0.6139</c:v>
                </c:pt>
                <c:pt idx="2307">
                  <c:v>0.5912</c:v>
                </c:pt>
                <c:pt idx="2308">
                  <c:v>0.6071</c:v>
                </c:pt>
                <c:pt idx="2309">
                  <c:v>0.6031</c:v>
                </c:pt>
                <c:pt idx="2310">
                  <c:v>0.5181</c:v>
                </c:pt>
                <c:pt idx="2311">
                  <c:v>0.5175</c:v>
                </c:pt>
                <c:pt idx="2312">
                  <c:v>0.5238</c:v>
                </c:pt>
                <c:pt idx="2313">
                  <c:v>0.5446</c:v>
                </c:pt>
                <c:pt idx="2314">
                  <c:v>0.5766</c:v>
                </c:pt>
                <c:pt idx="2315">
                  <c:v>0.5152</c:v>
                </c:pt>
                <c:pt idx="2316">
                  <c:v>0.6111</c:v>
                </c:pt>
                <c:pt idx="2317">
                  <c:v>0.6476</c:v>
                </c:pt>
                <c:pt idx="2318">
                  <c:v>0.6231</c:v>
                </c:pt>
                <c:pt idx="2319">
                  <c:v>0.6305</c:v>
                </c:pt>
                <c:pt idx="2320">
                  <c:v>0.5898</c:v>
                </c:pt>
                <c:pt idx="2321">
                  <c:v>0.5614</c:v>
                </c:pt>
                <c:pt idx="2322">
                  <c:v>0.5571</c:v>
                </c:pt>
                <c:pt idx="2323">
                  <c:v>0.5429</c:v>
                </c:pt>
                <c:pt idx="2324">
                  <c:v>0.5134</c:v>
                </c:pt>
                <c:pt idx="2325">
                  <c:v>0.4721</c:v>
                </c:pt>
                <c:pt idx="2326">
                  <c:v>0.4213</c:v>
                </c:pt>
                <c:pt idx="2327">
                  <c:v>0.4583</c:v>
                </c:pt>
                <c:pt idx="2328">
                  <c:v>0.4075</c:v>
                </c:pt>
                <c:pt idx="2329">
                  <c:v>0.4516</c:v>
                </c:pt>
                <c:pt idx="2330">
                  <c:v>0.4722</c:v>
                </c:pt>
                <c:pt idx="2331">
                  <c:v>0.4937</c:v>
                </c:pt>
                <c:pt idx="2332">
                  <c:v>0.5026</c:v>
                </c:pt>
                <c:pt idx="2333">
                  <c:v>0.5059</c:v>
                </c:pt>
                <c:pt idx="2334">
                  <c:v>0.5392</c:v>
                </c:pt>
                <c:pt idx="2335">
                  <c:v>0.5639</c:v>
                </c:pt>
                <c:pt idx="2336">
                  <c:v>0.5772</c:v>
                </c:pt>
                <c:pt idx="2337">
                  <c:v>0.5456</c:v>
                </c:pt>
                <c:pt idx="2338">
                  <c:v>0.5019</c:v>
                </c:pt>
                <c:pt idx="2339">
                  <c:v>0.545</c:v>
                </c:pt>
                <c:pt idx="2340">
                  <c:v>0.5148</c:v>
                </c:pt>
                <c:pt idx="2341">
                  <c:v>0.5299</c:v>
                </c:pt>
                <c:pt idx="2342">
                  <c:v>0.5587</c:v>
                </c:pt>
                <c:pt idx="2343">
                  <c:v>0.5955</c:v>
                </c:pt>
                <c:pt idx="2344">
                  <c:v>0.6164</c:v>
                </c:pt>
                <c:pt idx="2345">
                  <c:v>0.5458</c:v>
                </c:pt>
                <c:pt idx="2346">
                  <c:v>0.536</c:v>
                </c:pt>
                <c:pt idx="2347">
                  <c:v>0.5588</c:v>
                </c:pt>
                <c:pt idx="2348">
                  <c:v>0.523</c:v>
                </c:pt>
                <c:pt idx="2349">
                  <c:v>0.5354</c:v>
                </c:pt>
                <c:pt idx="2350">
                  <c:v>0.5397</c:v>
                </c:pt>
                <c:pt idx="2351">
                  <c:v>0.5046</c:v>
                </c:pt>
                <c:pt idx="2352">
                  <c:v>0.4434</c:v>
                </c:pt>
                <c:pt idx="2353">
                  <c:v>0.4873</c:v>
                </c:pt>
                <c:pt idx="2354">
                  <c:v>0.471</c:v>
                </c:pt>
                <c:pt idx="2355">
                  <c:v>0.4374</c:v>
                </c:pt>
                <c:pt idx="2356">
                  <c:v>0.3563</c:v>
                </c:pt>
                <c:pt idx="2357">
                  <c:v>0.4104</c:v>
                </c:pt>
                <c:pt idx="2358">
                  <c:v>0.4023</c:v>
                </c:pt>
                <c:pt idx="2359">
                  <c:v>0.3824</c:v>
                </c:pt>
                <c:pt idx="2360">
                  <c:v>0.3922</c:v>
                </c:pt>
                <c:pt idx="2361">
                  <c:v>0.4227</c:v>
                </c:pt>
                <c:pt idx="2362">
                  <c:v>0.3997</c:v>
                </c:pt>
                <c:pt idx="2363">
                  <c:v>0.4462</c:v>
                </c:pt>
                <c:pt idx="2364">
                  <c:v>0.4064</c:v>
                </c:pt>
                <c:pt idx="2365">
                  <c:v>0.4819</c:v>
                </c:pt>
                <c:pt idx="2366">
                  <c:v>0.4956</c:v>
                </c:pt>
                <c:pt idx="2367">
                  <c:v>0.4588</c:v>
                </c:pt>
                <c:pt idx="2368">
                  <c:v>0.4569</c:v>
                </c:pt>
                <c:pt idx="2369">
                  <c:v>0.498</c:v>
                </c:pt>
                <c:pt idx="2370">
                  <c:v>0.5649</c:v>
                </c:pt>
                <c:pt idx="2371">
                  <c:v>0.6699</c:v>
                </c:pt>
                <c:pt idx="2372">
                  <c:v>0.6534</c:v>
                </c:pt>
                <c:pt idx="2373">
                  <c:v>0.6545</c:v>
                </c:pt>
                <c:pt idx="2374">
                  <c:v>0.67</c:v>
                </c:pt>
                <c:pt idx="2375">
                  <c:v>0.6849</c:v>
                </c:pt>
                <c:pt idx="2376">
                  <c:v>0.6678</c:v>
                </c:pt>
                <c:pt idx="2377">
                  <c:v>0.6486</c:v>
                </c:pt>
                <c:pt idx="2378">
                  <c:v>0.6854</c:v>
                </c:pt>
                <c:pt idx="2379">
                  <c:v>0.64</c:v>
                </c:pt>
                <c:pt idx="2380">
                  <c:v>0.6077</c:v>
                </c:pt>
                <c:pt idx="2381">
                  <c:v>0.5528</c:v>
                </c:pt>
                <c:pt idx="2382">
                  <c:v>0.552</c:v>
                </c:pt>
                <c:pt idx="2383">
                  <c:v>0.5792</c:v>
                </c:pt>
                <c:pt idx="2384">
                  <c:v>0.5327</c:v>
                </c:pt>
                <c:pt idx="2385">
                  <c:v>0.4613</c:v>
                </c:pt>
                <c:pt idx="2386">
                  <c:v>0.4834</c:v>
                </c:pt>
                <c:pt idx="2387">
                  <c:v>0.4705</c:v>
                </c:pt>
                <c:pt idx="2388">
                  <c:v>0.4692</c:v>
                </c:pt>
                <c:pt idx="2389">
                  <c:v>0.5397</c:v>
                </c:pt>
                <c:pt idx="2390">
                  <c:v>0.4676</c:v>
                </c:pt>
                <c:pt idx="2391">
                  <c:v>0.3444</c:v>
                </c:pt>
                <c:pt idx="2392">
                  <c:v>0.3845</c:v>
                </c:pt>
                <c:pt idx="2393">
                  <c:v>0.4637</c:v>
                </c:pt>
                <c:pt idx="2394">
                  <c:v>0.4659</c:v>
                </c:pt>
                <c:pt idx="2395">
                  <c:v>0.4701</c:v>
                </c:pt>
                <c:pt idx="2396">
                  <c:v>0.4517</c:v>
                </c:pt>
                <c:pt idx="2397">
                  <c:v>0.4701</c:v>
                </c:pt>
                <c:pt idx="2398">
                  <c:v>0.5474</c:v>
                </c:pt>
                <c:pt idx="2399">
                  <c:v>0.5091</c:v>
                </c:pt>
                <c:pt idx="2400">
                  <c:v>0.4238</c:v>
                </c:pt>
                <c:pt idx="2401">
                  <c:v>0.424</c:v>
                </c:pt>
                <c:pt idx="2402">
                  <c:v>0.4882</c:v>
                </c:pt>
                <c:pt idx="2403">
                  <c:v>0.4472</c:v>
                </c:pt>
                <c:pt idx="2404">
                  <c:v>0.4568</c:v>
                </c:pt>
                <c:pt idx="2405">
                  <c:v>0.3288</c:v>
                </c:pt>
                <c:pt idx="2406">
                  <c:v>0.1299</c:v>
                </c:pt>
                <c:pt idx="2407">
                  <c:v>0.1149</c:v>
                </c:pt>
                <c:pt idx="2408">
                  <c:v>0.0768</c:v>
                </c:pt>
                <c:pt idx="2409">
                  <c:v>0.134</c:v>
                </c:pt>
                <c:pt idx="2410">
                  <c:v>0.1375</c:v>
                </c:pt>
                <c:pt idx="2411">
                  <c:v>0.1687</c:v>
                </c:pt>
                <c:pt idx="2412">
                  <c:v>0.1607</c:v>
                </c:pt>
                <c:pt idx="2413">
                  <c:v>0.1998</c:v>
                </c:pt>
                <c:pt idx="2414">
                  <c:v>0.1892</c:v>
                </c:pt>
                <c:pt idx="2415">
                  <c:v>0.1216</c:v>
                </c:pt>
                <c:pt idx="2416">
                  <c:v>0.1008</c:v>
                </c:pt>
                <c:pt idx="2417">
                  <c:v>0.1281</c:v>
                </c:pt>
                <c:pt idx="2418">
                  <c:v>0.1138</c:v>
                </c:pt>
                <c:pt idx="2419">
                  <c:v>0.1202</c:v>
                </c:pt>
                <c:pt idx="2420">
                  <c:v>0.1215</c:v>
                </c:pt>
                <c:pt idx="2421">
                  <c:v>0.1012</c:v>
                </c:pt>
                <c:pt idx="2422">
                  <c:v>0.0887</c:v>
                </c:pt>
                <c:pt idx="2423">
                  <c:v>0.0963</c:v>
                </c:pt>
                <c:pt idx="2424">
                  <c:v>0.0368</c:v>
                </c:pt>
                <c:pt idx="2425">
                  <c:v>0.0515</c:v>
                </c:pt>
                <c:pt idx="2426">
                  <c:v>0.0321</c:v>
                </c:pt>
                <c:pt idx="2427">
                  <c:v>-0.0384</c:v>
                </c:pt>
                <c:pt idx="2428">
                  <c:v>-0.0225</c:v>
                </c:pt>
                <c:pt idx="2429">
                  <c:v>0.0056</c:v>
                </c:pt>
                <c:pt idx="2430">
                  <c:v>-0.0225</c:v>
                </c:pt>
                <c:pt idx="2431">
                  <c:v>-0.041</c:v>
                </c:pt>
                <c:pt idx="2432">
                  <c:v>-0.1192</c:v>
                </c:pt>
                <c:pt idx="2433">
                  <c:v>-0.1434</c:v>
                </c:pt>
                <c:pt idx="2434">
                  <c:v>-0.1426</c:v>
                </c:pt>
                <c:pt idx="2435">
                  <c:v>-0.1288</c:v>
                </c:pt>
                <c:pt idx="2436">
                  <c:v>-0.1487</c:v>
                </c:pt>
                <c:pt idx="2437">
                  <c:v>-0.0905</c:v>
                </c:pt>
                <c:pt idx="2438">
                  <c:v>-0.0595</c:v>
                </c:pt>
                <c:pt idx="2439">
                  <c:v>-0.0937</c:v>
                </c:pt>
                <c:pt idx="2440">
                  <c:v>-0.0609</c:v>
                </c:pt>
                <c:pt idx="2441">
                  <c:v>-0.0771</c:v>
                </c:pt>
                <c:pt idx="2442">
                  <c:v>-0.0554</c:v>
                </c:pt>
                <c:pt idx="2443">
                  <c:v>-0.0666</c:v>
                </c:pt>
                <c:pt idx="2444">
                  <c:v>-0.0316</c:v>
                </c:pt>
                <c:pt idx="2445">
                  <c:v>-0.0671</c:v>
                </c:pt>
                <c:pt idx="2446">
                  <c:v>-0.0346</c:v>
                </c:pt>
                <c:pt idx="2447">
                  <c:v>-0.0961</c:v>
                </c:pt>
                <c:pt idx="2448">
                  <c:v>-0.0985</c:v>
                </c:pt>
                <c:pt idx="2449">
                  <c:v>-0.1426</c:v>
                </c:pt>
                <c:pt idx="2450">
                  <c:v>-0.2134</c:v>
                </c:pt>
                <c:pt idx="2451">
                  <c:v>-0.201</c:v>
                </c:pt>
                <c:pt idx="2452">
                  <c:v>-0.1863</c:v>
                </c:pt>
                <c:pt idx="2453">
                  <c:v>-0.1822</c:v>
                </c:pt>
                <c:pt idx="2454">
                  <c:v>-0.2047</c:v>
                </c:pt>
                <c:pt idx="2455">
                  <c:v>-0.2149</c:v>
                </c:pt>
                <c:pt idx="2456">
                  <c:v>-0.1993</c:v>
                </c:pt>
                <c:pt idx="2457">
                  <c:v>-0.1939</c:v>
                </c:pt>
                <c:pt idx="2458">
                  <c:v>-0.1408</c:v>
                </c:pt>
                <c:pt idx="2459">
                  <c:v>-0.1453</c:v>
                </c:pt>
                <c:pt idx="2460">
                  <c:v>-0.1437</c:v>
                </c:pt>
                <c:pt idx="2461">
                  <c:v>-0.1726</c:v>
                </c:pt>
                <c:pt idx="2462">
                  <c:v>-0.1658</c:v>
                </c:pt>
                <c:pt idx="2463">
                  <c:v>-0.1181</c:v>
                </c:pt>
                <c:pt idx="2464">
                  <c:v>-0.1352</c:v>
                </c:pt>
                <c:pt idx="2465">
                  <c:v>-0.0988</c:v>
                </c:pt>
                <c:pt idx="2466">
                  <c:v>-0.0952</c:v>
                </c:pt>
                <c:pt idx="2467">
                  <c:v>-0.1162</c:v>
                </c:pt>
                <c:pt idx="2468">
                  <c:v>-0.1819</c:v>
                </c:pt>
                <c:pt idx="2469">
                  <c:v>-0.1541</c:v>
                </c:pt>
                <c:pt idx="2470">
                  <c:v>-0.1969</c:v>
                </c:pt>
                <c:pt idx="2471">
                  <c:v>-0.1638</c:v>
                </c:pt>
                <c:pt idx="2472">
                  <c:v>-0.1015</c:v>
                </c:pt>
                <c:pt idx="2473">
                  <c:v>-0.0939</c:v>
                </c:pt>
                <c:pt idx="2474">
                  <c:v>-0.1066</c:v>
                </c:pt>
                <c:pt idx="2475">
                  <c:v>-0.0825</c:v>
                </c:pt>
                <c:pt idx="2476">
                  <c:v>-0.0529</c:v>
                </c:pt>
                <c:pt idx="2477">
                  <c:v>-0.0647</c:v>
                </c:pt>
                <c:pt idx="2478">
                  <c:v>-0.1141</c:v>
                </c:pt>
                <c:pt idx="2479">
                  <c:v>-0.234</c:v>
                </c:pt>
                <c:pt idx="2480">
                  <c:v>-0.2671</c:v>
                </c:pt>
                <c:pt idx="2481">
                  <c:v>-0.1902</c:v>
                </c:pt>
                <c:pt idx="2482">
                  <c:v>-0.1655</c:v>
                </c:pt>
                <c:pt idx="2483">
                  <c:v>-0.1508</c:v>
                </c:pt>
                <c:pt idx="2484">
                  <c:v>-0.171</c:v>
                </c:pt>
                <c:pt idx="2485">
                  <c:v>-0.1227</c:v>
                </c:pt>
                <c:pt idx="2486">
                  <c:v>-0.1172</c:v>
                </c:pt>
                <c:pt idx="2487">
                  <c:v>-0.0996</c:v>
                </c:pt>
                <c:pt idx="2488">
                  <c:v>-0.1176</c:v>
                </c:pt>
                <c:pt idx="2489">
                  <c:v>-0.0899</c:v>
                </c:pt>
                <c:pt idx="2490">
                  <c:v>-0.1312</c:v>
                </c:pt>
                <c:pt idx="2491">
                  <c:v>-0.0852</c:v>
                </c:pt>
                <c:pt idx="2492">
                  <c:v>-0.156</c:v>
                </c:pt>
                <c:pt idx="2493">
                  <c:v>-0.2186</c:v>
                </c:pt>
                <c:pt idx="2494">
                  <c:v>-0.1482</c:v>
                </c:pt>
                <c:pt idx="2495">
                  <c:v>-0.1486</c:v>
                </c:pt>
                <c:pt idx="2496">
                  <c:v>-0.091</c:v>
                </c:pt>
                <c:pt idx="2497">
                  <c:v>-0.0465</c:v>
                </c:pt>
                <c:pt idx="2498">
                  <c:v>-0.0343</c:v>
                </c:pt>
                <c:pt idx="2499">
                  <c:v>0.0089</c:v>
                </c:pt>
                <c:pt idx="2500">
                  <c:v>0.013</c:v>
                </c:pt>
                <c:pt idx="2501">
                  <c:v>0.0236</c:v>
                </c:pt>
                <c:pt idx="2502">
                  <c:v>-0.0059</c:v>
                </c:pt>
                <c:pt idx="2503">
                  <c:v>0.0949</c:v>
                </c:pt>
                <c:pt idx="2504">
                  <c:v>0.2492</c:v>
                </c:pt>
                <c:pt idx="2505">
                  <c:v>0.1959</c:v>
                </c:pt>
                <c:pt idx="2506">
                  <c:v>0.182</c:v>
                </c:pt>
                <c:pt idx="2507">
                  <c:v>0.1692</c:v>
                </c:pt>
                <c:pt idx="2508">
                  <c:v>0.0933</c:v>
                </c:pt>
                <c:pt idx="2509">
                  <c:v>0.0401</c:v>
                </c:pt>
                <c:pt idx="2510">
                  <c:v>0.0167</c:v>
                </c:pt>
                <c:pt idx="2511">
                  <c:v>0.0321</c:v>
                </c:pt>
                <c:pt idx="2512">
                  <c:v>0.0591</c:v>
                </c:pt>
                <c:pt idx="2513">
                  <c:v>0.1012</c:v>
                </c:pt>
                <c:pt idx="2514">
                  <c:v>0.1542</c:v>
                </c:pt>
                <c:pt idx="2515">
                  <c:v>0.181</c:v>
                </c:pt>
                <c:pt idx="2516">
                  <c:v>0.2112</c:v>
                </c:pt>
                <c:pt idx="2517">
                  <c:v>0.1983</c:v>
                </c:pt>
                <c:pt idx="2518">
                  <c:v>0.175</c:v>
                </c:pt>
                <c:pt idx="2519">
                  <c:v>0.185</c:v>
                </c:pt>
                <c:pt idx="2520">
                  <c:v>0.2157</c:v>
                </c:pt>
                <c:pt idx="2521">
                  <c:v>0.2654</c:v>
                </c:pt>
                <c:pt idx="2522">
                  <c:v>0.2447</c:v>
                </c:pt>
                <c:pt idx="2523">
                  <c:v>0.2437</c:v>
                </c:pt>
                <c:pt idx="2524">
                  <c:v>0.2684</c:v>
                </c:pt>
                <c:pt idx="2525">
                  <c:v>0.2828</c:v>
                </c:pt>
                <c:pt idx="2526">
                  <c:v>0.2809</c:v>
                </c:pt>
                <c:pt idx="2527">
                  <c:v>0.2738</c:v>
                </c:pt>
                <c:pt idx="2528">
                  <c:v>0.2881</c:v>
                </c:pt>
                <c:pt idx="2529">
                  <c:v>0.3198</c:v>
                </c:pt>
                <c:pt idx="2530">
                  <c:v>0.3179</c:v>
                </c:pt>
                <c:pt idx="2531">
                  <c:v>0.272</c:v>
                </c:pt>
                <c:pt idx="2532">
                  <c:v>0.2643</c:v>
                </c:pt>
                <c:pt idx="2533">
                  <c:v>0.2341</c:v>
                </c:pt>
                <c:pt idx="2534">
                  <c:v>0.2908</c:v>
                </c:pt>
                <c:pt idx="2535">
                  <c:v>0.2954</c:v>
                </c:pt>
                <c:pt idx="2536">
                  <c:v>0.3378</c:v>
                </c:pt>
                <c:pt idx="2537">
                  <c:v>0.3486</c:v>
                </c:pt>
                <c:pt idx="2538">
                  <c:v>0.3885</c:v>
                </c:pt>
                <c:pt idx="2539">
                  <c:v>0.3478</c:v>
                </c:pt>
                <c:pt idx="2540">
                  <c:v>0.3746</c:v>
                </c:pt>
                <c:pt idx="2541">
                  <c:v>0.3803</c:v>
                </c:pt>
                <c:pt idx="2542">
                  <c:v>0.4524</c:v>
                </c:pt>
                <c:pt idx="2543">
                  <c:v>0.4151</c:v>
                </c:pt>
                <c:pt idx="2544">
                  <c:v>0.4044</c:v>
                </c:pt>
                <c:pt idx="2545">
                  <c:v>0.3726</c:v>
                </c:pt>
                <c:pt idx="2546">
                  <c:v>0.4166</c:v>
                </c:pt>
                <c:pt idx="2547">
                  <c:v>0.3885</c:v>
                </c:pt>
                <c:pt idx="2548">
                  <c:v>0.3633</c:v>
                </c:pt>
                <c:pt idx="2549">
                  <c:v>0.3955</c:v>
                </c:pt>
                <c:pt idx="2550">
                  <c:v>0.3756</c:v>
                </c:pt>
                <c:pt idx="2551">
                  <c:v>0.3549</c:v>
                </c:pt>
                <c:pt idx="2552">
                  <c:v>0.3489</c:v>
                </c:pt>
                <c:pt idx="2553">
                  <c:v>0.3482</c:v>
                </c:pt>
                <c:pt idx="2554">
                  <c:v>0.3745</c:v>
                </c:pt>
                <c:pt idx="2555">
                  <c:v>0.3348</c:v>
                </c:pt>
                <c:pt idx="2556">
                  <c:v>0.3457</c:v>
                </c:pt>
                <c:pt idx="2557">
                  <c:v>0.2839</c:v>
                </c:pt>
                <c:pt idx="2558">
                  <c:v>0.2848</c:v>
                </c:pt>
                <c:pt idx="2559">
                  <c:v>0.2859</c:v>
                </c:pt>
                <c:pt idx="2560">
                  <c:v>0.3405</c:v>
                </c:pt>
                <c:pt idx="2561">
                  <c:v>0.3377</c:v>
                </c:pt>
                <c:pt idx="2562">
                  <c:v>0.3674</c:v>
                </c:pt>
                <c:pt idx="2563">
                  <c:v>0.3557</c:v>
                </c:pt>
                <c:pt idx="2564">
                  <c:v>0.3762</c:v>
                </c:pt>
                <c:pt idx="2565">
                  <c:v>0.4288</c:v>
                </c:pt>
                <c:pt idx="2566">
                  <c:v>0.4149</c:v>
                </c:pt>
                <c:pt idx="2567">
                  <c:v>0.4537</c:v>
                </c:pt>
                <c:pt idx="2568">
                  <c:v>0.4741</c:v>
                </c:pt>
                <c:pt idx="2569">
                  <c:v>0.4742</c:v>
                </c:pt>
                <c:pt idx="2570">
                  <c:v>0.4593</c:v>
                </c:pt>
                <c:pt idx="2571">
                  <c:v>0.4876</c:v>
                </c:pt>
                <c:pt idx="2572">
                  <c:v>0.4684</c:v>
                </c:pt>
                <c:pt idx="2573">
                  <c:v>0.4465</c:v>
                </c:pt>
                <c:pt idx="2574">
                  <c:v>0.4976</c:v>
                </c:pt>
                <c:pt idx="2575">
                  <c:v>0.492</c:v>
                </c:pt>
                <c:pt idx="2576">
                  <c:v>0.489</c:v>
                </c:pt>
                <c:pt idx="2577">
                  <c:v>0.4548</c:v>
                </c:pt>
                <c:pt idx="2578">
                  <c:v>0.4667</c:v>
                </c:pt>
                <c:pt idx="2579">
                  <c:v>0.4349</c:v>
                </c:pt>
                <c:pt idx="2580">
                  <c:v>0.3489</c:v>
                </c:pt>
                <c:pt idx="2581">
                  <c:v>0.3081</c:v>
                </c:pt>
                <c:pt idx="2582">
                  <c:v>0.3655</c:v>
                </c:pt>
                <c:pt idx="2583">
                  <c:v>0.3587</c:v>
                </c:pt>
                <c:pt idx="2584">
                  <c:v>0.3318</c:v>
                </c:pt>
                <c:pt idx="2585">
                  <c:v>0.3227</c:v>
                </c:pt>
                <c:pt idx="2586">
                  <c:v>0.2965</c:v>
                </c:pt>
                <c:pt idx="2587">
                  <c:v>0.2151</c:v>
                </c:pt>
                <c:pt idx="2588">
                  <c:v>0.2667</c:v>
                </c:pt>
                <c:pt idx="2589">
                  <c:v>0.26</c:v>
                </c:pt>
                <c:pt idx="2590">
                  <c:v>0.2686</c:v>
                </c:pt>
                <c:pt idx="2591">
                  <c:v>0.2506</c:v>
                </c:pt>
                <c:pt idx="2592">
                  <c:v>0.2717</c:v>
                </c:pt>
                <c:pt idx="2593">
                  <c:v>0.2688</c:v>
                </c:pt>
                <c:pt idx="2594">
                  <c:v>0.3269</c:v>
                </c:pt>
                <c:pt idx="2595">
                  <c:v>0.4255</c:v>
                </c:pt>
                <c:pt idx="2596">
                  <c:v>0.3675</c:v>
                </c:pt>
                <c:pt idx="2597">
                  <c:v>0.3716</c:v>
                </c:pt>
                <c:pt idx="2598">
                  <c:v>0.3436</c:v>
                </c:pt>
                <c:pt idx="2599">
                  <c:v>0.2291</c:v>
                </c:pt>
                <c:pt idx="2600">
                  <c:v>0.2764</c:v>
                </c:pt>
                <c:pt idx="2601">
                  <c:v>0.2878</c:v>
                </c:pt>
                <c:pt idx="2602">
                  <c:v>0.3197</c:v>
                </c:pt>
                <c:pt idx="2603">
                  <c:v>0.4115</c:v>
                </c:pt>
                <c:pt idx="2604">
                  <c:v>0.5015</c:v>
                </c:pt>
                <c:pt idx="2605">
                  <c:v>0.5669</c:v>
                </c:pt>
                <c:pt idx="2606">
                  <c:v>0.5591</c:v>
                </c:pt>
                <c:pt idx="2607">
                  <c:v>0.5703</c:v>
                </c:pt>
                <c:pt idx="2608">
                  <c:v>0.6199</c:v>
                </c:pt>
                <c:pt idx="2609">
                  <c:v>0.7871</c:v>
                </c:pt>
                <c:pt idx="2610">
                  <c:v>0.8028</c:v>
                </c:pt>
                <c:pt idx="2611">
                  <c:v>0.7972</c:v>
                </c:pt>
                <c:pt idx="2612">
                  <c:v>0.8093</c:v>
                </c:pt>
                <c:pt idx="2613">
                  <c:v>0.8585</c:v>
                </c:pt>
                <c:pt idx="2614">
                  <c:v>0.8565</c:v>
                </c:pt>
                <c:pt idx="2615">
                  <c:v>0.7938</c:v>
                </c:pt>
                <c:pt idx="2616">
                  <c:v>0.8358</c:v>
                </c:pt>
                <c:pt idx="2617">
                  <c:v>0.8471</c:v>
                </c:pt>
                <c:pt idx="2618">
                  <c:v>0.8422</c:v>
                </c:pt>
                <c:pt idx="2619">
                  <c:v>0.857</c:v>
                </c:pt>
                <c:pt idx="2620">
                  <c:v>0.835</c:v>
                </c:pt>
                <c:pt idx="2621">
                  <c:v>0.8261</c:v>
                </c:pt>
                <c:pt idx="2622">
                  <c:v>0.9165</c:v>
                </c:pt>
                <c:pt idx="2623">
                  <c:v>0.8556</c:v>
                </c:pt>
                <c:pt idx="2624">
                  <c:v>0.8963</c:v>
                </c:pt>
                <c:pt idx="2625">
                  <c:v>0.9146</c:v>
                </c:pt>
                <c:pt idx="2626">
                  <c:v>0.9529</c:v>
                </c:pt>
                <c:pt idx="2627">
                  <c:v>0.9408</c:v>
                </c:pt>
                <c:pt idx="2628">
                  <c:v>0.931</c:v>
                </c:pt>
                <c:pt idx="2629">
                  <c:v>0.9281</c:v>
                </c:pt>
                <c:pt idx="2630">
                  <c:v>0.9399</c:v>
                </c:pt>
                <c:pt idx="2631">
                  <c:v>0.9664</c:v>
                </c:pt>
                <c:pt idx="2632">
                  <c:v>0.9575</c:v>
                </c:pt>
                <c:pt idx="2633">
                  <c:v>0.9785</c:v>
                </c:pt>
                <c:pt idx="2634">
                  <c:v>0.9789</c:v>
                </c:pt>
                <c:pt idx="2635">
                  <c:v>1.0067</c:v>
                </c:pt>
                <c:pt idx="2636">
                  <c:v>0.9831</c:v>
                </c:pt>
                <c:pt idx="2637">
                  <c:v>0.9354</c:v>
                </c:pt>
                <c:pt idx="2638">
                  <c:v>0.9422</c:v>
                </c:pt>
                <c:pt idx="2639">
                  <c:v>0.9873</c:v>
                </c:pt>
                <c:pt idx="2640">
                  <c:v>1.0137</c:v>
                </c:pt>
                <c:pt idx="2641">
                  <c:v>0.9797</c:v>
                </c:pt>
                <c:pt idx="2642">
                  <c:v>0.9307</c:v>
                </c:pt>
                <c:pt idx="2643">
                  <c:v>0.8668</c:v>
                </c:pt>
                <c:pt idx="2644">
                  <c:v>0.9554</c:v>
                </c:pt>
                <c:pt idx="2645">
                  <c:v>0.9288</c:v>
                </c:pt>
                <c:pt idx="2646">
                  <c:v>0.935</c:v>
                </c:pt>
                <c:pt idx="2647">
                  <c:v>0.9521</c:v>
                </c:pt>
                <c:pt idx="2648">
                  <c:v>1.0164</c:v>
                </c:pt>
                <c:pt idx="2649">
                  <c:v>1.1106</c:v>
                </c:pt>
                <c:pt idx="2650">
                  <c:v>0.8916</c:v>
                </c:pt>
                <c:pt idx="2651">
                  <c:v>0.8511</c:v>
                </c:pt>
                <c:pt idx="2652">
                  <c:v>0.9571</c:v>
                </c:pt>
                <c:pt idx="2653">
                  <c:v>0.9925</c:v>
                </c:pt>
                <c:pt idx="2654">
                  <c:v>1.0099</c:v>
                </c:pt>
                <c:pt idx="2655">
                  <c:v>1.0096</c:v>
                </c:pt>
                <c:pt idx="2656">
                  <c:v>1.0196</c:v>
                </c:pt>
                <c:pt idx="2657">
                  <c:v>1.0125</c:v>
                </c:pt>
                <c:pt idx="2658">
                  <c:v>1.0287</c:v>
                </c:pt>
                <c:pt idx="2659">
                  <c:v>1.0213</c:v>
                </c:pt>
                <c:pt idx="2660">
                  <c:v>1.0414</c:v>
                </c:pt>
                <c:pt idx="2661">
                  <c:v>1.0021</c:v>
                </c:pt>
                <c:pt idx="2662">
                  <c:v>1.0186</c:v>
                </c:pt>
                <c:pt idx="2663">
                  <c:v>1.0383</c:v>
                </c:pt>
                <c:pt idx="2664">
                  <c:v>1.0861</c:v>
                </c:pt>
                <c:pt idx="2665">
                  <c:v>1.0884</c:v>
                </c:pt>
                <c:pt idx="2666">
                  <c:v>1.1036</c:v>
                </c:pt>
                <c:pt idx="2667">
                  <c:v>1.0305</c:v>
                </c:pt>
                <c:pt idx="2668">
                  <c:v>1.1009</c:v>
                </c:pt>
                <c:pt idx="2669">
                  <c:v>1.1132</c:v>
                </c:pt>
                <c:pt idx="2670">
                  <c:v>1.1495</c:v>
                </c:pt>
                <c:pt idx="2671">
                  <c:v>1.1677</c:v>
                </c:pt>
                <c:pt idx="2672">
                  <c:v>1.1357</c:v>
                </c:pt>
                <c:pt idx="2673">
                  <c:v>1.1351</c:v>
                </c:pt>
                <c:pt idx="2674">
                  <c:v>1.1674</c:v>
                </c:pt>
                <c:pt idx="2675">
                  <c:v>1.1079</c:v>
                </c:pt>
                <c:pt idx="2676">
                  <c:v>1.1054</c:v>
                </c:pt>
                <c:pt idx="2677">
                  <c:v>1.1208</c:v>
                </c:pt>
                <c:pt idx="2678">
                  <c:v>1.1502</c:v>
                </c:pt>
                <c:pt idx="2679">
                  <c:v>1.1294</c:v>
                </c:pt>
                <c:pt idx="2680">
                  <c:v>1.1181</c:v>
                </c:pt>
                <c:pt idx="2681">
                  <c:v>1.1805</c:v>
                </c:pt>
                <c:pt idx="2682">
                  <c:v>1.1562</c:v>
                </c:pt>
                <c:pt idx="2683">
                  <c:v>1.1626</c:v>
                </c:pt>
                <c:pt idx="2684">
                  <c:v>1.1486</c:v>
                </c:pt>
                <c:pt idx="2685">
                  <c:v>1.1197</c:v>
                </c:pt>
                <c:pt idx="2686">
                  <c:v>1.1576</c:v>
                </c:pt>
                <c:pt idx="2687">
                  <c:v>1.1754</c:v>
                </c:pt>
                <c:pt idx="2688">
                  <c:v>1.1673</c:v>
                </c:pt>
                <c:pt idx="2689">
                  <c:v>1.191</c:v>
                </c:pt>
                <c:pt idx="2690">
                  <c:v>1.1398</c:v>
                </c:pt>
                <c:pt idx="2691">
                  <c:v>1.0841</c:v>
                </c:pt>
                <c:pt idx="2692">
                  <c:v>1.1115</c:v>
                </c:pt>
                <c:pt idx="2693">
                  <c:v>1.0734</c:v>
                </c:pt>
                <c:pt idx="2694">
                  <c:v>1.0987</c:v>
                </c:pt>
                <c:pt idx="2695">
                  <c:v>1.1186</c:v>
                </c:pt>
                <c:pt idx="2696">
                  <c:v>1.1266</c:v>
                </c:pt>
                <c:pt idx="2697">
                  <c:v>1.1839</c:v>
                </c:pt>
                <c:pt idx="2698">
                  <c:v>1.2158</c:v>
                </c:pt>
                <c:pt idx="2699">
                  <c:v>1.162</c:v>
                </c:pt>
                <c:pt idx="2700">
                  <c:v>1.1905</c:v>
                </c:pt>
                <c:pt idx="2701">
                  <c:v>1.1599</c:v>
                </c:pt>
                <c:pt idx="2702">
                  <c:v>1.1913</c:v>
                </c:pt>
                <c:pt idx="2703">
                  <c:v>1.1487</c:v>
                </c:pt>
                <c:pt idx="2704">
                  <c:v>1.2279</c:v>
                </c:pt>
                <c:pt idx="2705">
                  <c:v>1.2821</c:v>
                </c:pt>
                <c:pt idx="2706">
                  <c:v>1.3027</c:v>
                </c:pt>
                <c:pt idx="2707">
                  <c:v>1.2292</c:v>
                </c:pt>
                <c:pt idx="2708">
                  <c:v>1.2534</c:v>
                </c:pt>
                <c:pt idx="2709">
                  <c:v>1.2997</c:v>
                </c:pt>
                <c:pt idx="2710">
                  <c:v>1.2794</c:v>
                </c:pt>
                <c:pt idx="2711">
                  <c:v>1.2643</c:v>
                </c:pt>
                <c:pt idx="2712">
                  <c:v>1.2154</c:v>
                </c:pt>
                <c:pt idx="2713">
                  <c:v>1.2183</c:v>
                </c:pt>
                <c:pt idx="2714">
                  <c:v>1.2726</c:v>
                </c:pt>
                <c:pt idx="2715">
                  <c:v>1.3065</c:v>
                </c:pt>
                <c:pt idx="2716">
                  <c:v>1.2843</c:v>
                </c:pt>
                <c:pt idx="2717">
                  <c:v>1.3462</c:v>
                </c:pt>
                <c:pt idx="2718">
                  <c:v>1.3259</c:v>
                </c:pt>
                <c:pt idx="2719">
                  <c:v>1.3537</c:v>
                </c:pt>
                <c:pt idx="2720">
                  <c:v>1.3413</c:v>
                </c:pt>
                <c:pt idx="2721">
                  <c:v>1.2412</c:v>
                </c:pt>
                <c:pt idx="2722">
                  <c:v>1.18</c:v>
                </c:pt>
                <c:pt idx="2723">
                  <c:v>1.1843</c:v>
                </c:pt>
                <c:pt idx="2724">
                  <c:v>1.2005</c:v>
                </c:pt>
                <c:pt idx="2725">
                  <c:v>1.2448</c:v>
                </c:pt>
                <c:pt idx="2726">
                  <c:v>1.2721</c:v>
                </c:pt>
                <c:pt idx="2727">
                  <c:v>1.2603</c:v>
                </c:pt>
                <c:pt idx="2728">
                  <c:v>1.2807</c:v>
                </c:pt>
                <c:pt idx="2729">
                  <c:v>1.2882</c:v>
                </c:pt>
                <c:pt idx="2730">
                  <c:v>1.2624</c:v>
                </c:pt>
                <c:pt idx="2731">
                  <c:v>1.2538</c:v>
                </c:pt>
                <c:pt idx="2732">
                  <c:v>1.3059</c:v>
                </c:pt>
                <c:pt idx="2733">
                  <c:v>1.2493</c:v>
                </c:pt>
                <c:pt idx="2734">
                  <c:v>1.3305</c:v>
                </c:pt>
                <c:pt idx="2735">
                  <c:v>1.3689</c:v>
                </c:pt>
                <c:pt idx="2736">
                  <c:v>1.3209</c:v>
                </c:pt>
                <c:pt idx="2737">
                  <c:v>1.2974</c:v>
                </c:pt>
                <c:pt idx="2738">
                  <c:v>1.3248</c:v>
                </c:pt>
                <c:pt idx="2739">
                  <c:v>1.3698</c:v>
                </c:pt>
                <c:pt idx="2740">
                  <c:v>1.4363</c:v>
                </c:pt>
                <c:pt idx="2741">
                  <c:v>1.3993</c:v>
                </c:pt>
                <c:pt idx="2742">
                  <c:v>1.3727</c:v>
                </c:pt>
                <c:pt idx="2743">
                  <c:v>1.4093</c:v>
                </c:pt>
                <c:pt idx="2744">
                  <c:v>1.4144</c:v>
                </c:pt>
                <c:pt idx="2745">
                  <c:v>1.4611</c:v>
                </c:pt>
                <c:pt idx="2746">
                  <c:v>1.4714</c:v>
                </c:pt>
                <c:pt idx="2747">
                  <c:v>1.5113</c:v>
                </c:pt>
                <c:pt idx="2748">
                  <c:v>1.5068</c:v>
                </c:pt>
                <c:pt idx="2749">
                  <c:v>1.5207</c:v>
                </c:pt>
                <c:pt idx="2750">
                  <c:v>1.5259</c:v>
                </c:pt>
                <c:pt idx="2751">
                  <c:v>1.5663</c:v>
                </c:pt>
                <c:pt idx="2752">
                  <c:v>1.6006</c:v>
                </c:pt>
                <c:pt idx="2753">
                  <c:v>1.5583</c:v>
                </c:pt>
                <c:pt idx="2754">
                  <c:v>1.5017</c:v>
                </c:pt>
                <c:pt idx="2755">
                  <c:v>1.391</c:v>
                </c:pt>
                <c:pt idx="2756">
                  <c:v>1.4421</c:v>
                </c:pt>
                <c:pt idx="2757">
                  <c:v>1.4656</c:v>
                </c:pt>
                <c:pt idx="2758">
                  <c:v>1.5821</c:v>
                </c:pt>
                <c:pt idx="2759">
                  <c:v>1.5724</c:v>
                </c:pt>
                <c:pt idx="2760">
                  <c:v>1.5735</c:v>
                </c:pt>
                <c:pt idx="2761">
                  <c:v>1.5204</c:v>
                </c:pt>
                <c:pt idx="2762">
                  <c:v>1.4988</c:v>
                </c:pt>
                <c:pt idx="2763">
                  <c:v>1.6434</c:v>
                </c:pt>
                <c:pt idx="2764">
                  <c:v>1.5995</c:v>
                </c:pt>
                <c:pt idx="2765">
                  <c:v>1.5708</c:v>
                </c:pt>
                <c:pt idx="2766">
                  <c:v>1.592</c:v>
                </c:pt>
                <c:pt idx="2767">
                  <c:v>1.5595</c:v>
                </c:pt>
                <c:pt idx="2768">
                  <c:v>1.4509</c:v>
                </c:pt>
                <c:pt idx="2769">
                  <c:v>1.5366</c:v>
                </c:pt>
                <c:pt idx="2770">
                  <c:v>1.5156</c:v>
                </c:pt>
                <c:pt idx="2771">
                  <c:v>1.4634</c:v>
                </c:pt>
                <c:pt idx="2772">
                  <c:v>1.4986</c:v>
                </c:pt>
                <c:pt idx="2773">
                  <c:v>1.5342</c:v>
                </c:pt>
                <c:pt idx="2774">
                  <c:v>1.5382</c:v>
                </c:pt>
                <c:pt idx="2775">
                  <c:v>1.6345</c:v>
                </c:pt>
                <c:pt idx="2776">
                  <c:v>1.5899</c:v>
                </c:pt>
                <c:pt idx="2777">
                  <c:v>1.5344</c:v>
                </c:pt>
                <c:pt idx="2778">
                  <c:v>1.5515</c:v>
                </c:pt>
                <c:pt idx="2779">
                  <c:v>1.4804</c:v>
                </c:pt>
                <c:pt idx="2780">
                  <c:v>1.5352</c:v>
                </c:pt>
                <c:pt idx="2781">
                  <c:v>1.4474</c:v>
                </c:pt>
                <c:pt idx="2782">
                  <c:v>1.3699</c:v>
                </c:pt>
                <c:pt idx="2783">
                  <c:v>1.3176</c:v>
                </c:pt>
                <c:pt idx="2784">
                  <c:v>1.3199</c:v>
                </c:pt>
                <c:pt idx="2785">
                  <c:v>1.3036</c:v>
                </c:pt>
                <c:pt idx="2786">
                  <c:v>1.3142</c:v>
                </c:pt>
                <c:pt idx="2787">
                  <c:v>1.4133</c:v>
                </c:pt>
                <c:pt idx="2788">
                  <c:v>1.4164</c:v>
                </c:pt>
                <c:pt idx="2789">
                  <c:v>1.4152</c:v>
                </c:pt>
                <c:pt idx="2790">
                  <c:v>1.4617</c:v>
                </c:pt>
                <c:pt idx="2791">
                  <c:v>1.4952</c:v>
                </c:pt>
                <c:pt idx="2792">
                  <c:v>1.4538</c:v>
                </c:pt>
                <c:pt idx="2793">
                  <c:v>1.3689</c:v>
                </c:pt>
                <c:pt idx="2794">
                  <c:v>1.4678</c:v>
                </c:pt>
                <c:pt idx="2795">
                  <c:v>1.5163</c:v>
                </c:pt>
                <c:pt idx="2796">
                  <c:v>1.4497</c:v>
                </c:pt>
                <c:pt idx="2797">
                  <c:v>1.4778</c:v>
                </c:pt>
                <c:pt idx="2798">
                  <c:v>1.3704</c:v>
                </c:pt>
                <c:pt idx="2799">
                  <c:v>1.3716</c:v>
                </c:pt>
                <c:pt idx="2800">
                  <c:v>1.4367</c:v>
                </c:pt>
                <c:pt idx="2801">
                  <c:v>1.3685</c:v>
                </c:pt>
                <c:pt idx="2802">
                  <c:v>1.3276</c:v>
                </c:pt>
                <c:pt idx="2803">
                  <c:v>1.2987</c:v>
                </c:pt>
                <c:pt idx="2804">
                  <c:v>1.2317</c:v>
                </c:pt>
                <c:pt idx="2805">
                  <c:v>1.2511</c:v>
                </c:pt>
                <c:pt idx="2806">
                  <c:v>1.2083</c:v>
                </c:pt>
                <c:pt idx="2807">
                  <c:v>1.1358</c:v>
                </c:pt>
                <c:pt idx="2808">
                  <c:v>1.1207</c:v>
                </c:pt>
                <c:pt idx="2809">
                  <c:v>1.1653</c:v>
                </c:pt>
                <c:pt idx="2810">
                  <c:v>1.1761</c:v>
                </c:pt>
                <c:pt idx="2811">
                  <c:v>1.1057</c:v>
                </c:pt>
                <c:pt idx="2812">
                  <c:v>1.0967</c:v>
                </c:pt>
                <c:pt idx="2813">
                  <c:v>1.0856</c:v>
                </c:pt>
                <c:pt idx="2814">
                  <c:v>1.1192</c:v>
                </c:pt>
                <c:pt idx="2815">
                  <c:v>1.1183</c:v>
                </c:pt>
                <c:pt idx="2816">
                  <c:v>1.1237</c:v>
                </c:pt>
                <c:pt idx="2817">
                  <c:v>1.166</c:v>
                </c:pt>
                <c:pt idx="2818">
                  <c:v>1.1679</c:v>
                </c:pt>
                <c:pt idx="2819">
                  <c:v>1.1887</c:v>
                </c:pt>
                <c:pt idx="2820">
                  <c:v>1.1414</c:v>
                </c:pt>
                <c:pt idx="2821">
                  <c:v>1.1282</c:v>
                </c:pt>
                <c:pt idx="2822">
                  <c:v>1.1829</c:v>
                </c:pt>
                <c:pt idx="2823">
                  <c:v>1.1196</c:v>
                </c:pt>
                <c:pt idx="2824">
                  <c:v>1.1738</c:v>
                </c:pt>
                <c:pt idx="2825">
                  <c:v>1.1193</c:v>
                </c:pt>
                <c:pt idx="2826">
                  <c:v>1.1565</c:v>
                </c:pt>
                <c:pt idx="2827">
                  <c:v>1.1946</c:v>
                </c:pt>
                <c:pt idx="2828">
                  <c:v>1.206</c:v>
                </c:pt>
                <c:pt idx="2829">
                  <c:v>1.2339</c:v>
                </c:pt>
                <c:pt idx="2830">
                  <c:v>1.1902</c:v>
                </c:pt>
                <c:pt idx="2831">
                  <c:v>1.145</c:v>
                </c:pt>
                <c:pt idx="2832">
                  <c:v>1.1758</c:v>
                </c:pt>
                <c:pt idx="2833">
                  <c:v>1.1893</c:v>
                </c:pt>
                <c:pt idx="2834">
                  <c:v>1.2205</c:v>
                </c:pt>
                <c:pt idx="2835">
                  <c:v>1.2016</c:v>
                </c:pt>
                <c:pt idx="2836">
                  <c:v>1.2473</c:v>
                </c:pt>
                <c:pt idx="2837">
                  <c:v>1.2822</c:v>
                </c:pt>
                <c:pt idx="2838">
                  <c:v>1.3248</c:v>
                </c:pt>
                <c:pt idx="2839">
                  <c:v>1.3245</c:v>
                </c:pt>
                <c:pt idx="2840">
                  <c:v>1.3058</c:v>
                </c:pt>
                <c:pt idx="2841">
                  <c:v>1.3239</c:v>
                </c:pt>
                <c:pt idx="2842">
                  <c:v>1.403</c:v>
                </c:pt>
                <c:pt idx="2843">
                  <c:v>1.4415</c:v>
                </c:pt>
                <c:pt idx="2844">
                  <c:v>1.3621</c:v>
                </c:pt>
                <c:pt idx="2845">
                  <c:v>1.3509</c:v>
                </c:pt>
                <c:pt idx="2846">
                  <c:v>1.3501</c:v>
                </c:pt>
                <c:pt idx="2847">
                  <c:v>1.336</c:v>
                </c:pt>
                <c:pt idx="2848">
                  <c:v>1.2607</c:v>
                </c:pt>
                <c:pt idx="2849">
                  <c:v>1.2934</c:v>
                </c:pt>
                <c:pt idx="2850">
                  <c:v>1.262</c:v>
                </c:pt>
                <c:pt idx="2851">
                  <c:v>1.2706</c:v>
                </c:pt>
                <c:pt idx="2852">
                  <c:v>1.3167</c:v>
                </c:pt>
                <c:pt idx="2853">
                  <c:v>1.3656</c:v>
                </c:pt>
                <c:pt idx="2854">
                  <c:v>1.3992</c:v>
                </c:pt>
                <c:pt idx="2855">
                  <c:v>1.3834</c:v>
                </c:pt>
                <c:pt idx="2856">
                  <c:v>1.4091</c:v>
                </c:pt>
                <c:pt idx="2857">
                  <c:v>1.3439</c:v>
                </c:pt>
                <c:pt idx="2858">
                  <c:v>1.3415</c:v>
                </c:pt>
                <c:pt idx="2859">
                  <c:v>1.2762</c:v>
                </c:pt>
                <c:pt idx="2860">
                  <c:v>1.2809</c:v>
                </c:pt>
                <c:pt idx="2861">
                  <c:v>1.2623</c:v>
                </c:pt>
                <c:pt idx="2862">
                  <c:v>1.2493</c:v>
                </c:pt>
                <c:pt idx="2863">
                  <c:v>1.2347</c:v>
                </c:pt>
                <c:pt idx="2864">
                  <c:v>1.1376</c:v>
                </c:pt>
                <c:pt idx="2865">
                  <c:v>1.0973</c:v>
                </c:pt>
                <c:pt idx="2866">
                  <c:v>1.1217</c:v>
                </c:pt>
                <c:pt idx="2867">
                  <c:v>1.0029</c:v>
                </c:pt>
                <c:pt idx="2868">
                  <c:v>0.9947</c:v>
                </c:pt>
                <c:pt idx="2869">
                  <c:v>1.0854</c:v>
                </c:pt>
                <c:pt idx="2870">
                  <c:v>1.0593</c:v>
                </c:pt>
                <c:pt idx="2871">
                  <c:v>1.1524</c:v>
                </c:pt>
                <c:pt idx="2872">
                  <c:v>1.1255</c:v>
                </c:pt>
                <c:pt idx="2873">
                  <c:v>1.1197</c:v>
                </c:pt>
                <c:pt idx="2874">
                  <c:v>1.209</c:v>
                </c:pt>
                <c:pt idx="2875">
                  <c:v>1.2178</c:v>
                </c:pt>
                <c:pt idx="2876">
                  <c:v>1.1147</c:v>
                </c:pt>
                <c:pt idx="2877">
                  <c:v>1.2095</c:v>
                </c:pt>
                <c:pt idx="2878">
                  <c:v>1.2007</c:v>
                </c:pt>
                <c:pt idx="2879">
                  <c:v>1.1579</c:v>
                </c:pt>
                <c:pt idx="2880">
                  <c:v>1.2894</c:v>
                </c:pt>
                <c:pt idx="2881">
                  <c:v>1.3401</c:v>
                </c:pt>
                <c:pt idx="2882">
                  <c:v>1.3429</c:v>
                </c:pt>
                <c:pt idx="2883">
                  <c:v>1.3711</c:v>
                </c:pt>
                <c:pt idx="2884">
                  <c:v>1.4204</c:v>
                </c:pt>
                <c:pt idx="2885">
                  <c:v>1.3724</c:v>
                </c:pt>
                <c:pt idx="2886">
                  <c:v>1.3502</c:v>
                </c:pt>
                <c:pt idx="2887">
                  <c:v>1.4185</c:v>
                </c:pt>
                <c:pt idx="2888">
                  <c:v>1.5051</c:v>
                </c:pt>
                <c:pt idx="2889">
                  <c:v>1.5678</c:v>
                </c:pt>
                <c:pt idx="2890">
                  <c:v>1.569</c:v>
                </c:pt>
                <c:pt idx="2891">
                  <c:v>1.5824</c:v>
                </c:pt>
                <c:pt idx="2892">
                  <c:v>1.593</c:v>
                </c:pt>
                <c:pt idx="2893">
                  <c:v>1.6385</c:v>
                </c:pt>
                <c:pt idx="2894">
                  <c:v>1.6591</c:v>
                </c:pt>
                <c:pt idx="2895">
                  <c:v>1.6558</c:v>
                </c:pt>
                <c:pt idx="2896">
                  <c:v>1.6516</c:v>
                </c:pt>
                <c:pt idx="2897">
                  <c:v>1.541</c:v>
                </c:pt>
                <c:pt idx="2898">
                  <c:v>1.5877</c:v>
                </c:pt>
                <c:pt idx="2899">
                  <c:v>1.6321</c:v>
                </c:pt>
                <c:pt idx="2900">
                  <c:v>1.5583</c:v>
                </c:pt>
                <c:pt idx="2901">
                  <c:v>1.4745</c:v>
                </c:pt>
                <c:pt idx="2902">
                  <c:v>1.5364</c:v>
                </c:pt>
                <c:pt idx="2903">
                  <c:v>1.5028</c:v>
                </c:pt>
                <c:pt idx="2904">
                  <c:v>1.5531</c:v>
                </c:pt>
                <c:pt idx="2905">
                  <c:v>1.5421</c:v>
                </c:pt>
                <c:pt idx="2906">
                  <c:v>1.5688</c:v>
                </c:pt>
                <c:pt idx="2907">
                  <c:v>1.6132</c:v>
                </c:pt>
                <c:pt idx="2908">
                  <c:v>1.6791</c:v>
                </c:pt>
                <c:pt idx="2909">
                  <c:v>1.6655</c:v>
                </c:pt>
                <c:pt idx="2910">
                  <c:v>1.6868</c:v>
                </c:pt>
                <c:pt idx="2911">
                  <c:v>1.7127</c:v>
                </c:pt>
                <c:pt idx="2912">
                  <c:v>1.6949</c:v>
                </c:pt>
                <c:pt idx="2913">
                  <c:v>1.6351</c:v>
                </c:pt>
                <c:pt idx="2914">
                  <c:v>1.7252</c:v>
                </c:pt>
                <c:pt idx="2915">
                  <c:v>1.7227</c:v>
                </c:pt>
                <c:pt idx="2916">
                  <c:v>1.7102</c:v>
                </c:pt>
                <c:pt idx="2917">
                  <c:v>1.7538</c:v>
                </c:pt>
                <c:pt idx="2918">
                  <c:v>1.7466</c:v>
                </c:pt>
                <c:pt idx="2919">
                  <c:v>1.7768</c:v>
                </c:pt>
                <c:pt idx="2920">
                  <c:v>1.7788</c:v>
                </c:pt>
                <c:pt idx="2921">
                  <c:v>1.7226</c:v>
                </c:pt>
                <c:pt idx="2922">
                  <c:v>1.7814</c:v>
                </c:pt>
                <c:pt idx="2923">
                  <c:v>1.7709</c:v>
                </c:pt>
                <c:pt idx="2924">
                  <c:v>1.7935</c:v>
                </c:pt>
                <c:pt idx="2925">
                  <c:v>1.8149</c:v>
                </c:pt>
                <c:pt idx="2926">
                  <c:v>1.8219</c:v>
                </c:pt>
                <c:pt idx="2927">
                  <c:v>1.8293</c:v>
                </c:pt>
                <c:pt idx="2928">
                  <c:v>1.778</c:v>
                </c:pt>
                <c:pt idx="2929">
                  <c:v>1.8535</c:v>
                </c:pt>
                <c:pt idx="2930">
                  <c:v>1.7864</c:v>
                </c:pt>
                <c:pt idx="2931">
                  <c:v>1.7987</c:v>
                </c:pt>
                <c:pt idx="2932">
                  <c:v>1.8181</c:v>
                </c:pt>
                <c:pt idx="2933">
                  <c:v>1.8118</c:v>
                </c:pt>
                <c:pt idx="2934">
                  <c:v>1.8201</c:v>
                </c:pt>
                <c:pt idx="2935">
                  <c:v>1.836</c:v>
                </c:pt>
                <c:pt idx="2936">
                  <c:v>1.843</c:v>
                </c:pt>
                <c:pt idx="2937">
                  <c:v>1.8051</c:v>
                </c:pt>
                <c:pt idx="2938">
                  <c:v>1.8021</c:v>
                </c:pt>
                <c:pt idx="2939">
                  <c:v>1.7933</c:v>
                </c:pt>
                <c:pt idx="2940">
                  <c:v>1.7301</c:v>
                </c:pt>
                <c:pt idx="2941">
                  <c:v>1.7474</c:v>
                </c:pt>
                <c:pt idx="2942">
                  <c:v>1.7294</c:v>
                </c:pt>
                <c:pt idx="2943">
                  <c:v>1.7234</c:v>
                </c:pt>
                <c:pt idx="2944">
                  <c:v>1.6784</c:v>
                </c:pt>
                <c:pt idx="2945">
                  <c:v>1.6897</c:v>
                </c:pt>
                <c:pt idx="2946">
                  <c:v>1.7629</c:v>
                </c:pt>
                <c:pt idx="2947">
                  <c:v>1.8391</c:v>
                </c:pt>
                <c:pt idx="2948">
                  <c:v>1.8284</c:v>
                </c:pt>
                <c:pt idx="2949">
                  <c:v>1.8571</c:v>
                </c:pt>
                <c:pt idx="2950">
                  <c:v>1.8502</c:v>
                </c:pt>
                <c:pt idx="2951">
                  <c:v>1.8411</c:v>
                </c:pt>
                <c:pt idx="2952">
                  <c:v>1.927</c:v>
                </c:pt>
                <c:pt idx="2953">
                  <c:v>1.9391</c:v>
                </c:pt>
                <c:pt idx="2954">
                  <c:v>1.9255</c:v>
                </c:pt>
                <c:pt idx="2955">
                  <c:v>1.8887</c:v>
                </c:pt>
                <c:pt idx="2956">
                  <c:v>1.9849</c:v>
                </c:pt>
                <c:pt idx="2957">
                  <c:v>1.9624</c:v>
                </c:pt>
                <c:pt idx="2958">
                  <c:v>1.9949</c:v>
                </c:pt>
                <c:pt idx="2959">
                  <c:v>1.9905</c:v>
                </c:pt>
                <c:pt idx="2960">
                  <c:v>2.0387</c:v>
                </c:pt>
                <c:pt idx="2961">
                  <c:v>1.9824</c:v>
                </c:pt>
                <c:pt idx="2962">
                  <c:v>2.0239</c:v>
                </c:pt>
                <c:pt idx="2963">
                  <c:v>2.0197</c:v>
                </c:pt>
                <c:pt idx="2964">
                  <c:v>2.0683</c:v>
                </c:pt>
                <c:pt idx="2965">
                  <c:v>2.0786</c:v>
                </c:pt>
                <c:pt idx="2966">
                  <c:v>2.0641</c:v>
                </c:pt>
                <c:pt idx="2967">
                  <c:v>2.0831</c:v>
                </c:pt>
                <c:pt idx="2968">
                  <c:v>2.1004</c:v>
                </c:pt>
                <c:pt idx="2969">
                  <c:v>2.0305</c:v>
                </c:pt>
                <c:pt idx="2970">
                  <c:v>1.9921</c:v>
                </c:pt>
                <c:pt idx="2971">
                  <c:v>1.9857</c:v>
                </c:pt>
                <c:pt idx="2972">
                  <c:v>1.9997</c:v>
                </c:pt>
                <c:pt idx="2973">
                  <c:v>2.0167</c:v>
                </c:pt>
                <c:pt idx="2974">
                  <c:v>1.9956</c:v>
                </c:pt>
                <c:pt idx="2975">
                  <c:v>1.9551</c:v>
                </c:pt>
                <c:pt idx="2976">
                  <c:v>1.9882</c:v>
                </c:pt>
                <c:pt idx="2977">
                  <c:v>1.9142</c:v>
                </c:pt>
                <c:pt idx="2978">
                  <c:v>1.9175</c:v>
                </c:pt>
                <c:pt idx="2979">
                  <c:v>1.9094</c:v>
                </c:pt>
                <c:pt idx="2980">
                  <c:v>1.9332</c:v>
                </c:pt>
                <c:pt idx="2981">
                  <c:v>1.9713</c:v>
                </c:pt>
                <c:pt idx="2982">
                  <c:v>1.9488</c:v>
                </c:pt>
                <c:pt idx="2983">
                  <c:v>1.9719</c:v>
                </c:pt>
                <c:pt idx="2984">
                  <c:v>1.9812</c:v>
                </c:pt>
                <c:pt idx="2985">
                  <c:v>2.0037</c:v>
                </c:pt>
                <c:pt idx="2986">
                  <c:v>1.9985</c:v>
                </c:pt>
                <c:pt idx="2987">
                  <c:v>2.0012</c:v>
                </c:pt>
                <c:pt idx="2988">
                  <c:v>1.9504</c:v>
                </c:pt>
                <c:pt idx="2989">
                  <c:v>2.0067</c:v>
                </c:pt>
                <c:pt idx="2990">
                  <c:v>2.0187</c:v>
                </c:pt>
                <c:pt idx="2991">
                  <c:v>2.0469</c:v>
                </c:pt>
                <c:pt idx="2992">
                  <c:v>2.0225</c:v>
                </c:pt>
                <c:pt idx="2993">
                  <c:v>2.0092</c:v>
                </c:pt>
                <c:pt idx="2994">
                  <c:v>2.0088</c:v>
                </c:pt>
                <c:pt idx="2995">
                  <c:v>2.0619</c:v>
                </c:pt>
                <c:pt idx="2996">
                  <c:v>2.0814</c:v>
                </c:pt>
                <c:pt idx="2997">
                  <c:v>2.0771</c:v>
                </c:pt>
                <c:pt idx="2998">
                  <c:v>2.092</c:v>
                </c:pt>
                <c:pt idx="2999">
                  <c:v>2.1503</c:v>
                </c:pt>
                <c:pt idx="3000">
                  <c:v>2.1456</c:v>
                </c:pt>
                <c:pt idx="3001">
                  <c:v>2.0512</c:v>
                </c:pt>
                <c:pt idx="3002">
                  <c:v>2.0745</c:v>
                </c:pt>
                <c:pt idx="3003">
                  <c:v>2.0575</c:v>
                </c:pt>
                <c:pt idx="3004">
                  <c:v>2.1002</c:v>
                </c:pt>
                <c:pt idx="3005">
                  <c:v>2.0758</c:v>
                </c:pt>
                <c:pt idx="3006">
                  <c:v>2.0758</c:v>
                </c:pt>
                <c:pt idx="3007">
                  <c:v>2.0795</c:v>
                </c:pt>
                <c:pt idx="3008">
                  <c:v>2.0936</c:v>
                </c:pt>
                <c:pt idx="3009">
                  <c:v>2.0703</c:v>
                </c:pt>
                <c:pt idx="3010">
                  <c:v>2.1478</c:v>
                </c:pt>
                <c:pt idx="3011">
                  <c:v>2.1759</c:v>
                </c:pt>
                <c:pt idx="3012">
                  <c:v>2.1814</c:v>
                </c:pt>
                <c:pt idx="3013">
                  <c:v>2.1498</c:v>
                </c:pt>
                <c:pt idx="3014">
                  <c:v>2.1688</c:v>
                </c:pt>
                <c:pt idx="3015">
                  <c:v>2.1956</c:v>
                </c:pt>
                <c:pt idx="3016">
                  <c:v>2.2012</c:v>
                </c:pt>
                <c:pt idx="3017">
                  <c:v>2.2571</c:v>
                </c:pt>
                <c:pt idx="3018">
                  <c:v>2.2807</c:v>
                </c:pt>
                <c:pt idx="3019">
                  <c:v>2.2836</c:v>
                </c:pt>
                <c:pt idx="3020">
                  <c:v>2.281</c:v>
                </c:pt>
                <c:pt idx="3021">
                  <c:v>2.2077</c:v>
                </c:pt>
                <c:pt idx="3022">
                  <c:v>2.1815</c:v>
                </c:pt>
                <c:pt idx="3023">
                  <c:v>2.202</c:v>
                </c:pt>
                <c:pt idx="3024">
                  <c:v>2.1968</c:v>
                </c:pt>
                <c:pt idx="3025">
                  <c:v>2.2304</c:v>
                </c:pt>
                <c:pt idx="3026">
                  <c:v>2.2502</c:v>
                </c:pt>
                <c:pt idx="3027">
                  <c:v>2.2975</c:v>
                </c:pt>
                <c:pt idx="3028">
                  <c:v>2.2824</c:v>
                </c:pt>
                <c:pt idx="3029">
                  <c:v>2.3008</c:v>
                </c:pt>
                <c:pt idx="3030">
                  <c:v>2.2557</c:v>
                </c:pt>
                <c:pt idx="3031">
                  <c:v>2.3193</c:v>
                </c:pt>
                <c:pt idx="3032">
                  <c:v>2.2631</c:v>
                </c:pt>
                <c:pt idx="3033">
                  <c:v>2.2843</c:v>
                </c:pt>
                <c:pt idx="3034">
                  <c:v>2.2903</c:v>
                </c:pt>
                <c:pt idx="3035">
                  <c:v>2.3293</c:v>
                </c:pt>
                <c:pt idx="3036">
                  <c:v>2.3358</c:v>
                </c:pt>
                <c:pt idx="3037">
                  <c:v>2.2953</c:v>
                </c:pt>
                <c:pt idx="3038">
                  <c:v>2.2815</c:v>
                </c:pt>
                <c:pt idx="3039">
                  <c:v>2.2762</c:v>
                </c:pt>
                <c:pt idx="3040">
                  <c:v>2.2897</c:v>
                </c:pt>
                <c:pt idx="3041">
                  <c:v>2.2895</c:v>
                </c:pt>
                <c:pt idx="3042">
                  <c:v>2.2154</c:v>
                </c:pt>
                <c:pt idx="3043">
                  <c:v>2.1639</c:v>
                </c:pt>
                <c:pt idx="3044">
                  <c:v>2.1557</c:v>
                </c:pt>
                <c:pt idx="3045">
                  <c:v>2.1368</c:v>
                </c:pt>
                <c:pt idx="3046">
                  <c:v>2.2029</c:v>
                </c:pt>
                <c:pt idx="3047">
                  <c:v>2.2162</c:v>
                </c:pt>
                <c:pt idx="3048">
                  <c:v>2.2163</c:v>
                </c:pt>
                <c:pt idx="3049">
                  <c:v>2.2408</c:v>
                </c:pt>
                <c:pt idx="3050">
                  <c:v>2.2154</c:v>
                </c:pt>
                <c:pt idx="3051">
                  <c:v>2.198</c:v>
                </c:pt>
                <c:pt idx="3052">
                  <c:v>2.2288</c:v>
                </c:pt>
                <c:pt idx="3053">
                  <c:v>2.2083</c:v>
                </c:pt>
                <c:pt idx="3054">
                  <c:v>2.1852</c:v>
                </c:pt>
                <c:pt idx="3055">
                  <c:v>2.2351</c:v>
                </c:pt>
                <c:pt idx="3056">
                  <c:v>2.3064</c:v>
                </c:pt>
                <c:pt idx="3057">
                  <c:v>2.3625</c:v>
                </c:pt>
                <c:pt idx="3058">
                  <c:v>2.3288</c:v>
                </c:pt>
                <c:pt idx="3059">
                  <c:v>2.3259</c:v>
                </c:pt>
                <c:pt idx="3060">
                  <c:v>2.2958</c:v>
                </c:pt>
                <c:pt idx="3061">
                  <c:v>2.2959</c:v>
                </c:pt>
                <c:pt idx="3062">
                  <c:v>2.3092</c:v>
                </c:pt>
                <c:pt idx="3063">
                  <c:v>2.2888</c:v>
                </c:pt>
                <c:pt idx="3064">
                  <c:v>2.3281</c:v>
                </c:pt>
                <c:pt idx="3065">
                  <c:v>2.3564</c:v>
                </c:pt>
                <c:pt idx="3066">
                  <c:v>2.4052</c:v>
                </c:pt>
                <c:pt idx="3067">
                  <c:v>2.4091</c:v>
                </c:pt>
                <c:pt idx="3068">
                  <c:v>2.3765</c:v>
                </c:pt>
                <c:pt idx="3069">
                  <c:v>2.4015</c:v>
                </c:pt>
                <c:pt idx="3070">
                  <c:v>2.4256</c:v>
                </c:pt>
                <c:pt idx="3071">
                  <c:v>2.4395</c:v>
                </c:pt>
                <c:pt idx="3072">
                  <c:v>2.4451</c:v>
                </c:pt>
                <c:pt idx="3073">
                  <c:v>2.4554</c:v>
                </c:pt>
                <c:pt idx="3074">
                  <c:v>2.4521</c:v>
                </c:pt>
                <c:pt idx="3075">
                  <c:v>2.3607</c:v>
                </c:pt>
                <c:pt idx="3076">
                  <c:v>2.3594</c:v>
                </c:pt>
                <c:pt idx="3077">
                  <c:v>2.3709</c:v>
                </c:pt>
                <c:pt idx="3078">
                  <c:v>2.3595</c:v>
                </c:pt>
                <c:pt idx="3079">
                  <c:v>2.3834</c:v>
                </c:pt>
                <c:pt idx="3080">
                  <c:v>2.4183</c:v>
                </c:pt>
                <c:pt idx="3081">
                  <c:v>2.3994</c:v>
                </c:pt>
                <c:pt idx="3082">
                  <c:v>2.4151</c:v>
                </c:pt>
                <c:pt idx="3083">
                  <c:v>2.4381</c:v>
                </c:pt>
                <c:pt idx="3084">
                  <c:v>2.5109</c:v>
                </c:pt>
                <c:pt idx="3085">
                  <c:v>2.5306</c:v>
                </c:pt>
                <c:pt idx="3086">
                  <c:v>2.4848</c:v>
                </c:pt>
                <c:pt idx="3087">
                  <c:v>2.4478</c:v>
                </c:pt>
                <c:pt idx="3088">
                  <c:v>2.4441</c:v>
                </c:pt>
                <c:pt idx="3089">
                  <c:v>2.3967</c:v>
                </c:pt>
                <c:pt idx="3090">
                  <c:v>2.4052</c:v>
                </c:pt>
                <c:pt idx="3091">
                  <c:v>2.462</c:v>
                </c:pt>
                <c:pt idx="3092">
                  <c:v>2.4405</c:v>
                </c:pt>
                <c:pt idx="3093">
                  <c:v>2.459</c:v>
                </c:pt>
                <c:pt idx="3094">
                  <c:v>2.4815</c:v>
                </c:pt>
                <c:pt idx="3095">
                  <c:v>2.494</c:v>
                </c:pt>
                <c:pt idx="3096">
                  <c:v>2.4009</c:v>
                </c:pt>
                <c:pt idx="3097">
                  <c:v>2.4152</c:v>
                </c:pt>
                <c:pt idx="3098">
                  <c:v>2.3736</c:v>
                </c:pt>
                <c:pt idx="3099">
                  <c:v>2.3677</c:v>
                </c:pt>
                <c:pt idx="3100">
                  <c:v>2.4502</c:v>
                </c:pt>
                <c:pt idx="3101">
                  <c:v>2.4938</c:v>
                </c:pt>
                <c:pt idx="3102">
                  <c:v>2.5016</c:v>
                </c:pt>
                <c:pt idx="3103">
                  <c:v>2.5095</c:v>
                </c:pt>
                <c:pt idx="3104">
                  <c:v>2.4608</c:v>
                </c:pt>
                <c:pt idx="3105">
                  <c:v>2.4321</c:v>
                </c:pt>
                <c:pt idx="3106">
                  <c:v>2.4276</c:v>
                </c:pt>
                <c:pt idx="3107">
                  <c:v>2.3267</c:v>
                </c:pt>
                <c:pt idx="3108">
                  <c:v>2.372</c:v>
                </c:pt>
                <c:pt idx="3109">
                  <c:v>2.3616</c:v>
                </c:pt>
                <c:pt idx="3110">
                  <c:v>2.394</c:v>
                </c:pt>
                <c:pt idx="3111">
                  <c:v>2.4309</c:v>
                </c:pt>
                <c:pt idx="3112">
                  <c:v>2.4643</c:v>
                </c:pt>
                <c:pt idx="3113">
                  <c:v>2.4561</c:v>
                </c:pt>
                <c:pt idx="3114">
                  <c:v>2.4742</c:v>
                </c:pt>
                <c:pt idx="3115">
                  <c:v>2.4611</c:v>
                </c:pt>
                <c:pt idx="3116">
                  <c:v>2.4371</c:v>
                </c:pt>
                <c:pt idx="3117">
                  <c:v>2.4697</c:v>
                </c:pt>
                <c:pt idx="3118">
                  <c:v>2.4717</c:v>
                </c:pt>
                <c:pt idx="3119">
                  <c:v>2.4524</c:v>
                </c:pt>
                <c:pt idx="3120">
                  <c:v>2.4877</c:v>
                </c:pt>
                <c:pt idx="3121">
                  <c:v>2.4477</c:v>
                </c:pt>
                <c:pt idx="3122">
                  <c:v>2.3838</c:v>
                </c:pt>
                <c:pt idx="3123">
                  <c:v>2.4078</c:v>
                </c:pt>
                <c:pt idx="3124">
                  <c:v>2.4114</c:v>
                </c:pt>
                <c:pt idx="3125">
                  <c:v>2.3713</c:v>
                </c:pt>
                <c:pt idx="3126">
                  <c:v>2.3198</c:v>
                </c:pt>
                <c:pt idx="3127">
                  <c:v>2.2676</c:v>
                </c:pt>
                <c:pt idx="3128">
                  <c:v>2.3304</c:v>
                </c:pt>
                <c:pt idx="3129">
                  <c:v>2.3917</c:v>
                </c:pt>
                <c:pt idx="3130">
                  <c:v>2.3659</c:v>
                </c:pt>
                <c:pt idx="3131">
                  <c:v>2.4525</c:v>
                </c:pt>
                <c:pt idx="3132">
                  <c:v>2.4285</c:v>
                </c:pt>
                <c:pt idx="3133">
                  <c:v>2.3876</c:v>
                </c:pt>
                <c:pt idx="3134">
                  <c:v>2.4828</c:v>
                </c:pt>
                <c:pt idx="3135">
                  <c:v>2.5647</c:v>
                </c:pt>
                <c:pt idx="3136">
                  <c:v>2.5405</c:v>
                </c:pt>
                <c:pt idx="3137">
                  <c:v>2.5314</c:v>
                </c:pt>
                <c:pt idx="3138">
                  <c:v>2.5333</c:v>
                </c:pt>
                <c:pt idx="3139">
                  <c:v>2.5535</c:v>
                </c:pt>
                <c:pt idx="3140">
                  <c:v>2.5955</c:v>
                </c:pt>
                <c:pt idx="3141">
                  <c:v>2.5869</c:v>
                </c:pt>
                <c:pt idx="3142">
                  <c:v>2.551</c:v>
                </c:pt>
                <c:pt idx="3143">
                  <c:v>2.5796</c:v>
                </c:pt>
                <c:pt idx="3144">
                  <c:v>2.669</c:v>
                </c:pt>
                <c:pt idx="3145">
                  <c:v>2.6909</c:v>
                </c:pt>
                <c:pt idx="3146">
                  <c:v>2.6566</c:v>
                </c:pt>
                <c:pt idx="3147">
                  <c:v>2.6674</c:v>
                </c:pt>
                <c:pt idx="3148">
                  <c:v>2.7039</c:v>
                </c:pt>
                <c:pt idx="3149">
                  <c:v>2.699</c:v>
                </c:pt>
                <c:pt idx="3150">
                  <c:v>2.7246</c:v>
                </c:pt>
                <c:pt idx="3151">
                  <c:v>2.7245</c:v>
                </c:pt>
                <c:pt idx="3152">
                  <c:v>2.6707</c:v>
                </c:pt>
                <c:pt idx="3153">
                  <c:v>2.7</c:v>
                </c:pt>
                <c:pt idx="3154">
                  <c:v>2.69</c:v>
                </c:pt>
                <c:pt idx="3155">
                  <c:v>2.6877</c:v>
                </c:pt>
                <c:pt idx="3156">
                  <c:v>2.6883</c:v>
                </c:pt>
                <c:pt idx="3157">
                  <c:v>2.6368</c:v>
                </c:pt>
                <c:pt idx="3158">
                  <c:v>2.5957</c:v>
                </c:pt>
                <c:pt idx="3159">
                  <c:v>2.6269</c:v>
                </c:pt>
                <c:pt idx="3160">
                  <c:v>2.6055</c:v>
                </c:pt>
                <c:pt idx="3161">
                  <c:v>2.5475</c:v>
                </c:pt>
                <c:pt idx="3162">
                  <c:v>2.5784</c:v>
                </c:pt>
                <c:pt idx="3163">
                  <c:v>2.573</c:v>
                </c:pt>
                <c:pt idx="3164">
                  <c:v>2.5855</c:v>
                </c:pt>
                <c:pt idx="3165">
                  <c:v>2.5606</c:v>
                </c:pt>
                <c:pt idx="3166">
                  <c:v>2.5085</c:v>
                </c:pt>
                <c:pt idx="3167">
                  <c:v>2.5464</c:v>
                </c:pt>
                <c:pt idx="3168">
                  <c:v>2.5671</c:v>
                </c:pt>
                <c:pt idx="3169">
                  <c:v>2.5869</c:v>
                </c:pt>
                <c:pt idx="3170">
                  <c:v>2.546</c:v>
                </c:pt>
                <c:pt idx="3171">
                  <c:v>2.4966</c:v>
                </c:pt>
                <c:pt idx="3172">
                  <c:v>2.5066</c:v>
                </c:pt>
                <c:pt idx="3173">
                  <c:v>2.4614</c:v>
                </c:pt>
                <c:pt idx="3174">
                  <c:v>2.4544</c:v>
                </c:pt>
                <c:pt idx="3175">
                  <c:v>2.4559</c:v>
                </c:pt>
                <c:pt idx="3176">
                  <c:v>2.4277</c:v>
                </c:pt>
                <c:pt idx="3177">
                  <c:v>2.45</c:v>
                </c:pt>
                <c:pt idx="3178">
                  <c:v>2.4667</c:v>
                </c:pt>
                <c:pt idx="3179">
                  <c:v>2.5067</c:v>
                </c:pt>
                <c:pt idx="3180">
                  <c:v>2.5215</c:v>
                </c:pt>
                <c:pt idx="3181">
                  <c:v>2.4157</c:v>
                </c:pt>
                <c:pt idx="3182">
                  <c:v>2.373</c:v>
                </c:pt>
                <c:pt idx="3183">
                  <c:v>2.4118</c:v>
                </c:pt>
                <c:pt idx="3184">
                  <c:v>2.3934</c:v>
                </c:pt>
                <c:pt idx="3185">
                  <c:v>2.396</c:v>
                </c:pt>
                <c:pt idx="3186">
                  <c:v>2.4632</c:v>
                </c:pt>
                <c:pt idx="3187">
                  <c:v>2.4413</c:v>
                </c:pt>
                <c:pt idx="3188">
                  <c:v>2.4367</c:v>
                </c:pt>
                <c:pt idx="3189">
                  <c:v>2.2916</c:v>
                </c:pt>
                <c:pt idx="3190">
                  <c:v>2.3363</c:v>
                </c:pt>
                <c:pt idx="3191">
                  <c:v>2.3608</c:v>
                </c:pt>
                <c:pt idx="3192">
                  <c:v>2.2917</c:v>
                </c:pt>
                <c:pt idx="3193">
                  <c:v>2.3032</c:v>
                </c:pt>
                <c:pt idx="3194">
                  <c:v>2.2411</c:v>
                </c:pt>
                <c:pt idx="3195">
                  <c:v>2.2231</c:v>
                </c:pt>
                <c:pt idx="3196">
                  <c:v>2.1905</c:v>
                </c:pt>
                <c:pt idx="3197">
                  <c:v>2.2111</c:v>
                </c:pt>
                <c:pt idx="3198">
                  <c:v>2.1987</c:v>
                </c:pt>
                <c:pt idx="3199">
                  <c:v>2.2061</c:v>
                </c:pt>
                <c:pt idx="3200">
                  <c:v>2.1812</c:v>
                </c:pt>
                <c:pt idx="3201">
                  <c:v>2.1986</c:v>
                </c:pt>
                <c:pt idx="3202">
                  <c:v>2.2793</c:v>
                </c:pt>
                <c:pt idx="3203">
                  <c:v>2.2563</c:v>
                </c:pt>
                <c:pt idx="3204">
                  <c:v>2.2635</c:v>
                </c:pt>
                <c:pt idx="3205">
                  <c:v>2.3186</c:v>
                </c:pt>
                <c:pt idx="3206">
                  <c:v>2.3724</c:v>
                </c:pt>
                <c:pt idx="3207">
                  <c:v>2.3193</c:v>
                </c:pt>
                <c:pt idx="3208">
                  <c:v>2.3209</c:v>
                </c:pt>
                <c:pt idx="3209">
                  <c:v>2.3155</c:v>
                </c:pt>
                <c:pt idx="3210">
                  <c:v>2.266</c:v>
                </c:pt>
                <c:pt idx="3211">
                  <c:v>2.2249</c:v>
                </c:pt>
                <c:pt idx="3212">
                  <c:v>2.2612</c:v>
                </c:pt>
                <c:pt idx="3213">
                  <c:v>2.2991</c:v>
                </c:pt>
                <c:pt idx="3214">
                  <c:v>2.2718</c:v>
                </c:pt>
                <c:pt idx="3215">
                  <c:v>2.2795</c:v>
                </c:pt>
                <c:pt idx="3216">
                  <c:v>2.3156</c:v>
                </c:pt>
                <c:pt idx="3217">
                  <c:v>2.2608</c:v>
                </c:pt>
                <c:pt idx="3218">
                  <c:v>2.2971</c:v>
                </c:pt>
                <c:pt idx="3219">
                  <c:v>2.3266</c:v>
                </c:pt>
                <c:pt idx="3220">
                  <c:v>2.3066</c:v>
                </c:pt>
                <c:pt idx="3221">
                  <c:v>2.3333</c:v>
                </c:pt>
                <c:pt idx="3222">
                  <c:v>2.3774</c:v>
                </c:pt>
                <c:pt idx="3223">
                  <c:v>2.4084</c:v>
                </c:pt>
                <c:pt idx="3224">
                  <c:v>2.4339</c:v>
                </c:pt>
                <c:pt idx="3225">
                  <c:v>2.3637</c:v>
                </c:pt>
                <c:pt idx="3226">
                  <c:v>2.5189</c:v>
                </c:pt>
                <c:pt idx="3227">
                  <c:v>2.5316</c:v>
                </c:pt>
                <c:pt idx="3228">
                  <c:v>2.536</c:v>
                </c:pt>
                <c:pt idx="3229">
                  <c:v>2.5591</c:v>
                </c:pt>
                <c:pt idx="3230">
                  <c:v>2.5631</c:v>
                </c:pt>
                <c:pt idx="3231">
                  <c:v>2.6088</c:v>
                </c:pt>
                <c:pt idx="3232">
                  <c:v>2.563</c:v>
                </c:pt>
                <c:pt idx="3233">
                  <c:v>2.5806</c:v>
                </c:pt>
                <c:pt idx="3234">
                  <c:v>2.6298</c:v>
                </c:pt>
                <c:pt idx="3235">
                  <c:v>2.5407</c:v>
                </c:pt>
                <c:pt idx="3236">
                  <c:v>2.5099</c:v>
                </c:pt>
                <c:pt idx="3237">
                  <c:v>2.4292</c:v>
                </c:pt>
                <c:pt idx="3238">
                  <c:v>2.437</c:v>
                </c:pt>
                <c:pt idx="3239">
                  <c:v>2.411</c:v>
                </c:pt>
                <c:pt idx="3240">
                  <c:v>2.4116</c:v>
                </c:pt>
                <c:pt idx="3241">
                  <c:v>2.3583</c:v>
                </c:pt>
                <c:pt idx="3242">
                  <c:v>2.4289</c:v>
                </c:pt>
                <c:pt idx="3243">
                  <c:v>2.4542</c:v>
                </c:pt>
                <c:pt idx="3244">
                  <c:v>2.5096</c:v>
                </c:pt>
                <c:pt idx="3245">
                  <c:v>2.525</c:v>
                </c:pt>
                <c:pt idx="3246">
                  <c:v>2.4544</c:v>
                </c:pt>
                <c:pt idx="3247">
                  <c:v>2.5165</c:v>
                </c:pt>
                <c:pt idx="3248">
                  <c:v>2.4638</c:v>
                </c:pt>
                <c:pt idx="3249">
                  <c:v>2.4035</c:v>
                </c:pt>
                <c:pt idx="3250">
                  <c:v>2.3605</c:v>
                </c:pt>
                <c:pt idx="3251">
                  <c:v>2.3656</c:v>
                </c:pt>
                <c:pt idx="3252">
                  <c:v>2.2682</c:v>
                </c:pt>
                <c:pt idx="3253">
                  <c:v>2.225</c:v>
                </c:pt>
                <c:pt idx="3254">
                  <c:v>2.2333</c:v>
                </c:pt>
                <c:pt idx="3255">
                  <c:v>2.2467</c:v>
                </c:pt>
                <c:pt idx="3256">
                  <c:v>2.2999</c:v>
                </c:pt>
                <c:pt idx="3257">
                  <c:v>2.2864</c:v>
                </c:pt>
                <c:pt idx="3258">
                  <c:v>2.2489</c:v>
                </c:pt>
                <c:pt idx="3259">
                  <c:v>2.3448</c:v>
                </c:pt>
                <c:pt idx="3260">
                  <c:v>2.2115</c:v>
                </c:pt>
                <c:pt idx="3261">
                  <c:v>2.2511</c:v>
                </c:pt>
                <c:pt idx="3262">
                  <c:v>2.2435</c:v>
                </c:pt>
                <c:pt idx="3263">
                  <c:v>2.2055</c:v>
                </c:pt>
                <c:pt idx="3264">
                  <c:v>2.2122</c:v>
                </c:pt>
                <c:pt idx="3265">
                  <c:v>2.2245</c:v>
                </c:pt>
                <c:pt idx="3266">
                  <c:v>2.1544</c:v>
                </c:pt>
                <c:pt idx="3267">
                  <c:v>2.1224</c:v>
                </c:pt>
                <c:pt idx="3268">
                  <c:v>2.1243</c:v>
                </c:pt>
                <c:pt idx="3269">
                  <c:v>2.1704</c:v>
                </c:pt>
                <c:pt idx="3270">
                  <c:v>2.1374</c:v>
                </c:pt>
                <c:pt idx="3271">
                  <c:v>2.1574</c:v>
                </c:pt>
                <c:pt idx="3272">
                  <c:v>2.1451</c:v>
                </c:pt>
                <c:pt idx="3273">
                  <c:v>2.1891</c:v>
                </c:pt>
                <c:pt idx="3274">
                  <c:v>2.1825</c:v>
                </c:pt>
                <c:pt idx="3275">
                  <c:v>2.2104</c:v>
                </c:pt>
                <c:pt idx="3276">
                  <c:v>2.2257</c:v>
                </c:pt>
                <c:pt idx="3277">
                  <c:v>2.2266</c:v>
                </c:pt>
                <c:pt idx="3278">
                  <c:v>2.3023</c:v>
                </c:pt>
                <c:pt idx="3279">
                  <c:v>2.0979</c:v>
                </c:pt>
                <c:pt idx="3280">
                  <c:v>2.0668</c:v>
                </c:pt>
                <c:pt idx="3281">
                  <c:v>2.0604</c:v>
                </c:pt>
                <c:pt idx="3282">
                  <c:v>2.0777</c:v>
                </c:pt>
                <c:pt idx="3283">
                  <c:v>2.0928</c:v>
                </c:pt>
                <c:pt idx="3284">
                  <c:v>2.0852</c:v>
                </c:pt>
                <c:pt idx="3285">
                  <c:v>2.1213</c:v>
                </c:pt>
                <c:pt idx="3286">
                  <c:v>2.1361</c:v>
                </c:pt>
                <c:pt idx="3287">
                  <c:v>2.0287</c:v>
                </c:pt>
                <c:pt idx="3288">
                  <c:v>2.0989</c:v>
                </c:pt>
                <c:pt idx="3289">
                  <c:v>2.0336</c:v>
                </c:pt>
                <c:pt idx="3290">
                  <c:v>1.9924</c:v>
                </c:pt>
                <c:pt idx="3291">
                  <c:v>1.8492</c:v>
                </c:pt>
                <c:pt idx="3292">
                  <c:v>1.8369</c:v>
                </c:pt>
                <c:pt idx="3293">
                  <c:v>1.7743</c:v>
                </c:pt>
                <c:pt idx="3294">
                  <c:v>1.763</c:v>
                </c:pt>
                <c:pt idx="3295">
                  <c:v>1.8205</c:v>
                </c:pt>
                <c:pt idx="3296">
                  <c:v>1.8097</c:v>
                </c:pt>
                <c:pt idx="3297">
                  <c:v>1.8604</c:v>
                </c:pt>
                <c:pt idx="3298">
                  <c:v>1.8131</c:v>
                </c:pt>
                <c:pt idx="3299">
                  <c:v>1.7366</c:v>
                </c:pt>
                <c:pt idx="3300">
                  <c:v>1.7435</c:v>
                </c:pt>
                <c:pt idx="3301">
                  <c:v>1.8163</c:v>
                </c:pt>
                <c:pt idx="3302">
                  <c:v>1.7838</c:v>
                </c:pt>
                <c:pt idx="3303">
                  <c:v>1.7942</c:v>
                </c:pt>
                <c:pt idx="3304">
                  <c:v>1.7779</c:v>
                </c:pt>
                <c:pt idx="3305">
                  <c:v>1.7773</c:v>
                </c:pt>
                <c:pt idx="3306">
                  <c:v>1.8165</c:v>
                </c:pt>
                <c:pt idx="3307">
                  <c:v>1.6753</c:v>
                </c:pt>
                <c:pt idx="3308">
                  <c:v>1.6744</c:v>
                </c:pt>
                <c:pt idx="3309">
                  <c:v>1.683</c:v>
                </c:pt>
                <c:pt idx="3310">
                  <c:v>1.722</c:v>
                </c:pt>
                <c:pt idx="3311">
                  <c:v>1.6087</c:v>
                </c:pt>
                <c:pt idx="3312">
                  <c:v>1.6508</c:v>
                </c:pt>
                <c:pt idx="3313">
                  <c:v>1.6314</c:v>
                </c:pt>
                <c:pt idx="3314">
                  <c:v>1.5841</c:v>
                </c:pt>
                <c:pt idx="3315">
                  <c:v>1.6311</c:v>
                </c:pt>
                <c:pt idx="3316">
                  <c:v>1.6618</c:v>
                </c:pt>
                <c:pt idx="3317">
                  <c:v>1.6027</c:v>
                </c:pt>
                <c:pt idx="3318">
                  <c:v>1.5839</c:v>
                </c:pt>
                <c:pt idx="3319">
                  <c:v>1.5027</c:v>
                </c:pt>
                <c:pt idx="3320">
                  <c:v>1.4559</c:v>
                </c:pt>
                <c:pt idx="3321">
                  <c:v>1.4611</c:v>
                </c:pt>
                <c:pt idx="3322">
                  <c:v>1.4362</c:v>
                </c:pt>
                <c:pt idx="3323">
                  <c:v>1.416</c:v>
                </c:pt>
                <c:pt idx="3324">
                  <c:v>1.3075</c:v>
                </c:pt>
                <c:pt idx="3325">
                  <c:v>1.3117</c:v>
                </c:pt>
                <c:pt idx="3326">
                  <c:v>1.3505</c:v>
                </c:pt>
                <c:pt idx="3327">
                  <c:v>1.3336</c:v>
                </c:pt>
                <c:pt idx="3328">
                  <c:v>1.3059</c:v>
                </c:pt>
                <c:pt idx="3329">
                  <c:v>1.3579</c:v>
                </c:pt>
                <c:pt idx="3330">
                  <c:v>1.352</c:v>
                </c:pt>
                <c:pt idx="3331">
                  <c:v>1.3526</c:v>
                </c:pt>
                <c:pt idx="3332">
                  <c:v>1.3376</c:v>
                </c:pt>
                <c:pt idx="3333">
                  <c:v>1.3447</c:v>
                </c:pt>
                <c:pt idx="3334">
                  <c:v>1.3169</c:v>
                </c:pt>
                <c:pt idx="3335">
                  <c:v>1.3281</c:v>
                </c:pt>
                <c:pt idx="3336">
                  <c:v>1.3615</c:v>
                </c:pt>
                <c:pt idx="3337">
                  <c:v>1.3104</c:v>
                </c:pt>
                <c:pt idx="3338">
                  <c:v>1.3396</c:v>
                </c:pt>
                <c:pt idx="3339">
                  <c:v>1.414</c:v>
                </c:pt>
                <c:pt idx="3340">
                  <c:v>1.4466</c:v>
                </c:pt>
                <c:pt idx="3341">
                  <c:v>1.3559</c:v>
                </c:pt>
                <c:pt idx="3342">
                  <c:v>1.3485</c:v>
                </c:pt>
                <c:pt idx="3343">
                  <c:v>1.3271</c:v>
                </c:pt>
                <c:pt idx="3344">
                  <c:v>1.3681</c:v>
                </c:pt>
                <c:pt idx="3345">
                  <c:v>1.3995</c:v>
                </c:pt>
                <c:pt idx="3346">
                  <c:v>1.4443</c:v>
                </c:pt>
                <c:pt idx="3347">
                  <c:v>1.4195</c:v>
                </c:pt>
                <c:pt idx="3348">
                  <c:v>1.4294</c:v>
                </c:pt>
                <c:pt idx="3349">
                  <c:v>1.4307</c:v>
                </c:pt>
                <c:pt idx="3350">
                  <c:v>1.424</c:v>
                </c:pt>
                <c:pt idx="3351">
                  <c:v>1.4932</c:v>
                </c:pt>
                <c:pt idx="3352">
                  <c:v>1.503</c:v>
                </c:pt>
                <c:pt idx="3353">
                  <c:v>1.5005</c:v>
                </c:pt>
                <c:pt idx="3354">
                  <c:v>1.4918</c:v>
                </c:pt>
                <c:pt idx="3355">
                  <c:v>1.5404</c:v>
                </c:pt>
                <c:pt idx="3356">
                  <c:v>1.4651</c:v>
                </c:pt>
                <c:pt idx="3357">
                  <c:v>1.5597</c:v>
                </c:pt>
                <c:pt idx="3358">
                  <c:v>1.6019</c:v>
                </c:pt>
                <c:pt idx="3359">
                  <c:v>1.6405</c:v>
                </c:pt>
                <c:pt idx="3360">
                  <c:v>1.6303</c:v>
                </c:pt>
                <c:pt idx="3361">
                  <c:v>1.629</c:v>
                </c:pt>
                <c:pt idx="3362">
                  <c:v>1.6738</c:v>
                </c:pt>
                <c:pt idx="3363">
                  <c:v>1.6573</c:v>
                </c:pt>
                <c:pt idx="3364">
                  <c:v>1.608</c:v>
                </c:pt>
                <c:pt idx="3365">
                  <c:v>1.5484</c:v>
                </c:pt>
                <c:pt idx="3366">
                  <c:v>1.4912</c:v>
                </c:pt>
                <c:pt idx="3367">
                  <c:v>1.4481</c:v>
                </c:pt>
                <c:pt idx="3368">
                  <c:v>1.4221</c:v>
                </c:pt>
                <c:pt idx="3369">
                  <c:v>1.4656</c:v>
                </c:pt>
                <c:pt idx="3370">
                  <c:v>1.4716</c:v>
                </c:pt>
                <c:pt idx="3371">
                  <c:v>1.4585</c:v>
                </c:pt>
                <c:pt idx="3372">
                  <c:v>1.4646</c:v>
                </c:pt>
                <c:pt idx="3373">
                  <c:v>1.5572</c:v>
                </c:pt>
                <c:pt idx="3374">
                  <c:v>1.5695</c:v>
                </c:pt>
                <c:pt idx="3375">
                  <c:v>1.6052</c:v>
                </c:pt>
                <c:pt idx="3376">
                  <c:v>1.6254</c:v>
                </c:pt>
                <c:pt idx="3377">
                  <c:v>1.5872</c:v>
                </c:pt>
                <c:pt idx="3378">
                  <c:v>1.5787</c:v>
                </c:pt>
                <c:pt idx="3379">
                  <c:v>1.5775</c:v>
                </c:pt>
                <c:pt idx="3380">
                  <c:v>1.6053</c:v>
                </c:pt>
                <c:pt idx="3381">
                  <c:v>1.5502</c:v>
                </c:pt>
                <c:pt idx="3382">
                  <c:v>1.533</c:v>
                </c:pt>
                <c:pt idx="3383">
                  <c:v>1.5188</c:v>
                </c:pt>
                <c:pt idx="3384">
                  <c:v>1.5168</c:v>
                </c:pt>
                <c:pt idx="3385">
                  <c:v>1.5289</c:v>
                </c:pt>
                <c:pt idx="3386">
                  <c:v>1.5911</c:v>
                </c:pt>
                <c:pt idx="3387">
                  <c:v>1.5532</c:v>
                </c:pt>
                <c:pt idx="3388">
                  <c:v>1.6015</c:v>
                </c:pt>
                <c:pt idx="3389">
                  <c:v>1.5689</c:v>
                </c:pt>
                <c:pt idx="3390">
                  <c:v>1.5885</c:v>
                </c:pt>
                <c:pt idx="3391">
                  <c:v>1.5963</c:v>
                </c:pt>
                <c:pt idx="3392">
                  <c:v>1.5431</c:v>
                </c:pt>
                <c:pt idx="3393">
                  <c:v>1.5324</c:v>
                </c:pt>
                <c:pt idx="3394">
                  <c:v>1.4612</c:v>
                </c:pt>
                <c:pt idx="3395">
                  <c:v>1.4257</c:v>
                </c:pt>
                <c:pt idx="3396">
                  <c:v>1.4404</c:v>
                </c:pt>
                <c:pt idx="3397">
                  <c:v>1.4103</c:v>
                </c:pt>
                <c:pt idx="3398">
                  <c:v>1.4021</c:v>
                </c:pt>
                <c:pt idx="3399">
                  <c:v>1.4394</c:v>
                </c:pt>
                <c:pt idx="3400">
                  <c:v>1.4009</c:v>
                </c:pt>
                <c:pt idx="3401">
                  <c:v>1.4362</c:v>
                </c:pt>
                <c:pt idx="3402">
                  <c:v>1.4369</c:v>
                </c:pt>
                <c:pt idx="3403">
                  <c:v>1.4477</c:v>
                </c:pt>
                <c:pt idx="3404">
                  <c:v>1.5083</c:v>
                </c:pt>
                <c:pt idx="3405">
                  <c:v>1.4677</c:v>
                </c:pt>
                <c:pt idx="3406">
                  <c:v>1.5007</c:v>
                </c:pt>
                <c:pt idx="3407">
                  <c:v>1.5414</c:v>
                </c:pt>
                <c:pt idx="3408">
                  <c:v>1.5463</c:v>
                </c:pt>
                <c:pt idx="3409">
                  <c:v>1.5493</c:v>
                </c:pt>
                <c:pt idx="3410">
                  <c:v>1.4747</c:v>
                </c:pt>
                <c:pt idx="3411">
                  <c:v>1.3831</c:v>
                </c:pt>
                <c:pt idx="3412">
                  <c:v>1.3839</c:v>
                </c:pt>
                <c:pt idx="3413">
                  <c:v>1.3236</c:v>
                </c:pt>
                <c:pt idx="3414">
                  <c:v>1.3508</c:v>
                </c:pt>
                <c:pt idx="3415">
                  <c:v>1.34</c:v>
                </c:pt>
                <c:pt idx="3416">
                  <c:v>1.3697</c:v>
                </c:pt>
                <c:pt idx="3417">
                  <c:v>1.3734</c:v>
                </c:pt>
                <c:pt idx="3418">
                  <c:v>1.3712</c:v>
                </c:pt>
                <c:pt idx="3419">
                  <c:v>1.3939</c:v>
                </c:pt>
                <c:pt idx="3420">
                  <c:v>1.3844</c:v>
                </c:pt>
                <c:pt idx="3421">
                  <c:v>1.4014</c:v>
                </c:pt>
                <c:pt idx="3422">
                  <c:v>1.3837</c:v>
                </c:pt>
                <c:pt idx="3423">
                  <c:v>1.3004</c:v>
                </c:pt>
                <c:pt idx="3424">
                  <c:v>1.3049</c:v>
                </c:pt>
                <c:pt idx="3425">
                  <c:v>1.268</c:v>
                </c:pt>
                <c:pt idx="3426">
                  <c:v>1.2215</c:v>
                </c:pt>
                <c:pt idx="3427">
                  <c:v>1.1775</c:v>
                </c:pt>
                <c:pt idx="3428">
                  <c:v>1.1809</c:v>
                </c:pt>
                <c:pt idx="3429">
                  <c:v>1.1385</c:v>
                </c:pt>
                <c:pt idx="3430">
                  <c:v>1.1485</c:v>
                </c:pt>
                <c:pt idx="3431">
                  <c:v>1.1614</c:v>
                </c:pt>
                <c:pt idx="3432">
                  <c:v>1.1867</c:v>
                </c:pt>
                <c:pt idx="3433">
                  <c:v>1.1803</c:v>
                </c:pt>
                <c:pt idx="3434">
                  <c:v>1.1776</c:v>
                </c:pt>
                <c:pt idx="3435">
                  <c:v>1.1764</c:v>
                </c:pt>
                <c:pt idx="3436">
                  <c:v>1.1914</c:v>
                </c:pt>
                <c:pt idx="3437">
                  <c:v>1.1935</c:v>
                </c:pt>
                <c:pt idx="3438">
                  <c:v>1.2118</c:v>
                </c:pt>
                <c:pt idx="3439">
                  <c:v>1.207</c:v>
                </c:pt>
                <c:pt idx="3440">
                  <c:v>1.2113</c:v>
                </c:pt>
                <c:pt idx="3441">
                  <c:v>1.2037</c:v>
                </c:pt>
                <c:pt idx="3442">
                  <c:v>1.126</c:v>
                </c:pt>
                <c:pt idx="3443">
                  <c:v>1.0771</c:v>
                </c:pt>
                <c:pt idx="3444">
                  <c:v>1.116</c:v>
                </c:pt>
                <c:pt idx="3445">
                  <c:v>1.1377</c:v>
                </c:pt>
                <c:pt idx="3446">
                  <c:v>1.134</c:v>
                </c:pt>
                <c:pt idx="3447">
                  <c:v>1.1485</c:v>
                </c:pt>
                <c:pt idx="3448">
                  <c:v>1.1553</c:v>
                </c:pt>
                <c:pt idx="3449">
                  <c:v>1.1857</c:v>
                </c:pt>
                <c:pt idx="3450">
                  <c:v>1.2179</c:v>
                </c:pt>
                <c:pt idx="3451">
                  <c:v>1.3126</c:v>
                </c:pt>
                <c:pt idx="3452">
                  <c:v>1.2457</c:v>
                </c:pt>
                <c:pt idx="3453">
                  <c:v>1.2776</c:v>
                </c:pt>
                <c:pt idx="3454">
                  <c:v>1.2836</c:v>
                </c:pt>
                <c:pt idx="3455">
                  <c:v>1.2413</c:v>
                </c:pt>
                <c:pt idx="3456">
                  <c:v>1.2542</c:v>
                </c:pt>
                <c:pt idx="3457">
                  <c:v>1.2446</c:v>
                </c:pt>
                <c:pt idx="3458">
                  <c:v>1.2837</c:v>
                </c:pt>
                <c:pt idx="3459">
                  <c:v>1.3693</c:v>
                </c:pt>
                <c:pt idx="3460">
                  <c:v>1.3434</c:v>
                </c:pt>
                <c:pt idx="3461">
                  <c:v>1.3245</c:v>
                </c:pt>
                <c:pt idx="3462">
                  <c:v>1.3837</c:v>
                </c:pt>
                <c:pt idx="3463">
                  <c:v>1.3242</c:v>
                </c:pt>
                <c:pt idx="3464">
                  <c:v>1.3967</c:v>
                </c:pt>
                <c:pt idx="3465">
                  <c:v>1.3731</c:v>
                </c:pt>
                <c:pt idx="3466">
                  <c:v>1.2889</c:v>
                </c:pt>
                <c:pt idx="3467">
                  <c:v>1.223</c:v>
                </c:pt>
                <c:pt idx="3468">
                  <c:v>1.1986</c:v>
                </c:pt>
                <c:pt idx="3469">
                  <c:v>1.1918</c:v>
                </c:pt>
                <c:pt idx="3470">
                  <c:v>1.1977</c:v>
                </c:pt>
                <c:pt idx="3471">
                  <c:v>1.2321</c:v>
                </c:pt>
                <c:pt idx="3472">
                  <c:v>1.2551</c:v>
                </c:pt>
                <c:pt idx="3473">
                  <c:v>1.2613</c:v>
                </c:pt>
                <c:pt idx="3474">
                  <c:v>1.1954</c:v>
                </c:pt>
                <c:pt idx="3475">
                  <c:v>1.1419</c:v>
                </c:pt>
                <c:pt idx="3476">
                  <c:v>1.1464</c:v>
                </c:pt>
                <c:pt idx="3477">
                  <c:v>1.146</c:v>
                </c:pt>
                <c:pt idx="3478">
                  <c:v>1.1548</c:v>
                </c:pt>
                <c:pt idx="3479">
                  <c:v>1.1684</c:v>
                </c:pt>
                <c:pt idx="3480">
                  <c:v>1.0809</c:v>
                </c:pt>
                <c:pt idx="3481">
                  <c:v>1.1759</c:v>
                </c:pt>
                <c:pt idx="3482">
                  <c:v>1.2508</c:v>
                </c:pt>
                <c:pt idx="3483">
                  <c:v>1.3037</c:v>
                </c:pt>
                <c:pt idx="3484">
                  <c:v>1.3051</c:v>
                </c:pt>
                <c:pt idx="3485">
                  <c:v>1.3252</c:v>
                </c:pt>
                <c:pt idx="3486">
                  <c:v>1.3719</c:v>
                </c:pt>
                <c:pt idx="3487">
                  <c:v>1.428</c:v>
                </c:pt>
                <c:pt idx="3488">
                  <c:v>1.4482</c:v>
                </c:pt>
                <c:pt idx="3489">
                  <c:v>1.2746</c:v>
                </c:pt>
                <c:pt idx="3490">
                  <c:v>1.3017</c:v>
                </c:pt>
                <c:pt idx="3491">
                  <c:v>1.2479</c:v>
                </c:pt>
                <c:pt idx="3492">
                  <c:v>1.1885</c:v>
                </c:pt>
                <c:pt idx="3493">
                  <c:v>1.2022</c:v>
                </c:pt>
                <c:pt idx="3494">
                  <c:v>1.1899</c:v>
                </c:pt>
                <c:pt idx="3495">
                  <c:v>1.1138</c:v>
                </c:pt>
                <c:pt idx="3496">
                  <c:v>1.0915</c:v>
                </c:pt>
                <c:pt idx="3497">
                  <c:v>1.059</c:v>
                </c:pt>
                <c:pt idx="3498">
                  <c:v>1.0573</c:v>
                </c:pt>
                <c:pt idx="3499">
                  <c:v>1.1133</c:v>
                </c:pt>
                <c:pt idx="3500">
                  <c:v>1.1487</c:v>
                </c:pt>
                <c:pt idx="3501">
                  <c:v>1.1399</c:v>
                </c:pt>
                <c:pt idx="3502">
                  <c:v>1.1496</c:v>
                </c:pt>
                <c:pt idx="3503">
                  <c:v>1.1743</c:v>
                </c:pt>
                <c:pt idx="3504">
                  <c:v>1.1823</c:v>
                </c:pt>
                <c:pt idx="3505">
                  <c:v>1.1737</c:v>
                </c:pt>
                <c:pt idx="3506">
                  <c:v>1.2561</c:v>
                </c:pt>
                <c:pt idx="3507">
                  <c:v>1.2564</c:v>
                </c:pt>
                <c:pt idx="3508">
                  <c:v>1.2656</c:v>
                </c:pt>
                <c:pt idx="3509">
                  <c:v>1.3015</c:v>
                </c:pt>
                <c:pt idx="3510">
                  <c:v>1.2502</c:v>
                </c:pt>
                <c:pt idx="3511">
                  <c:v>1.1796</c:v>
                </c:pt>
                <c:pt idx="3512">
                  <c:v>1.096</c:v>
                </c:pt>
                <c:pt idx="3513">
                  <c:v>1.0857</c:v>
                </c:pt>
                <c:pt idx="3514">
                  <c:v>1.1264</c:v>
                </c:pt>
                <c:pt idx="3515">
                  <c:v>1.088</c:v>
                </c:pt>
                <c:pt idx="3516">
                  <c:v>1.0775</c:v>
                </c:pt>
                <c:pt idx="3517">
                  <c:v>1.0182</c:v>
                </c:pt>
                <c:pt idx="3518">
                  <c:v>1.0011</c:v>
                </c:pt>
                <c:pt idx="3519">
                  <c:v>0.9047</c:v>
                </c:pt>
                <c:pt idx="3520">
                  <c:v>0.9662</c:v>
                </c:pt>
                <c:pt idx="3521">
                  <c:v>0.9219</c:v>
                </c:pt>
                <c:pt idx="3522">
                  <c:v>0.9541</c:v>
                </c:pt>
                <c:pt idx="3523">
                  <c:v>0.976</c:v>
                </c:pt>
                <c:pt idx="3524">
                  <c:v>0.8605</c:v>
                </c:pt>
                <c:pt idx="3525">
                  <c:v>0.807</c:v>
                </c:pt>
                <c:pt idx="3526">
                  <c:v>0.7978</c:v>
                </c:pt>
                <c:pt idx="3527">
                  <c:v>0.8294</c:v>
                </c:pt>
                <c:pt idx="3528">
                  <c:v>0.8991</c:v>
                </c:pt>
                <c:pt idx="3529">
                  <c:v>0.9559</c:v>
                </c:pt>
                <c:pt idx="3530">
                  <c:v>0.9149</c:v>
                </c:pt>
                <c:pt idx="3531">
                  <c:v>0.9102</c:v>
                </c:pt>
                <c:pt idx="3532">
                  <c:v>0.872</c:v>
                </c:pt>
                <c:pt idx="3533">
                  <c:v>0.8903</c:v>
                </c:pt>
                <c:pt idx="3534">
                  <c:v>0.8615</c:v>
                </c:pt>
                <c:pt idx="3535">
                  <c:v>0.8973</c:v>
                </c:pt>
                <c:pt idx="3536">
                  <c:v>0.8499</c:v>
                </c:pt>
                <c:pt idx="3537">
                  <c:v>0.843</c:v>
                </c:pt>
                <c:pt idx="3538">
                  <c:v>0.8982</c:v>
                </c:pt>
                <c:pt idx="3539">
                  <c:v>0.9713</c:v>
                </c:pt>
                <c:pt idx="3540">
                  <c:v>0.9978</c:v>
                </c:pt>
                <c:pt idx="3541">
                  <c:v>0.9884</c:v>
                </c:pt>
                <c:pt idx="3542">
                  <c:v>0.9383</c:v>
                </c:pt>
                <c:pt idx="3543">
                  <c:v>1.0026</c:v>
                </c:pt>
                <c:pt idx="3544">
                  <c:v>0.9186</c:v>
                </c:pt>
                <c:pt idx="3545">
                  <c:v>0.965</c:v>
                </c:pt>
                <c:pt idx="3546">
                  <c:v>0.9893</c:v>
                </c:pt>
                <c:pt idx="3547">
                  <c:v>0.9695</c:v>
                </c:pt>
                <c:pt idx="3548">
                  <c:v>1.0365</c:v>
                </c:pt>
                <c:pt idx="3549">
                  <c:v>0.9716</c:v>
                </c:pt>
                <c:pt idx="3550">
                  <c:v>1.0154</c:v>
                </c:pt>
                <c:pt idx="3551">
                  <c:v>0.9718</c:v>
                </c:pt>
                <c:pt idx="3552">
                  <c:v>0.8982</c:v>
                </c:pt>
                <c:pt idx="3553">
                  <c:v>0.8789</c:v>
                </c:pt>
                <c:pt idx="3554">
                  <c:v>0.9255</c:v>
                </c:pt>
                <c:pt idx="3555">
                  <c:v>0.8749</c:v>
                </c:pt>
                <c:pt idx="3556">
                  <c:v>0.9582</c:v>
                </c:pt>
                <c:pt idx="3557">
                  <c:v>0.8842</c:v>
                </c:pt>
                <c:pt idx="3558">
                  <c:v>0.9294</c:v>
                </c:pt>
                <c:pt idx="3559">
                  <c:v>0.9468</c:v>
                </c:pt>
                <c:pt idx="3560">
                  <c:v>0.9439</c:v>
                </c:pt>
                <c:pt idx="3561">
                  <c:v>0.8209</c:v>
                </c:pt>
                <c:pt idx="3562">
                  <c:v>0.737</c:v>
                </c:pt>
                <c:pt idx="3563">
                  <c:v>0.624</c:v>
                </c:pt>
                <c:pt idx="3564">
                  <c:v>0.807</c:v>
                </c:pt>
                <c:pt idx="3565">
                  <c:v>0.8838</c:v>
                </c:pt>
                <c:pt idx="3566">
                  <c:v>1.0233</c:v>
                </c:pt>
                <c:pt idx="3567">
                  <c:v>1.0113</c:v>
                </c:pt>
                <c:pt idx="3568">
                  <c:v>0.9998</c:v>
                </c:pt>
                <c:pt idx="3569">
                  <c:v>1.035</c:v>
                </c:pt>
                <c:pt idx="3570">
                  <c:v>0.9815</c:v>
                </c:pt>
                <c:pt idx="3571">
                  <c:v>1.0406</c:v>
                </c:pt>
                <c:pt idx="3572">
                  <c:v>1.0145</c:v>
                </c:pt>
                <c:pt idx="3573">
                  <c:v>0.9522</c:v>
                </c:pt>
                <c:pt idx="3574">
                  <c:v>0.9516</c:v>
                </c:pt>
                <c:pt idx="3575">
                  <c:v>1.027</c:v>
                </c:pt>
                <c:pt idx="3576">
                  <c:v>1.0406</c:v>
                </c:pt>
                <c:pt idx="3577">
                  <c:v>1.058</c:v>
                </c:pt>
                <c:pt idx="3578">
                  <c:v>1.1772</c:v>
                </c:pt>
                <c:pt idx="3579">
                  <c:v>1.2223</c:v>
                </c:pt>
                <c:pt idx="3580">
                  <c:v>1.1648</c:v>
                </c:pt>
                <c:pt idx="3581">
                  <c:v>1.2165</c:v>
                </c:pt>
                <c:pt idx="3582">
                  <c:v>1.2531</c:v>
                </c:pt>
                <c:pt idx="3583">
                  <c:v>1.2819</c:v>
                </c:pt>
                <c:pt idx="3584">
                  <c:v>1.3407</c:v>
                </c:pt>
                <c:pt idx="3585">
                  <c:v>1.3285</c:v>
                </c:pt>
                <c:pt idx="3586">
                  <c:v>1.3417</c:v>
                </c:pt>
                <c:pt idx="3587">
                  <c:v>1.3055</c:v>
                </c:pt>
                <c:pt idx="3588">
                  <c:v>1.3196</c:v>
                </c:pt>
                <c:pt idx="3589">
                  <c:v>1.3222</c:v>
                </c:pt>
                <c:pt idx="3590">
                  <c:v>1.3638</c:v>
                </c:pt>
                <c:pt idx="3591">
                  <c:v>1.3352</c:v>
                </c:pt>
                <c:pt idx="3592">
                  <c:v>1.2869</c:v>
                </c:pt>
                <c:pt idx="3593">
                  <c:v>1.34</c:v>
                </c:pt>
                <c:pt idx="3594">
                  <c:v>1.3434</c:v>
                </c:pt>
                <c:pt idx="3595">
                  <c:v>1.3483</c:v>
                </c:pt>
                <c:pt idx="3596">
                  <c:v>1.371</c:v>
                </c:pt>
                <c:pt idx="3597">
                  <c:v>1.3233</c:v>
                </c:pt>
                <c:pt idx="3598">
                  <c:v>1.3497</c:v>
                </c:pt>
                <c:pt idx="3599">
                  <c:v>1.4273</c:v>
                </c:pt>
                <c:pt idx="3600">
                  <c:v>1.3914</c:v>
                </c:pt>
                <c:pt idx="3601">
                  <c:v>1.3353</c:v>
                </c:pt>
                <c:pt idx="3602">
                  <c:v>1.4387</c:v>
                </c:pt>
                <c:pt idx="3603">
                  <c:v>1.4359</c:v>
                </c:pt>
                <c:pt idx="3604">
                  <c:v>1.5705</c:v>
                </c:pt>
                <c:pt idx="3605">
                  <c:v>1.6563</c:v>
                </c:pt>
                <c:pt idx="3606">
                  <c:v>1.7545</c:v>
                </c:pt>
                <c:pt idx="3607">
                  <c:v>1.6644</c:v>
                </c:pt>
                <c:pt idx="3608">
                  <c:v>1.6766</c:v>
                </c:pt>
                <c:pt idx="3609">
                  <c:v>1.6363</c:v>
                </c:pt>
                <c:pt idx="3610">
                  <c:v>1.6966</c:v>
                </c:pt>
                <c:pt idx="3611">
                  <c:v>1.6762</c:v>
                </c:pt>
                <c:pt idx="3612">
                  <c:v>1.722</c:v>
                </c:pt>
                <c:pt idx="3613">
                  <c:v>1.6816</c:v>
                </c:pt>
                <c:pt idx="3614">
                  <c:v>1.7221</c:v>
                </c:pt>
                <c:pt idx="3615">
                  <c:v>1.7475</c:v>
                </c:pt>
                <c:pt idx="3616">
                  <c:v>1.8024</c:v>
                </c:pt>
                <c:pt idx="3617">
                  <c:v>1.8349</c:v>
                </c:pt>
                <c:pt idx="3618">
                  <c:v>1.757</c:v>
                </c:pt>
                <c:pt idx="3619">
                  <c:v>1.7308</c:v>
                </c:pt>
                <c:pt idx="3620">
                  <c:v>1.7186</c:v>
                </c:pt>
                <c:pt idx="3621">
                  <c:v>1.5602</c:v>
                </c:pt>
                <c:pt idx="3622">
                  <c:v>1.4682</c:v>
                </c:pt>
                <c:pt idx="3623">
                  <c:v>1.4613</c:v>
                </c:pt>
                <c:pt idx="3624">
                  <c:v>1.4628</c:v>
                </c:pt>
                <c:pt idx="3625">
                  <c:v>1.3991</c:v>
                </c:pt>
                <c:pt idx="3626">
                  <c:v>1.3736</c:v>
                </c:pt>
                <c:pt idx="3627">
                  <c:v>1.4482</c:v>
                </c:pt>
                <c:pt idx="3628">
                  <c:v>1.4308</c:v>
                </c:pt>
                <c:pt idx="3629">
                  <c:v>1.4633</c:v>
                </c:pt>
                <c:pt idx="3630">
                  <c:v>1.3987</c:v>
                </c:pt>
                <c:pt idx="3631">
                  <c:v>1.3711</c:v>
                </c:pt>
                <c:pt idx="3632">
                  <c:v>1.3077</c:v>
                </c:pt>
                <c:pt idx="3633">
                  <c:v>1.3365</c:v>
                </c:pt>
                <c:pt idx="3634">
                  <c:v>1.3778</c:v>
                </c:pt>
                <c:pt idx="3635">
                  <c:v>1.4006</c:v>
                </c:pt>
                <c:pt idx="3636">
                  <c:v>1.4616</c:v>
                </c:pt>
                <c:pt idx="3637">
                  <c:v>1.3763</c:v>
                </c:pt>
                <c:pt idx="3638">
                  <c:v>1.3971</c:v>
                </c:pt>
                <c:pt idx="3639">
                  <c:v>1.3417</c:v>
                </c:pt>
                <c:pt idx="3640">
                  <c:v>1.3257</c:v>
                </c:pt>
                <c:pt idx="3641">
                  <c:v>1.3229</c:v>
                </c:pt>
                <c:pt idx="3642">
                  <c:v>1.3675</c:v>
                </c:pt>
                <c:pt idx="3643">
                  <c:v>1.3877</c:v>
                </c:pt>
                <c:pt idx="3644">
                  <c:v>1.4944</c:v>
                </c:pt>
                <c:pt idx="3645">
                  <c:v>1.4227</c:v>
                </c:pt>
                <c:pt idx="3646">
                  <c:v>1.3789</c:v>
                </c:pt>
                <c:pt idx="3647">
                  <c:v>1.3167</c:v>
                </c:pt>
                <c:pt idx="3648">
                  <c:v>1.3571</c:v>
                </c:pt>
                <c:pt idx="3649">
                  <c:v>1.2466</c:v>
                </c:pt>
                <c:pt idx="3650">
                  <c:v>1.2156</c:v>
                </c:pt>
                <c:pt idx="3651">
                  <c:v>1.171</c:v>
                </c:pt>
                <c:pt idx="3652">
                  <c:v>1.2271</c:v>
                </c:pt>
                <c:pt idx="3653">
                  <c:v>1.3015</c:v>
                </c:pt>
                <c:pt idx="3654">
                  <c:v>1.3839</c:v>
                </c:pt>
                <c:pt idx="3655">
                  <c:v>1.3916</c:v>
                </c:pt>
                <c:pt idx="3656">
                  <c:v>1.4297</c:v>
                </c:pt>
                <c:pt idx="3657">
                  <c:v>1.4376</c:v>
                </c:pt>
                <c:pt idx="3658">
                  <c:v>1.3785</c:v>
                </c:pt>
                <c:pt idx="3659">
                  <c:v>1.3195</c:v>
                </c:pt>
                <c:pt idx="3660">
                  <c:v>1.2474</c:v>
                </c:pt>
                <c:pt idx="3661">
                  <c:v>1.2319</c:v>
                </c:pt>
                <c:pt idx="3662">
                  <c:v>1.2208</c:v>
                </c:pt>
                <c:pt idx="3663">
                  <c:v>1.2084</c:v>
                </c:pt>
                <c:pt idx="3664">
                  <c:v>1.3001</c:v>
                </c:pt>
                <c:pt idx="3665">
                  <c:v>1.2323</c:v>
                </c:pt>
                <c:pt idx="3666">
                  <c:v>1.2656</c:v>
                </c:pt>
                <c:pt idx="3667">
                  <c:v>1.2201</c:v>
                </c:pt>
                <c:pt idx="3668">
                  <c:v>1.1636</c:v>
                </c:pt>
                <c:pt idx="3669">
                  <c:v>1.1548</c:v>
                </c:pt>
                <c:pt idx="3670">
                  <c:v>1.1566</c:v>
                </c:pt>
                <c:pt idx="3671">
                  <c:v>1.0587</c:v>
                </c:pt>
                <c:pt idx="3672">
                  <c:v>0.962</c:v>
                </c:pt>
                <c:pt idx="3673">
                  <c:v>0.9595</c:v>
                </c:pt>
                <c:pt idx="3674">
                  <c:v>0.9406</c:v>
                </c:pt>
                <c:pt idx="3675">
                  <c:v>0.9482</c:v>
                </c:pt>
                <c:pt idx="3676">
                  <c:v>1.0043</c:v>
                </c:pt>
                <c:pt idx="3677">
                  <c:v>1.053</c:v>
                </c:pt>
                <c:pt idx="3678">
                  <c:v>1.0214</c:v>
                </c:pt>
                <c:pt idx="3679">
                  <c:v>0.9619</c:v>
                </c:pt>
                <c:pt idx="3680">
                  <c:v>0.9983</c:v>
                </c:pt>
                <c:pt idx="3681">
                  <c:v>0.9502</c:v>
                </c:pt>
                <c:pt idx="3682">
                  <c:v>0.8136</c:v>
                </c:pt>
                <c:pt idx="3683">
                  <c:v>0.8704</c:v>
                </c:pt>
                <c:pt idx="3684">
                  <c:v>0.8887</c:v>
                </c:pt>
                <c:pt idx="3685">
                  <c:v>0.8658</c:v>
                </c:pt>
                <c:pt idx="3686">
                  <c:v>1.0087</c:v>
                </c:pt>
                <c:pt idx="3687">
                  <c:v>1.08</c:v>
                </c:pt>
                <c:pt idx="3688">
                  <c:v>1.1459</c:v>
                </c:pt>
                <c:pt idx="3689">
                  <c:v>1.072</c:v>
                </c:pt>
                <c:pt idx="3690">
                  <c:v>1.1765</c:v>
                </c:pt>
                <c:pt idx="3691">
                  <c:v>1.1564</c:v>
                </c:pt>
                <c:pt idx="3692">
                  <c:v>1.0888</c:v>
                </c:pt>
                <c:pt idx="3693">
                  <c:v>1.0676</c:v>
                </c:pt>
                <c:pt idx="3694">
                  <c:v>1.1819</c:v>
                </c:pt>
                <c:pt idx="3695">
                  <c:v>1.1829</c:v>
                </c:pt>
                <c:pt idx="3696">
                  <c:v>0.855</c:v>
                </c:pt>
                <c:pt idx="3697">
                  <c:v>0.8153</c:v>
                </c:pt>
                <c:pt idx="3698">
                  <c:v>0.7066</c:v>
                </c:pt>
                <c:pt idx="3699">
                  <c:v>0.658</c:v>
                </c:pt>
                <c:pt idx="3700">
                  <c:v>0.6657</c:v>
                </c:pt>
                <c:pt idx="3701">
                  <c:v>0.7244</c:v>
                </c:pt>
                <c:pt idx="3702">
                  <c:v>0.7299</c:v>
                </c:pt>
                <c:pt idx="3703">
                  <c:v>0.8369</c:v>
                </c:pt>
                <c:pt idx="3704">
                  <c:v>0.7651</c:v>
                </c:pt>
                <c:pt idx="3705">
                  <c:v>0.8749</c:v>
                </c:pt>
                <c:pt idx="3706">
                  <c:v>1.0514</c:v>
                </c:pt>
                <c:pt idx="3707">
                  <c:v>1.0909</c:v>
                </c:pt>
                <c:pt idx="3708">
                  <c:v>1.1115</c:v>
                </c:pt>
                <c:pt idx="3709">
                  <c:v>1.1298</c:v>
                </c:pt>
                <c:pt idx="3710">
                  <c:v>1.0755</c:v>
                </c:pt>
                <c:pt idx="3711">
                  <c:v>1.269</c:v>
                </c:pt>
                <c:pt idx="3712">
                  <c:v>1.237</c:v>
                </c:pt>
                <c:pt idx="3713">
                  <c:v>1.2493</c:v>
                </c:pt>
                <c:pt idx="3714">
                  <c:v>1.2631</c:v>
                </c:pt>
                <c:pt idx="3715">
                  <c:v>1.1744</c:v>
                </c:pt>
                <c:pt idx="3716">
                  <c:v>1.1319</c:v>
                </c:pt>
                <c:pt idx="3717">
                  <c:v>1.3225</c:v>
                </c:pt>
                <c:pt idx="3718">
                  <c:v>1.5834</c:v>
                </c:pt>
                <c:pt idx="3719">
                  <c:v>1.6222</c:v>
                </c:pt>
                <c:pt idx="3720">
                  <c:v>1.3811</c:v>
                </c:pt>
                <c:pt idx="3721">
                  <c:v>1.324</c:v>
                </c:pt>
                <c:pt idx="3722">
                  <c:v>1.4688</c:v>
                </c:pt>
                <c:pt idx="3723">
                  <c:v>1.4241</c:v>
                </c:pt>
                <c:pt idx="3724">
                  <c:v>1.4199</c:v>
                </c:pt>
                <c:pt idx="3725">
                  <c:v>1.3932</c:v>
                </c:pt>
                <c:pt idx="3726">
                  <c:v>1.4103</c:v>
                </c:pt>
                <c:pt idx="3727">
                  <c:v>1.3773</c:v>
                </c:pt>
                <c:pt idx="3728">
                  <c:v>1.4795</c:v>
                </c:pt>
                <c:pt idx="3729">
                  <c:v>1.4221</c:v>
                </c:pt>
                <c:pt idx="3730">
                  <c:v>1.4626</c:v>
                </c:pt>
                <c:pt idx="3731">
                  <c:v>1.3721</c:v>
                </c:pt>
                <c:pt idx="3732">
                  <c:v>1.2787</c:v>
                </c:pt>
                <c:pt idx="3733">
                  <c:v>1.2833</c:v>
                </c:pt>
                <c:pt idx="3734">
                  <c:v>1.2238</c:v>
                </c:pt>
                <c:pt idx="3735">
                  <c:v>1.1219</c:v>
                </c:pt>
                <c:pt idx="3736">
                  <c:v>1.0493</c:v>
                </c:pt>
                <c:pt idx="3737">
                  <c:v>0.9974</c:v>
                </c:pt>
                <c:pt idx="3738">
                  <c:v>1.2212</c:v>
                </c:pt>
                <c:pt idx="3739">
                  <c:v>1.3363</c:v>
                </c:pt>
                <c:pt idx="3740">
                  <c:v>1.3264</c:v>
                </c:pt>
                <c:pt idx="3741">
                  <c:v>1.3468</c:v>
                </c:pt>
                <c:pt idx="3742">
                  <c:v>1.2822</c:v>
                </c:pt>
                <c:pt idx="3743">
                  <c:v>1.1977</c:v>
                </c:pt>
                <c:pt idx="3744">
                  <c:v>1.0646</c:v>
                </c:pt>
                <c:pt idx="3745">
                  <c:v>1.2361</c:v>
                </c:pt>
                <c:pt idx="3746">
                  <c:v>1.344</c:v>
                </c:pt>
                <c:pt idx="3747">
                  <c:v>1.3447</c:v>
                </c:pt>
                <c:pt idx="3748">
                  <c:v>1.456</c:v>
                </c:pt>
                <c:pt idx="3749">
                  <c:v>1.4738</c:v>
                </c:pt>
                <c:pt idx="3750">
                  <c:v>1.2665</c:v>
                </c:pt>
                <c:pt idx="3751">
                  <c:v>1.2955</c:v>
                </c:pt>
                <c:pt idx="3752">
                  <c:v>1.2112</c:v>
                </c:pt>
                <c:pt idx="3753">
                  <c:v>1.2373</c:v>
                </c:pt>
                <c:pt idx="3754">
                  <c:v>1.3582</c:v>
                </c:pt>
                <c:pt idx="3755">
                  <c:v>1.4022</c:v>
                </c:pt>
                <c:pt idx="3756">
                  <c:v>1.2875</c:v>
                </c:pt>
                <c:pt idx="3757">
                  <c:v>1.3199</c:v>
                </c:pt>
                <c:pt idx="3758">
                  <c:v>1.3464</c:v>
                </c:pt>
                <c:pt idx="3759">
                  <c:v>1.5553</c:v>
                </c:pt>
                <c:pt idx="3760">
                  <c:v>1.6488</c:v>
                </c:pt>
                <c:pt idx="3761">
                  <c:v>1.5955</c:v>
                </c:pt>
                <c:pt idx="3762">
                  <c:v>1.6411</c:v>
                </c:pt>
                <c:pt idx="3763">
                  <c:v>1.5655</c:v>
                </c:pt>
                <c:pt idx="3764">
                  <c:v>1.5896</c:v>
                </c:pt>
                <c:pt idx="3765">
                  <c:v>1.6447</c:v>
                </c:pt>
                <c:pt idx="3766">
                  <c:v>1.457</c:v>
                </c:pt>
                <c:pt idx="3767">
                  <c:v>1.4308</c:v>
                </c:pt>
                <c:pt idx="3768">
                  <c:v>1.3837</c:v>
                </c:pt>
                <c:pt idx="3769">
                  <c:v>1.4084</c:v>
                </c:pt>
                <c:pt idx="3770">
                  <c:v>1.5647</c:v>
                </c:pt>
                <c:pt idx="3771">
                  <c:v>1.6532</c:v>
                </c:pt>
                <c:pt idx="3772">
                  <c:v>1.7202</c:v>
                </c:pt>
                <c:pt idx="3773">
                  <c:v>1.4941</c:v>
                </c:pt>
                <c:pt idx="3774">
                  <c:v>1.5986</c:v>
                </c:pt>
                <c:pt idx="3775">
                  <c:v>1.4308</c:v>
                </c:pt>
                <c:pt idx="3776">
                  <c:v>1.5789</c:v>
                </c:pt>
                <c:pt idx="3777">
                  <c:v>1.6004</c:v>
                </c:pt>
                <c:pt idx="3778">
                  <c:v>1.9622</c:v>
                </c:pt>
                <c:pt idx="3779">
                  <c:v>1.8995</c:v>
                </c:pt>
                <c:pt idx="3780">
                  <c:v>2.0654</c:v>
                </c:pt>
                <c:pt idx="3781">
                  <c:v>2.0404</c:v>
                </c:pt>
                <c:pt idx="3782">
                  <c:v>2.2192</c:v>
                </c:pt>
                <c:pt idx="3783">
                  <c:v>2.247</c:v>
                </c:pt>
                <c:pt idx="3784">
                  <c:v>2.4369</c:v>
                </c:pt>
                <c:pt idx="3785">
                  <c:v>2.4783</c:v>
                </c:pt>
                <c:pt idx="3786">
                  <c:v>2.4746</c:v>
                </c:pt>
                <c:pt idx="3787">
                  <c:v>2.5165</c:v>
                </c:pt>
                <c:pt idx="3788">
                  <c:v>2.5148</c:v>
                </c:pt>
                <c:pt idx="3789">
                  <c:v>2.5512</c:v>
                </c:pt>
                <c:pt idx="3790">
                  <c:v>2.4369</c:v>
                </c:pt>
                <c:pt idx="3791">
                  <c:v>2.3435</c:v>
                </c:pt>
                <c:pt idx="3792">
                  <c:v>2.3769</c:v>
                </c:pt>
                <c:pt idx="3793">
                  <c:v>2.3637</c:v>
                </c:pt>
                <c:pt idx="3794">
                  <c:v>2.4618</c:v>
                </c:pt>
                <c:pt idx="3795">
                  <c:v>2.3853</c:v>
                </c:pt>
                <c:pt idx="3796">
                  <c:v>2.3344</c:v>
                </c:pt>
                <c:pt idx="3797">
                  <c:v>2.4099</c:v>
                </c:pt>
                <c:pt idx="3798">
                  <c:v>2.5993</c:v>
                </c:pt>
                <c:pt idx="3799">
                  <c:v>2.7026</c:v>
                </c:pt>
                <c:pt idx="3800">
                  <c:v>2.6594</c:v>
                </c:pt>
                <c:pt idx="3801">
                  <c:v>2.6954</c:v>
                </c:pt>
                <c:pt idx="3802">
                  <c:v>2.7578</c:v>
                </c:pt>
                <c:pt idx="3803">
                  <c:v>2.7574</c:v>
                </c:pt>
                <c:pt idx="3804">
                  <c:v>2.7007</c:v>
                </c:pt>
                <c:pt idx="3805">
                  <c:v>2.6537</c:v>
                </c:pt>
                <c:pt idx="3806">
                  <c:v>2.5305</c:v>
                </c:pt>
                <c:pt idx="3807">
                  <c:v>2.421</c:v>
                </c:pt>
                <c:pt idx="3808">
                  <c:v>2.3774</c:v>
                </c:pt>
                <c:pt idx="3809">
                  <c:v>2.4533</c:v>
                </c:pt>
                <c:pt idx="3810">
                  <c:v>2.5634</c:v>
                </c:pt>
                <c:pt idx="3811">
                  <c:v>2.5502</c:v>
                </c:pt>
                <c:pt idx="3812">
                  <c:v>2.5036</c:v>
                </c:pt>
                <c:pt idx="3813">
                  <c:v>2.4988</c:v>
                </c:pt>
                <c:pt idx="3814">
                  <c:v>2.4396</c:v>
                </c:pt>
                <c:pt idx="3815">
                  <c:v>2.5392</c:v>
                </c:pt>
                <c:pt idx="3816">
                  <c:v>2.7133</c:v>
                </c:pt>
                <c:pt idx="3817">
                  <c:v>2.6145</c:v>
                </c:pt>
                <c:pt idx="3818">
                  <c:v>2.6014</c:v>
                </c:pt>
                <c:pt idx="3819">
                  <c:v>2.637</c:v>
                </c:pt>
                <c:pt idx="3820">
                  <c:v>2.5832</c:v>
                </c:pt>
                <c:pt idx="3821">
                  <c:v>2.6338</c:v>
                </c:pt>
                <c:pt idx="3822">
                  <c:v>2.6329</c:v>
                </c:pt>
                <c:pt idx="3823">
                  <c:v>2.6157</c:v>
                </c:pt>
                <c:pt idx="3824">
                  <c:v>2.6428</c:v>
                </c:pt>
                <c:pt idx="3825">
                  <c:v>2.569</c:v>
                </c:pt>
                <c:pt idx="3826">
                  <c:v>2.6865</c:v>
                </c:pt>
                <c:pt idx="3827">
                  <c:v>2.6918</c:v>
                </c:pt>
                <c:pt idx="3828">
                  <c:v>2.6917</c:v>
                </c:pt>
                <c:pt idx="3829">
                  <c:v>2.6709</c:v>
                </c:pt>
                <c:pt idx="3830">
                  <c:v>2.7303</c:v>
                </c:pt>
                <c:pt idx="3831">
                  <c:v>2.7215</c:v>
                </c:pt>
                <c:pt idx="3832">
                  <c:v>2.7335</c:v>
                </c:pt>
                <c:pt idx="3833">
                  <c:v>2.77</c:v>
                </c:pt>
                <c:pt idx="3834">
                  <c:v>2.7907</c:v>
                </c:pt>
                <c:pt idx="3835">
                  <c:v>2.7914</c:v>
                </c:pt>
                <c:pt idx="3836">
                  <c:v>2.7394</c:v>
                </c:pt>
                <c:pt idx="3837">
                  <c:v>2.775</c:v>
                </c:pt>
                <c:pt idx="3838">
                  <c:v>2.7984</c:v>
                </c:pt>
                <c:pt idx="3839">
                  <c:v>2.8556</c:v>
                </c:pt>
                <c:pt idx="3840">
                  <c:v>2.8021</c:v>
                </c:pt>
                <c:pt idx="3841">
                  <c:v>2.8352</c:v>
                </c:pt>
                <c:pt idx="3842">
                  <c:v>2.7896</c:v>
                </c:pt>
                <c:pt idx="3843">
                  <c:v>2.7732</c:v>
                </c:pt>
                <c:pt idx="3844">
                  <c:v>2.7727</c:v>
                </c:pt>
                <c:pt idx="3845">
                  <c:v>2.8376</c:v>
                </c:pt>
                <c:pt idx="3846">
                  <c:v>2.8427</c:v>
                </c:pt>
                <c:pt idx="3847">
                  <c:v>2.875</c:v>
                </c:pt>
                <c:pt idx="3848">
                  <c:v>2.8798</c:v>
                </c:pt>
                <c:pt idx="3849">
                  <c:v>2.9059</c:v>
                </c:pt>
                <c:pt idx="3850">
                  <c:v>2.9486</c:v>
                </c:pt>
                <c:pt idx="3851">
                  <c:v>2.903</c:v>
                </c:pt>
                <c:pt idx="3852">
                  <c:v>2.9478</c:v>
                </c:pt>
                <c:pt idx="3853">
                  <c:v>2.9773</c:v>
                </c:pt>
                <c:pt idx="3854">
                  <c:v>2.984</c:v>
                </c:pt>
                <c:pt idx="3855">
                  <c:v>2.9838</c:v>
                </c:pt>
                <c:pt idx="3856">
                  <c:v>2.9321</c:v>
                </c:pt>
                <c:pt idx="3857">
                  <c:v>2.9388</c:v>
                </c:pt>
                <c:pt idx="3858">
                  <c:v>3.0012</c:v>
                </c:pt>
                <c:pt idx="3859">
                  <c:v>3.0584</c:v>
                </c:pt>
                <c:pt idx="3860">
                  <c:v>3.0423</c:v>
                </c:pt>
                <c:pt idx="3861">
                  <c:v>3.0543</c:v>
                </c:pt>
                <c:pt idx="3862">
                  <c:v>3.1302</c:v>
                </c:pt>
                <c:pt idx="3863">
                  <c:v>3.1353</c:v>
                </c:pt>
                <c:pt idx="3864">
                  <c:v>3.0982</c:v>
                </c:pt>
                <c:pt idx="3865">
                  <c:v>3.0615</c:v>
                </c:pt>
                <c:pt idx="3866">
                  <c:v>3.0099</c:v>
                </c:pt>
                <c:pt idx="3867">
                  <c:v>2.9492</c:v>
                </c:pt>
                <c:pt idx="3868">
                  <c:v>2.9473</c:v>
                </c:pt>
                <c:pt idx="3869">
                  <c:v>2.9723</c:v>
                </c:pt>
                <c:pt idx="3870">
                  <c:v>2.9282</c:v>
                </c:pt>
                <c:pt idx="3871">
                  <c:v>2.9622</c:v>
                </c:pt>
                <c:pt idx="3872">
                  <c:v>2.9019</c:v>
                </c:pt>
                <c:pt idx="3873">
                  <c:v>2.912</c:v>
                </c:pt>
                <c:pt idx="3874">
                  <c:v>2.8874</c:v>
                </c:pt>
                <c:pt idx="3875">
                  <c:v>2.8472</c:v>
                </c:pt>
                <c:pt idx="3876">
                  <c:v>2.8144</c:v>
                </c:pt>
                <c:pt idx="3877">
                  <c:v>2.8185</c:v>
                </c:pt>
                <c:pt idx="3878">
                  <c:v>2.7621</c:v>
                </c:pt>
                <c:pt idx="3879">
                  <c:v>2.7613</c:v>
                </c:pt>
                <c:pt idx="3880">
                  <c:v>2.7045</c:v>
                </c:pt>
                <c:pt idx="3881">
                  <c:v>2.7796</c:v>
                </c:pt>
                <c:pt idx="3882">
                  <c:v>2.8252</c:v>
                </c:pt>
                <c:pt idx="3883">
                  <c:v>2.8844</c:v>
                </c:pt>
                <c:pt idx="3884">
                  <c:v>2.9011</c:v>
                </c:pt>
                <c:pt idx="3885">
                  <c:v>2.9956</c:v>
                </c:pt>
                <c:pt idx="3886">
                  <c:v>3.0851</c:v>
                </c:pt>
                <c:pt idx="3887">
                  <c:v>3.0389</c:v>
                </c:pt>
                <c:pt idx="3888">
                  <c:v>3.0164</c:v>
                </c:pt>
                <c:pt idx="3889">
                  <c:v>3.0575</c:v>
                </c:pt>
                <c:pt idx="3890">
                  <c:v>2.9945</c:v>
                </c:pt>
                <c:pt idx="3891">
                  <c:v>2.923</c:v>
                </c:pt>
                <c:pt idx="3892">
                  <c:v>2.9442</c:v>
                </c:pt>
                <c:pt idx="3893">
                  <c:v>2.9142</c:v>
                </c:pt>
                <c:pt idx="3894">
                  <c:v>2.941</c:v>
                </c:pt>
                <c:pt idx="3895">
                  <c:v>2.9734</c:v>
                </c:pt>
                <c:pt idx="3896">
                  <c:v>2.9284</c:v>
                </c:pt>
                <c:pt idx="3897">
                  <c:v>3.0642</c:v>
                </c:pt>
                <c:pt idx="3898">
                  <c:v>3.0557</c:v>
                </c:pt>
                <c:pt idx="3899">
                  <c:v>3.039</c:v>
                </c:pt>
                <c:pt idx="3900">
                  <c:v>3.0666</c:v>
                </c:pt>
                <c:pt idx="3901">
                  <c:v>3.0379</c:v>
                </c:pt>
                <c:pt idx="3902">
                  <c:v>3.0469</c:v>
                </c:pt>
                <c:pt idx="3903">
                  <c:v>3.0534</c:v>
                </c:pt>
                <c:pt idx="3904">
                  <c:v>3.1431</c:v>
                </c:pt>
                <c:pt idx="3905">
                  <c:v>3.0955</c:v>
                </c:pt>
                <c:pt idx="3906">
                  <c:v>3.1757</c:v>
                </c:pt>
                <c:pt idx="3907">
                  <c:v>3.0699</c:v>
                </c:pt>
                <c:pt idx="3908">
                  <c:v>3.0783</c:v>
                </c:pt>
                <c:pt idx="3909">
                  <c:v>3.0006</c:v>
                </c:pt>
                <c:pt idx="3910">
                  <c:v>2.9143</c:v>
                </c:pt>
                <c:pt idx="3911">
                  <c:v>2.8942</c:v>
                </c:pt>
                <c:pt idx="3912">
                  <c:v>2.828</c:v>
                </c:pt>
                <c:pt idx="3913">
                  <c:v>2.7917</c:v>
                </c:pt>
                <c:pt idx="3914">
                  <c:v>2.8639</c:v>
                </c:pt>
                <c:pt idx="3915">
                  <c:v>2.8755</c:v>
                </c:pt>
                <c:pt idx="3916">
                  <c:v>2.8074</c:v>
                </c:pt>
                <c:pt idx="3917">
                  <c:v>2.8579</c:v>
                </c:pt>
                <c:pt idx="3918">
                  <c:v>2.8495</c:v>
                </c:pt>
                <c:pt idx="3919">
                  <c:v>2.8717</c:v>
                </c:pt>
                <c:pt idx="3920">
                  <c:v>2.7977</c:v>
                </c:pt>
                <c:pt idx="3921">
                  <c:v>2.823</c:v>
                </c:pt>
                <c:pt idx="3922">
                  <c:v>2.786</c:v>
                </c:pt>
                <c:pt idx="3923">
                  <c:v>2.771</c:v>
                </c:pt>
                <c:pt idx="3924">
                  <c:v>2.7508</c:v>
                </c:pt>
                <c:pt idx="3925">
                  <c:v>2.7783</c:v>
                </c:pt>
                <c:pt idx="3926">
                  <c:v>2.7395</c:v>
                </c:pt>
                <c:pt idx="3927">
                  <c:v>2.6811</c:v>
                </c:pt>
                <c:pt idx="3928">
                  <c:v>2.7064</c:v>
                </c:pt>
                <c:pt idx="3929">
                  <c:v>2.7751</c:v>
                </c:pt>
                <c:pt idx="3930">
                  <c:v>2.8372</c:v>
                </c:pt>
                <c:pt idx="3931">
                  <c:v>2.7363</c:v>
                </c:pt>
                <c:pt idx="3932">
                  <c:v>2.7396</c:v>
                </c:pt>
                <c:pt idx="3933">
                  <c:v>2.7027</c:v>
                </c:pt>
                <c:pt idx="3934">
                  <c:v>2.7563</c:v>
                </c:pt>
                <c:pt idx="3935">
                  <c:v>2.7535</c:v>
                </c:pt>
                <c:pt idx="3936">
                  <c:v>2.8264</c:v>
                </c:pt>
                <c:pt idx="3937">
                  <c:v>2.6936</c:v>
                </c:pt>
                <c:pt idx="3938">
                  <c:v>2.7384</c:v>
                </c:pt>
                <c:pt idx="3939">
                  <c:v>2.7343</c:v>
                </c:pt>
                <c:pt idx="3940">
                  <c:v>2.6996</c:v>
                </c:pt>
                <c:pt idx="3941">
                  <c:v>2.6542</c:v>
                </c:pt>
                <c:pt idx="3942">
                  <c:v>2.6631</c:v>
                </c:pt>
                <c:pt idx="3943">
                  <c:v>2.6515</c:v>
                </c:pt>
                <c:pt idx="3944">
                  <c:v>2.7413</c:v>
                </c:pt>
                <c:pt idx="3945">
                  <c:v>2.8118</c:v>
                </c:pt>
                <c:pt idx="3946">
                  <c:v>2.7952</c:v>
                </c:pt>
                <c:pt idx="3947">
                  <c:v>2.6187</c:v>
                </c:pt>
                <c:pt idx="3948">
                  <c:v>2.6109</c:v>
                </c:pt>
                <c:pt idx="3949">
                  <c:v>2.5327</c:v>
                </c:pt>
                <c:pt idx="3950">
                  <c:v>2.5994</c:v>
                </c:pt>
                <c:pt idx="3951">
                  <c:v>2.4784</c:v>
                </c:pt>
                <c:pt idx="3952">
                  <c:v>2.2838</c:v>
                </c:pt>
                <c:pt idx="3953">
                  <c:v>2.3578</c:v>
                </c:pt>
                <c:pt idx="3954">
                  <c:v>2.3037</c:v>
                </c:pt>
                <c:pt idx="3955">
                  <c:v>2.1447</c:v>
                </c:pt>
                <c:pt idx="3956">
                  <c:v>1.9809</c:v>
                </c:pt>
                <c:pt idx="3957">
                  <c:v>2.106</c:v>
                </c:pt>
                <c:pt idx="3958">
                  <c:v>2.1077</c:v>
                </c:pt>
                <c:pt idx="3959">
                  <c:v>2.2088</c:v>
                </c:pt>
                <c:pt idx="3960">
                  <c:v>2.2273</c:v>
                </c:pt>
                <c:pt idx="3961">
                  <c:v>2.1963</c:v>
                </c:pt>
                <c:pt idx="3962">
                  <c:v>2.2481</c:v>
                </c:pt>
                <c:pt idx="3963">
                  <c:v>2.3244</c:v>
                </c:pt>
                <c:pt idx="3964">
                  <c:v>2.3676</c:v>
                </c:pt>
                <c:pt idx="3965">
                  <c:v>2.3374</c:v>
                </c:pt>
                <c:pt idx="3966">
                  <c:v>2.2877</c:v>
                </c:pt>
                <c:pt idx="3967">
                  <c:v>2.3905</c:v>
                </c:pt>
                <c:pt idx="3968">
                  <c:v>2.1964</c:v>
                </c:pt>
                <c:pt idx="3969">
                  <c:v>2.0494</c:v>
                </c:pt>
                <c:pt idx="3970">
                  <c:v>2.0719</c:v>
                </c:pt>
                <c:pt idx="3971">
                  <c:v>2.0945</c:v>
                </c:pt>
                <c:pt idx="3972">
                  <c:v>2.0064</c:v>
                </c:pt>
                <c:pt idx="3973">
                  <c:v>2.011</c:v>
                </c:pt>
                <c:pt idx="3974">
                  <c:v>2.0141</c:v>
                </c:pt>
                <c:pt idx="3975">
                  <c:v>2.0925</c:v>
                </c:pt>
                <c:pt idx="3976">
                  <c:v>2.0837</c:v>
                </c:pt>
                <c:pt idx="3977">
                  <c:v>2.1093</c:v>
                </c:pt>
                <c:pt idx="3978">
                  <c:v>2.0956</c:v>
                </c:pt>
                <c:pt idx="3979">
                  <c:v>2.1621</c:v>
                </c:pt>
                <c:pt idx="3980">
                  <c:v>2.187</c:v>
                </c:pt>
                <c:pt idx="3981">
                  <c:v>2.1176</c:v>
                </c:pt>
                <c:pt idx="3982">
                  <c:v>2.0571</c:v>
                </c:pt>
                <c:pt idx="3983">
                  <c:v>2.05</c:v>
                </c:pt>
                <c:pt idx="3984">
                  <c:v>2.0337</c:v>
                </c:pt>
                <c:pt idx="3985">
                  <c:v>1.9423</c:v>
                </c:pt>
                <c:pt idx="3986">
                  <c:v>1.9218</c:v>
                </c:pt>
                <c:pt idx="3987">
                  <c:v>1.9464</c:v>
                </c:pt>
                <c:pt idx="3988">
                  <c:v>2.0213</c:v>
                </c:pt>
                <c:pt idx="3989">
                  <c:v>1.9866</c:v>
                </c:pt>
                <c:pt idx="3990">
                  <c:v>1.9227</c:v>
                </c:pt>
                <c:pt idx="3991">
                  <c:v>1.92</c:v>
                </c:pt>
                <c:pt idx="3992">
                  <c:v>1.8801</c:v>
                </c:pt>
                <c:pt idx="3993">
                  <c:v>1.8824</c:v>
                </c:pt>
                <c:pt idx="3994">
                  <c:v>1.8743</c:v>
                </c:pt>
                <c:pt idx="3995">
                  <c:v>1.8616</c:v>
                </c:pt>
                <c:pt idx="3996">
                  <c:v>1.9125</c:v>
                </c:pt>
                <c:pt idx="3997">
                  <c:v>1.9036</c:v>
                </c:pt>
                <c:pt idx="3998">
                  <c:v>1.9281</c:v>
                </c:pt>
                <c:pt idx="3999">
                  <c:v>1.9448</c:v>
                </c:pt>
                <c:pt idx="4000">
                  <c:v>1.9478</c:v>
                </c:pt>
                <c:pt idx="4001">
                  <c:v>1.9061</c:v>
                </c:pt>
                <c:pt idx="4002">
                  <c:v>1.9595</c:v>
                </c:pt>
                <c:pt idx="4003">
                  <c:v>2.0429</c:v>
                </c:pt>
                <c:pt idx="4004">
                  <c:v>1.9995</c:v>
                </c:pt>
                <c:pt idx="4005">
                  <c:v>2.008</c:v>
                </c:pt>
                <c:pt idx="4006">
                  <c:v>2.0327</c:v>
                </c:pt>
                <c:pt idx="4007">
                  <c:v>2.0824</c:v>
                </c:pt>
                <c:pt idx="4008">
                  <c:v>2.0925</c:v>
                </c:pt>
                <c:pt idx="4009">
                  <c:v>2.116</c:v>
                </c:pt>
                <c:pt idx="4010">
                  <c:v>2.1563</c:v>
                </c:pt>
                <c:pt idx="4011">
                  <c:v>2.1491</c:v>
                </c:pt>
                <c:pt idx="4012">
                  <c:v>2.2206</c:v>
                </c:pt>
                <c:pt idx="4013">
                  <c:v>2.1197</c:v>
                </c:pt>
                <c:pt idx="4014">
                  <c:v>2.1698</c:v>
                </c:pt>
                <c:pt idx="4015">
                  <c:v>2.1101</c:v>
                </c:pt>
                <c:pt idx="4016">
                  <c:v>2.0528</c:v>
                </c:pt>
                <c:pt idx="4017">
                  <c:v>2.1877</c:v>
                </c:pt>
                <c:pt idx="4018">
                  <c:v>2.1722</c:v>
                </c:pt>
                <c:pt idx="4019">
                  <c:v>2.0904</c:v>
                </c:pt>
                <c:pt idx="4020">
                  <c:v>2.0016</c:v>
                </c:pt>
                <c:pt idx="4021">
                  <c:v>1.9024</c:v>
                </c:pt>
                <c:pt idx="4022">
                  <c:v>1.995</c:v>
                </c:pt>
                <c:pt idx="4023">
                  <c:v>2.0962</c:v>
                </c:pt>
                <c:pt idx="4024">
                  <c:v>1.9314</c:v>
                </c:pt>
                <c:pt idx="4025">
                  <c:v>1.9449</c:v>
                </c:pt>
                <c:pt idx="4026">
                  <c:v>1.9504</c:v>
                </c:pt>
                <c:pt idx="4027">
                  <c:v>2.112</c:v>
                </c:pt>
                <c:pt idx="4028">
                  <c:v>2.116</c:v>
                </c:pt>
                <c:pt idx="4029">
                  <c:v>2.0691</c:v>
                </c:pt>
                <c:pt idx="4030">
                  <c:v>2.1547</c:v>
                </c:pt>
                <c:pt idx="4031">
                  <c:v>2.1358</c:v>
                </c:pt>
                <c:pt idx="4032">
                  <c:v>2.0499</c:v>
                </c:pt>
                <c:pt idx="4033">
                  <c:v>2.1611</c:v>
                </c:pt>
                <c:pt idx="4034">
                  <c:v>2.2387</c:v>
                </c:pt>
                <c:pt idx="4035">
                  <c:v>2.2457</c:v>
                </c:pt>
                <c:pt idx="4036">
                  <c:v>2.3207</c:v>
                </c:pt>
                <c:pt idx="4037">
                  <c:v>2.3501</c:v>
                </c:pt>
                <c:pt idx="4038">
                  <c:v>2.3453</c:v>
                </c:pt>
                <c:pt idx="4039">
                  <c:v>2.4391</c:v>
                </c:pt>
                <c:pt idx="4040">
                  <c:v>2.4711</c:v>
                </c:pt>
                <c:pt idx="4041">
                  <c:v>2.4469</c:v>
                </c:pt>
                <c:pt idx="4042">
                  <c:v>2.4823</c:v>
                </c:pt>
                <c:pt idx="4043">
                  <c:v>2.4253</c:v>
                </c:pt>
                <c:pt idx="4044">
                  <c:v>2.4822</c:v>
                </c:pt>
                <c:pt idx="4045">
                  <c:v>2.4739</c:v>
                </c:pt>
                <c:pt idx="4046">
                  <c:v>2.4745</c:v>
                </c:pt>
                <c:pt idx="4047">
                  <c:v>2.4209</c:v>
                </c:pt>
                <c:pt idx="4048">
                  <c:v>2.3964</c:v>
                </c:pt>
                <c:pt idx="4049">
                  <c:v>2.3712</c:v>
                </c:pt>
                <c:pt idx="4050">
                  <c:v>2.317</c:v>
                </c:pt>
                <c:pt idx="4051">
                  <c:v>2.3534</c:v>
                </c:pt>
                <c:pt idx="4052">
                  <c:v>2.3367</c:v>
                </c:pt>
                <c:pt idx="4053">
                  <c:v>2.2816</c:v>
                </c:pt>
                <c:pt idx="4054">
                  <c:v>2.3347</c:v>
                </c:pt>
                <c:pt idx="4055">
                  <c:v>2.3741</c:v>
                </c:pt>
                <c:pt idx="4056">
                  <c:v>2.4216</c:v>
                </c:pt>
                <c:pt idx="4057">
                  <c:v>2.3665</c:v>
                </c:pt>
                <c:pt idx="4058">
                  <c:v>2.3936</c:v>
                </c:pt>
                <c:pt idx="4059">
                  <c:v>2.3459</c:v>
                </c:pt>
                <c:pt idx="4060">
                  <c:v>2.2654</c:v>
                </c:pt>
                <c:pt idx="4061">
                  <c:v>2.1772</c:v>
                </c:pt>
                <c:pt idx="4062">
                  <c:v>2.2014</c:v>
                </c:pt>
                <c:pt idx="4063">
                  <c:v>2.1867</c:v>
                </c:pt>
                <c:pt idx="4064">
                  <c:v>2.144</c:v>
                </c:pt>
                <c:pt idx="4065">
                  <c:v>2.1367</c:v>
                </c:pt>
                <c:pt idx="4066">
                  <c:v>2.1737</c:v>
                </c:pt>
                <c:pt idx="4067">
                  <c:v>2.2539</c:v>
                </c:pt>
                <c:pt idx="4068">
                  <c:v>2.3143</c:v>
                </c:pt>
                <c:pt idx="4069">
                  <c:v>2.3029</c:v>
                </c:pt>
                <c:pt idx="4070">
                  <c:v>2.3052</c:v>
                </c:pt>
                <c:pt idx="4071">
                  <c:v>2.3852</c:v>
                </c:pt>
                <c:pt idx="4072">
                  <c:v>2.4739</c:v>
                </c:pt>
                <c:pt idx="4073">
                  <c:v>2.4313</c:v>
                </c:pt>
                <c:pt idx="4074">
                  <c:v>2.392</c:v>
                </c:pt>
                <c:pt idx="4075">
                  <c:v>2.4618</c:v>
                </c:pt>
                <c:pt idx="4076">
                  <c:v>2.4988</c:v>
                </c:pt>
                <c:pt idx="4077">
                  <c:v>2.4476</c:v>
                </c:pt>
                <c:pt idx="4078">
                  <c:v>2.4299</c:v>
                </c:pt>
                <c:pt idx="4079">
                  <c:v>2.5185</c:v>
                </c:pt>
                <c:pt idx="4080">
                  <c:v>2.364</c:v>
                </c:pt>
                <c:pt idx="4081">
                  <c:v>2.3367</c:v>
                </c:pt>
                <c:pt idx="4082">
                  <c:v>2.2503</c:v>
                </c:pt>
                <c:pt idx="4083">
                  <c:v>2.3111</c:v>
                </c:pt>
                <c:pt idx="4084">
                  <c:v>2.4929</c:v>
                </c:pt>
                <c:pt idx="4085">
                  <c:v>2.4282</c:v>
                </c:pt>
                <c:pt idx="4086">
                  <c:v>2.3427</c:v>
                </c:pt>
                <c:pt idx="4087">
                  <c:v>2.3804</c:v>
                </c:pt>
                <c:pt idx="4088">
                  <c:v>2.3972</c:v>
                </c:pt>
                <c:pt idx="4089">
                  <c:v>2.4455</c:v>
                </c:pt>
                <c:pt idx="4090">
                  <c:v>2.2433</c:v>
                </c:pt>
                <c:pt idx="4091">
                  <c:v>2.1476</c:v>
                </c:pt>
                <c:pt idx="4092">
                  <c:v>2.2323</c:v>
                </c:pt>
                <c:pt idx="4093">
                  <c:v>2.3545</c:v>
                </c:pt>
                <c:pt idx="4094">
                  <c:v>2.4037</c:v>
                </c:pt>
                <c:pt idx="4095">
                  <c:v>2.6</c:v>
                </c:pt>
                <c:pt idx="4096">
                  <c:v>2.5931</c:v>
                </c:pt>
                <c:pt idx="4097">
                  <c:v>2.7358</c:v>
                </c:pt>
                <c:pt idx="4098">
                  <c:v>2.7213</c:v>
                </c:pt>
                <c:pt idx="4099">
                  <c:v>2.8512</c:v>
                </c:pt>
                <c:pt idx="4100">
                  <c:v>2.9082</c:v>
                </c:pt>
                <c:pt idx="4101">
                  <c:v>2.8522</c:v>
                </c:pt>
                <c:pt idx="4102">
                  <c:v>2.9067</c:v>
                </c:pt>
                <c:pt idx="4103">
                  <c:v>2.5875</c:v>
                </c:pt>
                <c:pt idx="4104">
                  <c:v>2.573</c:v>
                </c:pt>
                <c:pt idx="4105">
                  <c:v>2.8385</c:v>
                </c:pt>
                <c:pt idx="4106">
                  <c:v>2.9238</c:v>
                </c:pt>
                <c:pt idx="4107">
                  <c:v>3.0058</c:v>
                </c:pt>
                <c:pt idx="4108">
                  <c:v>3.007</c:v>
                </c:pt>
                <c:pt idx="4109">
                  <c:v>3.1231</c:v>
                </c:pt>
                <c:pt idx="4110">
                  <c:v>3.1359</c:v>
                </c:pt>
                <c:pt idx="4111">
                  <c:v>3.0959</c:v>
                </c:pt>
                <c:pt idx="4112">
                  <c:v>3.2153</c:v>
                </c:pt>
                <c:pt idx="4113">
                  <c:v>3.2346</c:v>
                </c:pt>
                <c:pt idx="4114">
                  <c:v>3.2094</c:v>
                </c:pt>
                <c:pt idx="4115">
                  <c:v>3.2036</c:v>
                </c:pt>
                <c:pt idx="4116">
                  <c:v>3.2866</c:v>
                </c:pt>
                <c:pt idx="4117">
                  <c:v>3.3012</c:v>
                </c:pt>
                <c:pt idx="4118">
                  <c:v>3.2825</c:v>
                </c:pt>
                <c:pt idx="4119">
                  <c:v>3.3194</c:v>
                </c:pt>
                <c:pt idx="4120">
                  <c:v>3.3358</c:v>
                </c:pt>
                <c:pt idx="4121">
                  <c:v>3.3322</c:v>
                </c:pt>
                <c:pt idx="4122">
                  <c:v>3.3462</c:v>
                </c:pt>
                <c:pt idx="4123">
                  <c:v>3.3732</c:v>
                </c:pt>
                <c:pt idx="4124">
                  <c:v>3.3948</c:v>
                </c:pt>
                <c:pt idx="4125">
                  <c:v>3.3764</c:v>
                </c:pt>
                <c:pt idx="4126">
                  <c:v>3.4222</c:v>
                </c:pt>
                <c:pt idx="4127">
                  <c:v>3.4366</c:v>
                </c:pt>
                <c:pt idx="4128">
                  <c:v>3.4246</c:v>
                </c:pt>
                <c:pt idx="4129">
                  <c:v>3.3675</c:v>
                </c:pt>
                <c:pt idx="4130">
                  <c:v>3.3576</c:v>
                </c:pt>
                <c:pt idx="4131">
                  <c:v>3.385</c:v>
                </c:pt>
                <c:pt idx="4132">
                  <c:v>3.3716</c:v>
                </c:pt>
                <c:pt idx="4133">
                  <c:v>3.3588</c:v>
                </c:pt>
                <c:pt idx="4134">
                  <c:v>3.3821</c:v>
                </c:pt>
                <c:pt idx="4135">
                  <c:v>3.3348</c:v>
                </c:pt>
                <c:pt idx="4136">
                  <c:v>3.203</c:v>
                </c:pt>
                <c:pt idx="4137">
                  <c:v>3.1759</c:v>
                </c:pt>
                <c:pt idx="4138">
                  <c:v>3.1746</c:v>
                </c:pt>
                <c:pt idx="4139">
                  <c:v>3.2002</c:v>
                </c:pt>
                <c:pt idx="4140">
                  <c:v>3.2083</c:v>
                </c:pt>
                <c:pt idx="4141">
                  <c:v>3.2086</c:v>
                </c:pt>
                <c:pt idx="4142">
                  <c:v>3.2218</c:v>
                </c:pt>
                <c:pt idx="4143">
                  <c:v>3.2202</c:v>
                </c:pt>
                <c:pt idx="4144">
                  <c:v>3.2516</c:v>
                </c:pt>
                <c:pt idx="4145">
                  <c:v>3.2718</c:v>
                </c:pt>
                <c:pt idx="4146">
                  <c:v>3.2637</c:v>
                </c:pt>
                <c:pt idx="4147">
                  <c:v>3.268</c:v>
                </c:pt>
                <c:pt idx="4148">
                  <c:v>3.2349</c:v>
                </c:pt>
                <c:pt idx="4149">
                  <c:v>3.1787</c:v>
                </c:pt>
                <c:pt idx="4150">
                  <c:v>3.2381</c:v>
                </c:pt>
                <c:pt idx="4151">
                  <c:v>3.231</c:v>
                </c:pt>
                <c:pt idx="4152">
                  <c:v>3.2231</c:v>
                </c:pt>
                <c:pt idx="4153">
                  <c:v>3.2183</c:v>
                </c:pt>
                <c:pt idx="4154">
                  <c:v>3.2395</c:v>
                </c:pt>
                <c:pt idx="4155">
                  <c:v>3.2733</c:v>
                </c:pt>
                <c:pt idx="4156">
                  <c:v>3.2533</c:v>
                </c:pt>
                <c:pt idx="4157">
                  <c:v>3.3473</c:v>
                </c:pt>
                <c:pt idx="4158">
                  <c:v>3.3028</c:v>
                </c:pt>
                <c:pt idx="4159">
                  <c:v>3.3227</c:v>
                </c:pt>
                <c:pt idx="4160">
                  <c:v>3.2918</c:v>
                </c:pt>
                <c:pt idx="4161">
                  <c:v>3.2151</c:v>
                </c:pt>
                <c:pt idx="4162">
                  <c:v>3.2405</c:v>
                </c:pt>
                <c:pt idx="4163">
                  <c:v>3.2381</c:v>
                </c:pt>
                <c:pt idx="4164">
                  <c:v>3.2471</c:v>
                </c:pt>
                <c:pt idx="4165">
                  <c:v>3.2104</c:v>
                </c:pt>
                <c:pt idx="4166">
                  <c:v>3.1961</c:v>
                </c:pt>
                <c:pt idx="4167">
                  <c:v>3.116</c:v>
                </c:pt>
                <c:pt idx="4168">
                  <c:v>3.1307</c:v>
                </c:pt>
                <c:pt idx="4169">
                  <c:v>3.1892</c:v>
                </c:pt>
                <c:pt idx="4170">
                  <c:v>3.2637</c:v>
                </c:pt>
                <c:pt idx="4171">
                  <c:v>3.2129</c:v>
                </c:pt>
                <c:pt idx="4172">
                  <c:v>3.2291</c:v>
                </c:pt>
                <c:pt idx="4173">
                  <c:v>3.1743</c:v>
                </c:pt>
                <c:pt idx="4174">
                  <c:v>3.2151</c:v>
                </c:pt>
                <c:pt idx="4175">
                  <c:v>3.2035</c:v>
                </c:pt>
                <c:pt idx="4176">
                  <c:v>3.1994</c:v>
                </c:pt>
                <c:pt idx="4177">
                  <c:v>3.21</c:v>
                </c:pt>
                <c:pt idx="4178">
                  <c:v>3.1735</c:v>
                </c:pt>
                <c:pt idx="4179">
                  <c:v>3.175</c:v>
                </c:pt>
                <c:pt idx="4180">
                  <c:v>3.209</c:v>
                </c:pt>
                <c:pt idx="4181">
                  <c:v>3.2668</c:v>
                </c:pt>
                <c:pt idx="4182">
                  <c:v>3.2518</c:v>
                </c:pt>
                <c:pt idx="4183">
                  <c:v>3.2508</c:v>
                </c:pt>
                <c:pt idx="4184">
                  <c:v>3.2903</c:v>
                </c:pt>
                <c:pt idx="4185">
                  <c:v>3.2983</c:v>
                </c:pt>
                <c:pt idx="4186">
                  <c:v>3.253</c:v>
                </c:pt>
                <c:pt idx="4187">
                  <c:v>3.3544</c:v>
                </c:pt>
                <c:pt idx="4188">
                  <c:v>3.363</c:v>
                </c:pt>
                <c:pt idx="4189">
                  <c:v>3.3148</c:v>
                </c:pt>
                <c:pt idx="4190">
                  <c:v>3.3189</c:v>
                </c:pt>
                <c:pt idx="4191">
                  <c:v>3.2404</c:v>
                </c:pt>
                <c:pt idx="4192">
                  <c:v>3.2545</c:v>
                </c:pt>
                <c:pt idx="4193">
                  <c:v>3.2143</c:v>
                </c:pt>
                <c:pt idx="4194">
                  <c:v>3.2177</c:v>
                </c:pt>
                <c:pt idx="4195">
                  <c:v>3.2029</c:v>
                </c:pt>
                <c:pt idx="4196">
                  <c:v>3.1836</c:v>
                </c:pt>
                <c:pt idx="4197">
                  <c:v>3.2198</c:v>
                </c:pt>
                <c:pt idx="4198">
                  <c:v>3.2197</c:v>
                </c:pt>
                <c:pt idx="4199">
                  <c:v>3.2234</c:v>
                </c:pt>
                <c:pt idx="4200">
                  <c:v>3.2215</c:v>
                </c:pt>
                <c:pt idx="4201">
                  <c:v>3.2148</c:v>
                </c:pt>
                <c:pt idx="4202">
                  <c:v>3.1233</c:v>
                </c:pt>
                <c:pt idx="4203">
                  <c:v>3.0312</c:v>
                </c:pt>
                <c:pt idx="4204">
                  <c:v>2.9917</c:v>
                </c:pt>
                <c:pt idx="4205">
                  <c:v>3.0342</c:v>
                </c:pt>
                <c:pt idx="4206">
                  <c:v>3.0219</c:v>
                </c:pt>
                <c:pt idx="4207">
                  <c:v>2.9894</c:v>
                </c:pt>
                <c:pt idx="4208">
                  <c:v>3.0201</c:v>
                </c:pt>
                <c:pt idx="4209">
                  <c:v>2.9865</c:v>
                </c:pt>
                <c:pt idx="4210">
                  <c:v>2.9434</c:v>
                </c:pt>
                <c:pt idx="4211">
                  <c:v>2.8732</c:v>
                </c:pt>
                <c:pt idx="4212">
                  <c:v>2.9196</c:v>
                </c:pt>
                <c:pt idx="4213">
                  <c:v>2.9234</c:v>
                </c:pt>
                <c:pt idx="4214">
                  <c:v>2.9451</c:v>
                </c:pt>
                <c:pt idx="4215">
                  <c:v>2.8436</c:v>
                </c:pt>
                <c:pt idx="4216">
                  <c:v>2.8554</c:v>
                </c:pt>
                <c:pt idx="4217">
                  <c:v>2.8303</c:v>
                </c:pt>
                <c:pt idx="4218">
                  <c:v>2.7989</c:v>
                </c:pt>
                <c:pt idx="4219">
                  <c:v>2.9414</c:v>
                </c:pt>
                <c:pt idx="4220">
                  <c:v>2.9317</c:v>
                </c:pt>
                <c:pt idx="4221">
                  <c:v>2.9739</c:v>
                </c:pt>
                <c:pt idx="4222">
                  <c:v>3.0044</c:v>
                </c:pt>
                <c:pt idx="4223">
                  <c:v>3.0237</c:v>
                </c:pt>
                <c:pt idx="4224">
                  <c:v>2.9905</c:v>
                </c:pt>
                <c:pt idx="4225">
                  <c:v>3.0033</c:v>
                </c:pt>
                <c:pt idx="4226">
                  <c:v>2.945</c:v>
                </c:pt>
                <c:pt idx="4227">
                  <c:v>2.948</c:v>
                </c:pt>
                <c:pt idx="4228">
                  <c:v>3.0017</c:v>
                </c:pt>
                <c:pt idx="4229">
                  <c:v>3.0261</c:v>
                </c:pt>
                <c:pt idx="4230">
                  <c:v>3.0631</c:v>
                </c:pt>
                <c:pt idx="4231">
                  <c:v>3.0226</c:v>
                </c:pt>
                <c:pt idx="4232">
                  <c:v>3.0353</c:v>
                </c:pt>
                <c:pt idx="4233">
                  <c:v>3.0465</c:v>
                </c:pt>
                <c:pt idx="4234">
                  <c:v>3.0551</c:v>
                </c:pt>
                <c:pt idx="4235">
                  <c:v>3.047</c:v>
                </c:pt>
                <c:pt idx="4236">
                  <c:v>2.9753</c:v>
                </c:pt>
                <c:pt idx="4237">
                  <c:v>2.9268</c:v>
                </c:pt>
                <c:pt idx="4238">
                  <c:v>2.8903</c:v>
                </c:pt>
                <c:pt idx="4239">
                  <c:v>2.9862</c:v>
                </c:pt>
                <c:pt idx="4240">
                  <c:v>2.9366</c:v>
                </c:pt>
                <c:pt idx="4241">
                  <c:v>2.9557</c:v>
                </c:pt>
                <c:pt idx="4242">
                  <c:v>3.0124</c:v>
                </c:pt>
                <c:pt idx="4243">
                  <c:v>2.9506</c:v>
                </c:pt>
                <c:pt idx="4244">
                  <c:v>2.9187</c:v>
                </c:pt>
                <c:pt idx="4245">
                  <c:v>2.8615</c:v>
                </c:pt>
                <c:pt idx="4246">
                  <c:v>2.8285</c:v>
                </c:pt>
                <c:pt idx="4247">
                  <c:v>2.8664</c:v>
                </c:pt>
                <c:pt idx="4248">
                  <c:v>2.8669</c:v>
                </c:pt>
                <c:pt idx="4249">
                  <c:v>2.9248</c:v>
                </c:pt>
                <c:pt idx="4250">
                  <c:v>2.8843</c:v>
                </c:pt>
                <c:pt idx="4251">
                  <c:v>2.8229</c:v>
                </c:pt>
                <c:pt idx="4252">
                  <c:v>2.8273</c:v>
                </c:pt>
                <c:pt idx="4253">
                  <c:v>2.8072</c:v>
                </c:pt>
                <c:pt idx="4254">
                  <c:v>2.734</c:v>
                </c:pt>
                <c:pt idx="4255">
                  <c:v>2.6659</c:v>
                </c:pt>
                <c:pt idx="4256">
                  <c:v>2.7497</c:v>
                </c:pt>
                <c:pt idx="4257">
                  <c:v>2.7336</c:v>
                </c:pt>
                <c:pt idx="4258">
                  <c:v>2.7194</c:v>
                </c:pt>
                <c:pt idx="4259">
                  <c:v>2.7064</c:v>
                </c:pt>
                <c:pt idx="4260">
                  <c:v>2.797</c:v>
                </c:pt>
                <c:pt idx="4261">
                  <c:v>2.7645</c:v>
                </c:pt>
                <c:pt idx="4262">
                  <c:v>2.7615</c:v>
                </c:pt>
                <c:pt idx="4263">
                  <c:v>2.7701</c:v>
                </c:pt>
                <c:pt idx="4264">
                  <c:v>2.8702</c:v>
                </c:pt>
                <c:pt idx="4265">
                  <c:v>2.9134</c:v>
                </c:pt>
                <c:pt idx="4266">
                  <c:v>2.8929</c:v>
                </c:pt>
                <c:pt idx="4267">
                  <c:v>2.9094</c:v>
                </c:pt>
                <c:pt idx="4268">
                  <c:v>2.8602</c:v>
                </c:pt>
                <c:pt idx="4269">
                  <c:v>2.85</c:v>
                </c:pt>
                <c:pt idx="4270">
                  <c:v>2.8982</c:v>
                </c:pt>
                <c:pt idx="4271">
                  <c:v>2.9269</c:v>
                </c:pt>
                <c:pt idx="4272">
                  <c:v>2.8902</c:v>
                </c:pt>
                <c:pt idx="4273">
                  <c:v>2.8428</c:v>
                </c:pt>
                <c:pt idx="4274">
                  <c:v>2.8708</c:v>
                </c:pt>
                <c:pt idx="4275">
                  <c:v>2.9909</c:v>
                </c:pt>
                <c:pt idx="4276">
                  <c:v>2.9939</c:v>
                </c:pt>
                <c:pt idx="4277">
                  <c:v>2.9419</c:v>
                </c:pt>
                <c:pt idx="4278">
                  <c:v>2.9185</c:v>
                </c:pt>
                <c:pt idx="4279">
                  <c:v>2.8245</c:v>
                </c:pt>
                <c:pt idx="4280">
                  <c:v>2.8193</c:v>
                </c:pt>
                <c:pt idx="4281">
                  <c:v>2.9105</c:v>
                </c:pt>
                <c:pt idx="4282">
                  <c:v>2.9476</c:v>
                </c:pt>
                <c:pt idx="4283">
                  <c:v>2.98</c:v>
                </c:pt>
                <c:pt idx="4284">
                  <c:v>2.9757</c:v>
                </c:pt>
                <c:pt idx="4285">
                  <c:v>2.9157</c:v>
                </c:pt>
                <c:pt idx="4286">
                  <c:v>2.914</c:v>
                </c:pt>
                <c:pt idx="4287">
                  <c:v>2.9505</c:v>
                </c:pt>
                <c:pt idx="4288">
                  <c:v>2.9604</c:v>
                </c:pt>
                <c:pt idx="4289">
                  <c:v>2.8894</c:v>
                </c:pt>
                <c:pt idx="4290">
                  <c:v>2.8885</c:v>
                </c:pt>
                <c:pt idx="4291">
                  <c:v>2.9188</c:v>
                </c:pt>
                <c:pt idx="4292">
                  <c:v>2.8886</c:v>
                </c:pt>
                <c:pt idx="4293">
                  <c:v>2.9955</c:v>
                </c:pt>
                <c:pt idx="4294">
                  <c:v>3.0242</c:v>
                </c:pt>
                <c:pt idx="4295">
                  <c:v>3.1186</c:v>
                </c:pt>
                <c:pt idx="4296">
                  <c:v>2.949</c:v>
                </c:pt>
                <c:pt idx="4297">
                  <c:v>3.075</c:v>
                </c:pt>
                <c:pt idx="4298">
                  <c:v>3.0913</c:v>
                </c:pt>
                <c:pt idx="4299">
                  <c:v>3.0299</c:v>
                </c:pt>
                <c:pt idx="4300">
                  <c:v>3.038</c:v>
                </c:pt>
                <c:pt idx="4301">
                  <c:v>3.0015</c:v>
                </c:pt>
                <c:pt idx="4302">
                  <c:v>2.9453</c:v>
                </c:pt>
                <c:pt idx="4303">
                  <c:v>2.8385</c:v>
                </c:pt>
                <c:pt idx="4304">
                  <c:v>2.9419</c:v>
                </c:pt>
                <c:pt idx="4305">
                  <c:v>2.9834</c:v>
                </c:pt>
                <c:pt idx="4306">
                  <c:v>3.0277</c:v>
                </c:pt>
                <c:pt idx="4307">
                  <c:v>3.0755</c:v>
                </c:pt>
                <c:pt idx="4308">
                  <c:v>3.009</c:v>
                </c:pt>
                <c:pt idx="4309">
                  <c:v>2.9903</c:v>
                </c:pt>
                <c:pt idx="4310">
                  <c:v>2.9188</c:v>
                </c:pt>
                <c:pt idx="4311">
                  <c:v>2.8581</c:v>
                </c:pt>
                <c:pt idx="4312">
                  <c:v>2.9348</c:v>
                </c:pt>
                <c:pt idx="4313">
                  <c:v>2.9665</c:v>
                </c:pt>
                <c:pt idx="4314">
                  <c:v>2.8823</c:v>
                </c:pt>
                <c:pt idx="4315">
                  <c:v>2.8981</c:v>
                </c:pt>
                <c:pt idx="4316">
                  <c:v>2.8126</c:v>
                </c:pt>
                <c:pt idx="4317">
                  <c:v>2.6895</c:v>
                </c:pt>
                <c:pt idx="4318">
                  <c:v>2.6902</c:v>
                </c:pt>
                <c:pt idx="4319">
                  <c:v>2.8027</c:v>
                </c:pt>
                <c:pt idx="4320">
                  <c:v>2.7057</c:v>
                </c:pt>
                <c:pt idx="4321">
                  <c:v>2.8206</c:v>
                </c:pt>
                <c:pt idx="4322">
                  <c:v>2.8618</c:v>
                </c:pt>
                <c:pt idx="4323">
                  <c:v>2.892</c:v>
                </c:pt>
                <c:pt idx="4324">
                  <c:v>2.8573</c:v>
                </c:pt>
                <c:pt idx="4325">
                  <c:v>2.847</c:v>
                </c:pt>
                <c:pt idx="4326">
                  <c:v>2.829</c:v>
                </c:pt>
                <c:pt idx="4327">
                  <c:v>2.7559</c:v>
                </c:pt>
                <c:pt idx="4328">
                  <c:v>2.809</c:v>
                </c:pt>
                <c:pt idx="4329">
                  <c:v>2.8416</c:v>
                </c:pt>
                <c:pt idx="4330">
                  <c:v>2.9221</c:v>
                </c:pt>
                <c:pt idx="4331">
                  <c:v>2.8762</c:v>
                </c:pt>
                <c:pt idx="4332">
                  <c:v>2.9143</c:v>
                </c:pt>
                <c:pt idx="4333">
                  <c:v>2.9836</c:v>
                </c:pt>
                <c:pt idx="4334">
                  <c:v>2.9747</c:v>
                </c:pt>
                <c:pt idx="4335">
                  <c:v>2.9237</c:v>
                </c:pt>
                <c:pt idx="4336">
                  <c:v>2.9145</c:v>
                </c:pt>
                <c:pt idx="4337">
                  <c:v>2.9596</c:v>
                </c:pt>
                <c:pt idx="4338">
                  <c:v>3.0073</c:v>
                </c:pt>
                <c:pt idx="4339">
                  <c:v>3.0585</c:v>
                </c:pt>
                <c:pt idx="4340">
                  <c:v>3.0879</c:v>
                </c:pt>
                <c:pt idx="4341">
                  <c:v>3.0113</c:v>
                </c:pt>
                <c:pt idx="4342">
                  <c:v>2.911</c:v>
                </c:pt>
                <c:pt idx="4343">
                  <c:v>3.1317</c:v>
                </c:pt>
                <c:pt idx="4344">
                  <c:v>2.9975</c:v>
                </c:pt>
                <c:pt idx="4345">
                  <c:v>2.8946</c:v>
                </c:pt>
                <c:pt idx="4346">
                  <c:v>2.933</c:v>
                </c:pt>
                <c:pt idx="4347">
                  <c:v>2.9463</c:v>
                </c:pt>
                <c:pt idx="4348">
                  <c:v>2.7776</c:v>
                </c:pt>
                <c:pt idx="4349">
                  <c:v>2.9545</c:v>
                </c:pt>
                <c:pt idx="4350">
                  <c:v>3.0485</c:v>
                </c:pt>
                <c:pt idx="4351">
                  <c:v>2.9116</c:v>
                </c:pt>
                <c:pt idx="4352">
                  <c:v>2.8775</c:v>
                </c:pt>
                <c:pt idx="4353">
                  <c:v>2.8592</c:v>
                </c:pt>
                <c:pt idx="4354">
                  <c:v>2.8056</c:v>
                </c:pt>
                <c:pt idx="4355">
                  <c:v>2.709</c:v>
                </c:pt>
                <c:pt idx="4356">
                  <c:v>2.7064</c:v>
                </c:pt>
                <c:pt idx="4357">
                  <c:v>2.635</c:v>
                </c:pt>
                <c:pt idx="4358">
                  <c:v>2.546</c:v>
                </c:pt>
                <c:pt idx="4359">
                  <c:v>2.4674</c:v>
                </c:pt>
                <c:pt idx="4360">
                  <c:v>2.4874</c:v>
                </c:pt>
                <c:pt idx="4361">
                  <c:v>2.519</c:v>
                </c:pt>
                <c:pt idx="4362">
                  <c:v>2.5063</c:v>
                </c:pt>
                <c:pt idx="4363">
                  <c:v>2.5874</c:v>
                </c:pt>
                <c:pt idx="4364">
                  <c:v>2.5875</c:v>
                </c:pt>
                <c:pt idx="4365">
                  <c:v>2.413</c:v>
                </c:pt>
                <c:pt idx="4366">
                  <c:v>2.3731</c:v>
                </c:pt>
                <c:pt idx="4367">
                  <c:v>2.32</c:v>
                </c:pt>
                <c:pt idx="4368">
                  <c:v>2.325</c:v>
                </c:pt>
                <c:pt idx="4369">
                  <c:v>2.3203</c:v>
                </c:pt>
                <c:pt idx="4370">
                  <c:v>2.2815</c:v>
                </c:pt>
                <c:pt idx="4371">
                  <c:v>2.1519</c:v>
                </c:pt>
                <c:pt idx="4372">
                  <c:v>2.1074</c:v>
                </c:pt>
                <c:pt idx="4373">
                  <c:v>2.131</c:v>
                </c:pt>
                <c:pt idx="4374">
                  <c:v>2.0179</c:v>
                </c:pt>
                <c:pt idx="4375">
                  <c:v>2.0036</c:v>
                </c:pt>
                <c:pt idx="4376">
                  <c:v>1.9499</c:v>
                </c:pt>
                <c:pt idx="4377">
                  <c:v>1.9303</c:v>
                </c:pt>
                <c:pt idx="4378">
                  <c:v>2.04</c:v>
                </c:pt>
                <c:pt idx="4379">
                  <c:v>1.949</c:v>
                </c:pt>
                <c:pt idx="4380">
                  <c:v>1.8914</c:v>
                </c:pt>
                <c:pt idx="4381">
                  <c:v>1.8686</c:v>
                </c:pt>
                <c:pt idx="4382">
                  <c:v>2.0025</c:v>
                </c:pt>
                <c:pt idx="4383">
                  <c:v>2.0872</c:v>
                </c:pt>
                <c:pt idx="4384">
                  <c:v>2.0854</c:v>
                </c:pt>
                <c:pt idx="4385">
                  <c:v>2.0149</c:v>
                </c:pt>
                <c:pt idx="4386">
                  <c:v>2.0162</c:v>
                </c:pt>
                <c:pt idx="4387">
                  <c:v>2.0202</c:v>
                </c:pt>
                <c:pt idx="4388">
                  <c:v>2.0036</c:v>
                </c:pt>
                <c:pt idx="4389">
                  <c:v>1.8844</c:v>
                </c:pt>
                <c:pt idx="4390">
                  <c:v>1.7395</c:v>
                </c:pt>
                <c:pt idx="4391">
                  <c:v>1.8469</c:v>
                </c:pt>
                <c:pt idx="4392">
                  <c:v>1.8496</c:v>
                </c:pt>
                <c:pt idx="4393">
                  <c:v>1.8783</c:v>
                </c:pt>
                <c:pt idx="4394">
                  <c:v>1.8079</c:v>
                </c:pt>
                <c:pt idx="4395">
                  <c:v>1.8288</c:v>
                </c:pt>
                <c:pt idx="4396">
                  <c:v>1.7731</c:v>
                </c:pt>
                <c:pt idx="4397">
                  <c:v>1.8024</c:v>
                </c:pt>
                <c:pt idx="4398">
                  <c:v>1.7865</c:v>
                </c:pt>
                <c:pt idx="4399">
                  <c:v>1.7239</c:v>
                </c:pt>
                <c:pt idx="4400">
                  <c:v>1.633</c:v>
                </c:pt>
                <c:pt idx="4401">
                  <c:v>1.8971</c:v>
                </c:pt>
                <c:pt idx="4402">
                  <c:v>1.8314</c:v>
                </c:pt>
                <c:pt idx="4403">
                  <c:v>1.7584</c:v>
                </c:pt>
                <c:pt idx="4404">
                  <c:v>1.7324</c:v>
                </c:pt>
                <c:pt idx="4405">
                  <c:v>1.6491</c:v>
                </c:pt>
                <c:pt idx="4406">
                  <c:v>1.6953</c:v>
                </c:pt>
                <c:pt idx="4407">
                  <c:v>1.5243</c:v>
                </c:pt>
                <c:pt idx="4408">
                  <c:v>1.6133</c:v>
                </c:pt>
                <c:pt idx="4409">
                  <c:v>1.5593</c:v>
                </c:pt>
                <c:pt idx="4410">
                  <c:v>1.8061</c:v>
                </c:pt>
                <c:pt idx="4411">
                  <c:v>1.7743</c:v>
                </c:pt>
                <c:pt idx="4412">
                  <c:v>1.7175</c:v>
                </c:pt>
                <c:pt idx="4413">
                  <c:v>1.8748</c:v>
                </c:pt>
                <c:pt idx="4414">
                  <c:v>1.8432</c:v>
                </c:pt>
                <c:pt idx="4415">
                  <c:v>1.766</c:v>
                </c:pt>
                <c:pt idx="4416">
                  <c:v>1.6715</c:v>
                </c:pt>
                <c:pt idx="4417">
                  <c:v>1.6989</c:v>
                </c:pt>
                <c:pt idx="4418">
                  <c:v>1.6813</c:v>
                </c:pt>
                <c:pt idx="4419">
                  <c:v>1.6939</c:v>
                </c:pt>
                <c:pt idx="4420">
                  <c:v>1.5737</c:v>
                </c:pt>
                <c:pt idx="4421">
                  <c:v>1.5037</c:v>
                </c:pt>
                <c:pt idx="4422">
                  <c:v>1.7911</c:v>
                </c:pt>
                <c:pt idx="4423">
                  <c:v>1.7609</c:v>
                </c:pt>
                <c:pt idx="4424">
                  <c:v>1.718</c:v>
                </c:pt>
                <c:pt idx="4425">
                  <c:v>1.6779</c:v>
                </c:pt>
                <c:pt idx="4426">
                  <c:v>1.7414</c:v>
                </c:pt>
                <c:pt idx="4427">
                  <c:v>1.9453</c:v>
                </c:pt>
                <c:pt idx="4428">
                  <c:v>1.9411</c:v>
                </c:pt>
                <c:pt idx="4429">
                  <c:v>1.8137</c:v>
                </c:pt>
                <c:pt idx="4430">
                  <c:v>1.7579</c:v>
                </c:pt>
                <c:pt idx="4431">
                  <c:v>1.7352</c:v>
                </c:pt>
                <c:pt idx="4432">
                  <c:v>1.536</c:v>
                </c:pt>
                <c:pt idx="4433">
                  <c:v>1.7849</c:v>
                </c:pt>
                <c:pt idx="4434">
                  <c:v>1.9344</c:v>
                </c:pt>
                <c:pt idx="4435">
                  <c:v>1.8645</c:v>
                </c:pt>
                <c:pt idx="4436">
                  <c:v>1.6729</c:v>
                </c:pt>
                <c:pt idx="4437">
                  <c:v>1.6957</c:v>
                </c:pt>
                <c:pt idx="4438">
                  <c:v>1.7023</c:v>
                </c:pt>
                <c:pt idx="4439">
                  <c:v>1.7302</c:v>
                </c:pt>
                <c:pt idx="4440">
                  <c:v>1.6755</c:v>
                </c:pt>
                <c:pt idx="4441">
                  <c:v>1.6284</c:v>
                </c:pt>
                <c:pt idx="4442">
                  <c:v>1.597</c:v>
                </c:pt>
                <c:pt idx="4443">
                  <c:v>1.5793</c:v>
                </c:pt>
                <c:pt idx="4444">
                  <c:v>1.3958</c:v>
                </c:pt>
                <c:pt idx="4445">
                  <c:v>1.5836</c:v>
                </c:pt>
                <c:pt idx="4446">
                  <c:v>1.7545</c:v>
                </c:pt>
                <c:pt idx="4447">
                  <c:v>1.8169</c:v>
                </c:pt>
                <c:pt idx="4448">
                  <c:v>1.8746</c:v>
                </c:pt>
                <c:pt idx="4449">
                  <c:v>1.8804</c:v>
                </c:pt>
                <c:pt idx="4450">
                  <c:v>1.8034</c:v>
                </c:pt>
                <c:pt idx="4451">
                  <c:v>1.6958</c:v>
                </c:pt>
                <c:pt idx="4452">
                  <c:v>1.6652</c:v>
                </c:pt>
                <c:pt idx="4453">
                  <c:v>1.3916</c:v>
                </c:pt>
                <c:pt idx="4454">
                  <c:v>1.2685</c:v>
                </c:pt>
                <c:pt idx="4455">
                  <c:v>1.269</c:v>
                </c:pt>
                <c:pt idx="4456">
                  <c:v>1.1115</c:v>
                </c:pt>
                <c:pt idx="4457">
                  <c:v>1.167</c:v>
                </c:pt>
                <c:pt idx="4458">
                  <c:v>1.1397</c:v>
                </c:pt>
                <c:pt idx="4459">
                  <c:v>1.149</c:v>
                </c:pt>
                <c:pt idx="4460">
                  <c:v>1.1462</c:v>
                </c:pt>
                <c:pt idx="4461">
                  <c:v>1.1666</c:v>
                </c:pt>
                <c:pt idx="4462">
                  <c:v>1.1079</c:v>
                </c:pt>
                <c:pt idx="4463">
                  <c:v>1.1059</c:v>
                </c:pt>
                <c:pt idx="4464">
                  <c:v>1.1262</c:v>
                </c:pt>
                <c:pt idx="4465">
                  <c:v>1.2676</c:v>
                </c:pt>
                <c:pt idx="4466">
                  <c:v>1.3569</c:v>
                </c:pt>
                <c:pt idx="4467">
                  <c:v>1.3274</c:v>
                </c:pt>
                <c:pt idx="4468">
                  <c:v>1.3229</c:v>
                </c:pt>
                <c:pt idx="4469">
                  <c:v>1.4271</c:v>
                </c:pt>
                <c:pt idx="4470">
                  <c:v>1.429</c:v>
                </c:pt>
                <c:pt idx="4471">
                  <c:v>1.3387</c:v>
                </c:pt>
                <c:pt idx="4472">
                  <c:v>1.3329</c:v>
                </c:pt>
                <c:pt idx="4473">
                  <c:v>1.2652</c:v>
                </c:pt>
                <c:pt idx="4474">
                  <c:v>1.1871</c:v>
                </c:pt>
                <c:pt idx="4475">
                  <c:v>1.3086</c:v>
                </c:pt>
                <c:pt idx="4476">
                  <c:v>1.2113</c:v>
                </c:pt>
                <c:pt idx="4477">
                  <c:v>1.183</c:v>
                </c:pt>
                <c:pt idx="4478">
                  <c:v>1.3833</c:v>
                </c:pt>
                <c:pt idx="4479">
                  <c:v>1.2499</c:v>
                </c:pt>
                <c:pt idx="4480">
                  <c:v>1.2833</c:v>
                </c:pt>
                <c:pt idx="4481">
                  <c:v>1.4544</c:v>
                </c:pt>
                <c:pt idx="4482">
                  <c:v>1.6156</c:v>
                </c:pt>
                <c:pt idx="4483">
                  <c:v>1.5159</c:v>
                </c:pt>
                <c:pt idx="4484">
                  <c:v>1.5819</c:v>
                </c:pt>
                <c:pt idx="4485">
                  <c:v>1.8054</c:v>
                </c:pt>
                <c:pt idx="4486">
                  <c:v>1.9908</c:v>
                </c:pt>
                <c:pt idx="4487">
                  <c:v>2.0516</c:v>
                </c:pt>
                <c:pt idx="4488">
                  <c:v>1.9159</c:v>
                </c:pt>
                <c:pt idx="4489">
                  <c:v>2.2342</c:v>
                </c:pt>
                <c:pt idx="4490">
                  <c:v>2.3117</c:v>
                </c:pt>
                <c:pt idx="4491">
                  <c:v>2.5441</c:v>
                </c:pt>
                <c:pt idx="4492">
                  <c:v>2.4092</c:v>
                </c:pt>
                <c:pt idx="4493">
                  <c:v>2.358</c:v>
                </c:pt>
                <c:pt idx="4494">
                  <c:v>2.21</c:v>
                </c:pt>
                <c:pt idx="4495">
                  <c:v>2.3157</c:v>
                </c:pt>
                <c:pt idx="4496">
                  <c:v>2.2554</c:v>
                </c:pt>
                <c:pt idx="4497">
                  <c:v>2.3032</c:v>
                </c:pt>
                <c:pt idx="4498">
                  <c:v>2.1728</c:v>
                </c:pt>
                <c:pt idx="4499">
                  <c:v>2.0551</c:v>
                </c:pt>
                <c:pt idx="4500">
                  <c:v>1.916</c:v>
                </c:pt>
                <c:pt idx="4501">
                  <c:v>1.7424</c:v>
                </c:pt>
                <c:pt idx="4502">
                  <c:v>1.3976</c:v>
                </c:pt>
                <c:pt idx="4503">
                  <c:v>1.3987</c:v>
                </c:pt>
                <c:pt idx="4504">
                  <c:v>1.3243</c:v>
                </c:pt>
                <c:pt idx="4505">
                  <c:v>1.4777</c:v>
                </c:pt>
                <c:pt idx="4506">
                  <c:v>1.8355</c:v>
                </c:pt>
                <c:pt idx="4507">
                  <c:v>1.8061</c:v>
                </c:pt>
                <c:pt idx="4508">
                  <c:v>1.8775</c:v>
                </c:pt>
                <c:pt idx="4509">
                  <c:v>1.5593</c:v>
                </c:pt>
                <c:pt idx="4510">
                  <c:v>1.6134</c:v>
                </c:pt>
                <c:pt idx="4511">
                  <c:v>1.7286</c:v>
                </c:pt>
                <c:pt idx="4512">
                  <c:v>1.4442</c:v>
                </c:pt>
                <c:pt idx="4513">
                  <c:v>1.0772</c:v>
                </c:pt>
                <c:pt idx="4514">
                  <c:v>1.1633</c:v>
                </c:pt>
                <c:pt idx="4515">
                  <c:v>0.9621</c:v>
                </c:pt>
                <c:pt idx="4516">
                  <c:v>1.0051</c:v>
                </c:pt>
                <c:pt idx="4517">
                  <c:v>1.0719</c:v>
                </c:pt>
                <c:pt idx="4518">
                  <c:v>1.0205</c:v>
                </c:pt>
                <c:pt idx="4519">
                  <c:v>0.8149</c:v>
                </c:pt>
                <c:pt idx="4520">
                  <c:v>0.8166</c:v>
                </c:pt>
                <c:pt idx="4521">
                  <c:v>0.6404</c:v>
                </c:pt>
              </c:numCache>
            </c:numRef>
          </c:val>
          <c:smooth val="0"/>
        </c:ser>
        <c:ser>
          <c:idx val="3"/>
          <c:order val="1"/>
          <c:tx>
            <c:strRef>
              <c:f>'[20260203底稿.xlsx]日元对冲（粘贴版）'!$E$3</c:f>
              <c:strCache>
                <c:ptCount val="1"/>
                <c:pt idx="0">
                  <c:v>日本10年期公债收益率</c:v>
                </c:pt>
              </c:strCache>
            </c:strRef>
          </c:tx>
          <c:spPr>
            <a:ln w="19050" cap="rnd" cmpd="sng" algn="ctr">
              <a:solidFill>
                <a:srgbClr val="FFC000"/>
              </a:solidFill>
              <a:prstDash val="sysDot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'[20260203底稿.xlsx]日元对冲（粘贴版）'!$A$7:$A$4525</c:f>
              <c:numCache>
                <c:formatCode>yyyy/m/d</c:formatCode>
                <c:ptCount val="4519"/>
                <c:pt idx="0" c:formatCode="yyyy/m/d">
                  <c:v>46050</c:v>
                </c:pt>
                <c:pt idx="1" c:formatCode="yyyy/m/d">
                  <c:v>46049</c:v>
                </c:pt>
                <c:pt idx="2" c:formatCode="yyyy/m/d">
                  <c:v>46048</c:v>
                </c:pt>
                <c:pt idx="3" c:formatCode="yyyy/m/d">
                  <c:v>46045</c:v>
                </c:pt>
                <c:pt idx="4" c:formatCode="yyyy/m/d">
                  <c:v>46044</c:v>
                </c:pt>
                <c:pt idx="5" c:formatCode="yyyy/m/d">
                  <c:v>46043</c:v>
                </c:pt>
                <c:pt idx="6" c:formatCode="yyyy/m/d">
                  <c:v>46042</c:v>
                </c:pt>
                <c:pt idx="7" c:formatCode="yyyy/m/d">
                  <c:v>46041</c:v>
                </c:pt>
                <c:pt idx="8" c:formatCode="yyyy/m/d">
                  <c:v>46038</c:v>
                </c:pt>
                <c:pt idx="9" c:formatCode="yyyy/m/d">
                  <c:v>46037</c:v>
                </c:pt>
                <c:pt idx="10" c:formatCode="yyyy/m/d">
                  <c:v>46036</c:v>
                </c:pt>
                <c:pt idx="11" c:formatCode="yyyy/m/d">
                  <c:v>46035</c:v>
                </c:pt>
                <c:pt idx="12" c:formatCode="yyyy/m/d">
                  <c:v>46034</c:v>
                </c:pt>
                <c:pt idx="13" c:formatCode="yyyy/m/d">
                  <c:v>46031</c:v>
                </c:pt>
                <c:pt idx="14" c:formatCode="yyyy/m/d">
                  <c:v>46030</c:v>
                </c:pt>
                <c:pt idx="15" c:formatCode="yyyy/m/d">
                  <c:v>46029</c:v>
                </c:pt>
                <c:pt idx="16" c:formatCode="yyyy/m/d">
                  <c:v>46028</c:v>
                </c:pt>
                <c:pt idx="17" c:formatCode="yyyy/m/d">
                  <c:v>46027</c:v>
                </c:pt>
                <c:pt idx="18" c:formatCode="yyyy/m/d">
                  <c:v>46024</c:v>
                </c:pt>
                <c:pt idx="19" c:formatCode="yyyy/m/d">
                  <c:v>46023</c:v>
                </c:pt>
                <c:pt idx="20" c:formatCode="yyyy/m/d">
                  <c:v>46022</c:v>
                </c:pt>
                <c:pt idx="21" c:formatCode="yyyy/m/d">
                  <c:v>46021</c:v>
                </c:pt>
                <c:pt idx="22" c:formatCode="yyyy/m/d">
                  <c:v>46020</c:v>
                </c:pt>
                <c:pt idx="23" c:formatCode="yyyy/m/d">
                  <c:v>46017</c:v>
                </c:pt>
                <c:pt idx="24" c:formatCode="yyyy/m/d">
                  <c:v>46016</c:v>
                </c:pt>
                <c:pt idx="25" c:formatCode="yyyy/m/d">
                  <c:v>46015</c:v>
                </c:pt>
                <c:pt idx="26" c:formatCode="yyyy/m/d">
                  <c:v>46014</c:v>
                </c:pt>
                <c:pt idx="27" c:formatCode="yyyy/m/d">
                  <c:v>46013</c:v>
                </c:pt>
                <c:pt idx="28" c:formatCode="yyyy/m/d">
                  <c:v>46010</c:v>
                </c:pt>
                <c:pt idx="29" c:formatCode="yyyy/m/d">
                  <c:v>46009</c:v>
                </c:pt>
                <c:pt idx="30" c:formatCode="yyyy/m/d">
                  <c:v>46008</c:v>
                </c:pt>
                <c:pt idx="31" c:formatCode="yyyy/m/d">
                  <c:v>46007</c:v>
                </c:pt>
                <c:pt idx="32" c:formatCode="yyyy/m/d">
                  <c:v>46006</c:v>
                </c:pt>
                <c:pt idx="33" c:formatCode="yyyy/m/d">
                  <c:v>46003</c:v>
                </c:pt>
                <c:pt idx="34" c:formatCode="yyyy/m/d">
                  <c:v>46002</c:v>
                </c:pt>
                <c:pt idx="35" c:formatCode="yyyy/m/d">
                  <c:v>46001</c:v>
                </c:pt>
                <c:pt idx="36" c:formatCode="yyyy/m/d">
                  <c:v>46000</c:v>
                </c:pt>
                <c:pt idx="37" c:formatCode="yyyy/m/d">
                  <c:v>45999</c:v>
                </c:pt>
                <c:pt idx="38" c:formatCode="yyyy/m/d">
                  <c:v>45996</c:v>
                </c:pt>
                <c:pt idx="39" c:formatCode="yyyy/m/d">
                  <c:v>45995</c:v>
                </c:pt>
                <c:pt idx="40" c:formatCode="yyyy/m/d">
                  <c:v>45994</c:v>
                </c:pt>
                <c:pt idx="41" c:formatCode="yyyy/m/d">
                  <c:v>45993</c:v>
                </c:pt>
                <c:pt idx="42" c:formatCode="yyyy/m/d">
                  <c:v>45992</c:v>
                </c:pt>
                <c:pt idx="43" c:formatCode="yyyy/m/d">
                  <c:v>45989</c:v>
                </c:pt>
                <c:pt idx="44" c:formatCode="yyyy/m/d">
                  <c:v>45988</c:v>
                </c:pt>
                <c:pt idx="45" c:formatCode="yyyy/m/d">
                  <c:v>45987</c:v>
                </c:pt>
                <c:pt idx="46" c:formatCode="yyyy/m/d">
                  <c:v>45986</c:v>
                </c:pt>
                <c:pt idx="47" c:formatCode="yyyy/m/d">
                  <c:v>45985</c:v>
                </c:pt>
                <c:pt idx="48" c:formatCode="yyyy/m/d">
                  <c:v>45982</c:v>
                </c:pt>
                <c:pt idx="49" c:formatCode="yyyy/m/d">
                  <c:v>45981</c:v>
                </c:pt>
                <c:pt idx="50" c:formatCode="yyyy/m/d">
                  <c:v>45980</c:v>
                </c:pt>
                <c:pt idx="51" c:formatCode="yyyy/m/d">
                  <c:v>45979</c:v>
                </c:pt>
                <c:pt idx="52" c:formatCode="yyyy/m/d">
                  <c:v>45978</c:v>
                </c:pt>
                <c:pt idx="53" c:formatCode="yyyy/m/d">
                  <c:v>45975</c:v>
                </c:pt>
                <c:pt idx="54" c:formatCode="yyyy/m/d">
                  <c:v>45974</c:v>
                </c:pt>
                <c:pt idx="55" c:formatCode="yyyy/m/d">
                  <c:v>45973</c:v>
                </c:pt>
                <c:pt idx="56" c:formatCode="yyyy/m/d">
                  <c:v>45972</c:v>
                </c:pt>
                <c:pt idx="57" c:formatCode="yyyy/m/d">
                  <c:v>45971</c:v>
                </c:pt>
                <c:pt idx="58" c:formatCode="yyyy/m/d">
                  <c:v>45968</c:v>
                </c:pt>
                <c:pt idx="59" c:formatCode="yyyy/m/d">
                  <c:v>45967</c:v>
                </c:pt>
                <c:pt idx="60" c:formatCode="yyyy/m/d">
                  <c:v>45966</c:v>
                </c:pt>
                <c:pt idx="61" c:formatCode="yyyy/m/d">
                  <c:v>45965</c:v>
                </c:pt>
                <c:pt idx="62" c:formatCode="yyyy/m/d">
                  <c:v>45964</c:v>
                </c:pt>
                <c:pt idx="63" c:formatCode="yyyy/m/d">
                  <c:v>45961</c:v>
                </c:pt>
                <c:pt idx="64" c:formatCode="yyyy/m/d">
                  <c:v>45960</c:v>
                </c:pt>
                <c:pt idx="65" c:formatCode="yyyy/m/d">
                  <c:v>45959</c:v>
                </c:pt>
                <c:pt idx="66" c:formatCode="yyyy/m/d">
                  <c:v>45958</c:v>
                </c:pt>
                <c:pt idx="67" c:formatCode="yyyy/m/d">
                  <c:v>45957</c:v>
                </c:pt>
                <c:pt idx="68" c:formatCode="yyyy/m/d">
                  <c:v>45954</c:v>
                </c:pt>
                <c:pt idx="69" c:formatCode="yyyy/m/d">
                  <c:v>45953</c:v>
                </c:pt>
                <c:pt idx="70" c:formatCode="yyyy/m/d">
                  <c:v>45952</c:v>
                </c:pt>
                <c:pt idx="71" c:formatCode="yyyy/m/d">
                  <c:v>45951</c:v>
                </c:pt>
                <c:pt idx="72" c:formatCode="yyyy/m/d">
                  <c:v>45950</c:v>
                </c:pt>
                <c:pt idx="73" c:formatCode="yyyy/m/d">
                  <c:v>45947</c:v>
                </c:pt>
                <c:pt idx="74" c:formatCode="yyyy/m/d">
                  <c:v>45946</c:v>
                </c:pt>
                <c:pt idx="75" c:formatCode="yyyy/m/d">
                  <c:v>45945</c:v>
                </c:pt>
                <c:pt idx="76" c:formatCode="yyyy/m/d">
                  <c:v>45944</c:v>
                </c:pt>
                <c:pt idx="77" c:formatCode="yyyy/m/d">
                  <c:v>45943</c:v>
                </c:pt>
                <c:pt idx="78" c:formatCode="yyyy/m/d">
                  <c:v>45940</c:v>
                </c:pt>
                <c:pt idx="79" c:formatCode="yyyy/m/d">
                  <c:v>45939</c:v>
                </c:pt>
                <c:pt idx="80" c:formatCode="yyyy/m/d">
                  <c:v>45938</c:v>
                </c:pt>
                <c:pt idx="81" c:formatCode="yyyy/m/d">
                  <c:v>45937</c:v>
                </c:pt>
                <c:pt idx="82" c:formatCode="yyyy/m/d">
                  <c:v>45936</c:v>
                </c:pt>
                <c:pt idx="83" c:formatCode="yyyy/m/d">
                  <c:v>45933</c:v>
                </c:pt>
                <c:pt idx="84" c:formatCode="yyyy/m/d">
                  <c:v>45932</c:v>
                </c:pt>
                <c:pt idx="85" c:formatCode="yyyy/m/d">
                  <c:v>45931</c:v>
                </c:pt>
                <c:pt idx="86" c:formatCode="yyyy/m/d">
                  <c:v>45930</c:v>
                </c:pt>
                <c:pt idx="87" c:formatCode="yyyy/m/d">
                  <c:v>45929</c:v>
                </c:pt>
                <c:pt idx="88" c:formatCode="yyyy/m/d">
                  <c:v>45926</c:v>
                </c:pt>
                <c:pt idx="89" c:formatCode="yyyy/m/d">
                  <c:v>45925</c:v>
                </c:pt>
                <c:pt idx="90" c:formatCode="yyyy/m/d">
                  <c:v>45924</c:v>
                </c:pt>
                <c:pt idx="91" c:formatCode="yyyy/m/d">
                  <c:v>45923</c:v>
                </c:pt>
                <c:pt idx="92" c:formatCode="yyyy/m/d">
                  <c:v>45922</c:v>
                </c:pt>
                <c:pt idx="93" c:formatCode="yyyy/m/d">
                  <c:v>45919</c:v>
                </c:pt>
                <c:pt idx="94" c:formatCode="yyyy/m/d">
                  <c:v>45918</c:v>
                </c:pt>
                <c:pt idx="95" c:formatCode="yyyy/m/d">
                  <c:v>45917</c:v>
                </c:pt>
                <c:pt idx="96" c:formatCode="yyyy/m/d">
                  <c:v>45916</c:v>
                </c:pt>
                <c:pt idx="97" c:formatCode="yyyy/m/d">
                  <c:v>45915</c:v>
                </c:pt>
                <c:pt idx="98" c:formatCode="yyyy/m/d">
                  <c:v>45912</c:v>
                </c:pt>
                <c:pt idx="99" c:formatCode="yyyy/m/d">
                  <c:v>45911</c:v>
                </c:pt>
                <c:pt idx="100" c:formatCode="yyyy/m/d">
                  <c:v>45910</c:v>
                </c:pt>
                <c:pt idx="101" c:formatCode="yyyy/m/d">
                  <c:v>45909</c:v>
                </c:pt>
                <c:pt idx="102" c:formatCode="yyyy/m/d">
                  <c:v>45908</c:v>
                </c:pt>
                <c:pt idx="103" c:formatCode="yyyy/m/d">
                  <c:v>45905</c:v>
                </c:pt>
                <c:pt idx="104" c:formatCode="yyyy/m/d">
                  <c:v>45904</c:v>
                </c:pt>
                <c:pt idx="105" c:formatCode="yyyy/m/d">
                  <c:v>45903</c:v>
                </c:pt>
                <c:pt idx="106" c:formatCode="yyyy/m/d">
                  <c:v>45902</c:v>
                </c:pt>
                <c:pt idx="107" c:formatCode="yyyy/m/d">
                  <c:v>45901</c:v>
                </c:pt>
                <c:pt idx="108" c:formatCode="yyyy/m/d">
                  <c:v>45898</c:v>
                </c:pt>
                <c:pt idx="109" c:formatCode="yyyy/m/d">
                  <c:v>45897</c:v>
                </c:pt>
                <c:pt idx="110" c:formatCode="yyyy/m/d">
                  <c:v>45896</c:v>
                </c:pt>
                <c:pt idx="111" c:formatCode="yyyy/m/d">
                  <c:v>45895</c:v>
                </c:pt>
                <c:pt idx="112" c:formatCode="yyyy/m/d">
                  <c:v>45894</c:v>
                </c:pt>
                <c:pt idx="113" c:formatCode="yyyy/m/d">
                  <c:v>45891</c:v>
                </c:pt>
                <c:pt idx="114" c:formatCode="yyyy/m/d">
                  <c:v>45890</c:v>
                </c:pt>
                <c:pt idx="115" c:formatCode="yyyy/m/d">
                  <c:v>45889</c:v>
                </c:pt>
                <c:pt idx="116" c:formatCode="yyyy/m/d">
                  <c:v>45888</c:v>
                </c:pt>
                <c:pt idx="117" c:formatCode="yyyy/m/d">
                  <c:v>45887</c:v>
                </c:pt>
                <c:pt idx="118" c:formatCode="yyyy/m/d">
                  <c:v>45884</c:v>
                </c:pt>
                <c:pt idx="119" c:formatCode="yyyy/m/d">
                  <c:v>45883</c:v>
                </c:pt>
                <c:pt idx="120" c:formatCode="yyyy/m/d">
                  <c:v>45882</c:v>
                </c:pt>
                <c:pt idx="121" c:formatCode="yyyy/m/d">
                  <c:v>45881</c:v>
                </c:pt>
                <c:pt idx="122" c:formatCode="yyyy/m/d">
                  <c:v>45880</c:v>
                </c:pt>
                <c:pt idx="123" c:formatCode="yyyy/m/d">
                  <c:v>45877</c:v>
                </c:pt>
                <c:pt idx="124" c:formatCode="yyyy/m/d">
                  <c:v>45876</c:v>
                </c:pt>
                <c:pt idx="125" c:formatCode="yyyy/m/d">
                  <c:v>45875</c:v>
                </c:pt>
                <c:pt idx="126" c:formatCode="yyyy/m/d">
                  <c:v>45874</c:v>
                </c:pt>
                <c:pt idx="127" c:formatCode="yyyy/m/d">
                  <c:v>45873</c:v>
                </c:pt>
                <c:pt idx="128" c:formatCode="yyyy/m/d">
                  <c:v>45870</c:v>
                </c:pt>
                <c:pt idx="129" c:formatCode="yyyy/m/d">
                  <c:v>45869</c:v>
                </c:pt>
                <c:pt idx="130" c:formatCode="yyyy/m/d">
                  <c:v>45868</c:v>
                </c:pt>
                <c:pt idx="131" c:formatCode="yyyy/m/d">
                  <c:v>45867</c:v>
                </c:pt>
                <c:pt idx="132" c:formatCode="yyyy/m/d">
                  <c:v>45866</c:v>
                </c:pt>
                <c:pt idx="133" c:formatCode="yyyy/m/d">
                  <c:v>45863</c:v>
                </c:pt>
                <c:pt idx="134" c:formatCode="yyyy/m/d">
                  <c:v>45862</c:v>
                </c:pt>
                <c:pt idx="135" c:formatCode="yyyy/m/d">
                  <c:v>45861</c:v>
                </c:pt>
                <c:pt idx="136" c:formatCode="yyyy/m/d">
                  <c:v>45860</c:v>
                </c:pt>
                <c:pt idx="137" c:formatCode="yyyy/m/d">
                  <c:v>45859</c:v>
                </c:pt>
                <c:pt idx="138" c:formatCode="yyyy/m/d">
                  <c:v>45856</c:v>
                </c:pt>
                <c:pt idx="139" c:formatCode="yyyy/m/d">
                  <c:v>45855</c:v>
                </c:pt>
                <c:pt idx="140" c:formatCode="yyyy/m/d">
                  <c:v>45854</c:v>
                </c:pt>
                <c:pt idx="141" c:formatCode="yyyy/m/d">
                  <c:v>45853</c:v>
                </c:pt>
                <c:pt idx="142" c:formatCode="yyyy/m/d">
                  <c:v>45852</c:v>
                </c:pt>
                <c:pt idx="143" c:formatCode="yyyy/m/d">
                  <c:v>45849</c:v>
                </c:pt>
                <c:pt idx="144" c:formatCode="yyyy/m/d">
                  <c:v>45848</c:v>
                </c:pt>
                <c:pt idx="145" c:formatCode="yyyy/m/d">
                  <c:v>45847</c:v>
                </c:pt>
                <c:pt idx="146" c:formatCode="yyyy/m/d">
                  <c:v>45846</c:v>
                </c:pt>
                <c:pt idx="147" c:formatCode="yyyy/m/d">
                  <c:v>45845</c:v>
                </c:pt>
                <c:pt idx="148" c:formatCode="yyyy/m/d">
                  <c:v>45842</c:v>
                </c:pt>
                <c:pt idx="149" c:formatCode="yyyy/m/d">
                  <c:v>45841</c:v>
                </c:pt>
                <c:pt idx="150" c:formatCode="yyyy/m/d">
                  <c:v>45840</c:v>
                </c:pt>
                <c:pt idx="151" c:formatCode="yyyy/m/d">
                  <c:v>45839</c:v>
                </c:pt>
                <c:pt idx="152" c:formatCode="yyyy/m/d">
                  <c:v>45838</c:v>
                </c:pt>
                <c:pt idx="153" c:formatCode="yyyy/m/d">
                  <c:v>45835</c:v>
                </c:pt>
                <c:pt idx="154" c:formatCode="yyyy/m/d">
                  <c:v>45834</c:v>
                </c:pt>
                <c:pt idx="155" c:formatCode="yyyy/m/d">
                  <c:v>45833</c:v>
                </c:pt>
                <c:pt idx="156" c:formatCode="yyyy/m/d">
                  <c:v>45832</c:v>
                </c:pt>
                <c:pt idx="157" c:formatCode="yyyy/m/d">
                  <c:v>45831</c:v>
                </c:pt>
                <c:pt idx="158" c:formatCode="yyyy/m/d">
                  <c:v>45828</c:v>
                </c:pt>
                <c:pt idx="159" c:formatCode="yyyy/m/d">
                  <c:v>45827</c:v>
                </c:pt>
                <c:pt idx="160" c:formatCode="yyyy/m/d">
                  <c:v>45826</c:v>
                </c:pt>
                <c:pt idx="161" c:formatCode="yyyy/m/d">
                  <c:v>45825</c:v>
                </c:pt>
                <c:pt idx="162" c:formatCode="yyyy/m/d">
                  <c:v>45824</c:v>
                </c:pt>
                <c:pt idx="163" c:formatCode="yyyy/m/d">
                  <c:v>45821</c:v>
                </c:pt>
                <c:pt idx="164" c:formatCode="yyyy/m/d">
                  <c:v>45820</c:v>
                </c:pt>
                <c:pt idx="165" c:formatCode="yyyy/m/d">
                  <c:v>45819</c:v>
                </c:pt>
                <c:pt idx="166" c:formatCode="yyyy/m/d">
                  <c:v>45818</c:v>
                </c:pt>
                <c:pt idx="167" c:formatCode="yyyy/m/d">
                  <c:v>45817</c:v>
                </c:pt>
                <c:pt idx="168" c:formatCode="yyyy/m/d">
                  <c:v>45814</c:v>
                </c:pt>
                <c:pt idx="169" c:formatCode="yyyy/m/d">
                  <c:v>45813</c:v>
                </c:pt>
                <c:pt idx="170" c:formatCode="yyyy/m/d">
                  <c:v>45812</c:v>
                </c:pt>
                <c:pt idx="171" c:formatCode="yyyy/m/d">
                  <c:v>45811</c:v>
                </c:pt>
                <c:pt idx="172" c:formatCode="yyyy/m/d">
                  <c:v>45810</c:v>
                </c:pt>
                <c:pt idx="173" c:formatCode="yyyy/m/d">
                  <c:v>45807</c:v>
                </c:pt>
                <c:pt idx="174" c:formatCode="yyyy/m/d">
                  <c:v>45806</c:v>
                </c:pt>
                <c:pt idx="175" c:formatCode="yyyy/m/d">
                  <c:v>45805</c:v>
                </c:pt>
                <c:pt idx="176" c:formatCode="yyyy/m/d">
                  <c:v>45804</c:v>
                </c:pt>
                <c:pt idx="177" c:formatCode="yyyy/m/d">
                  <c:v>45803</c:v>
                </c:pt>
                <c:pt idx="178" c:formatCode="yyyy/m/d">
                  <c:v>45800</c:v>
                </c:pt>
                <c:pt idx="179" c:formatCode="yyyy/m/d">
                  <c:v>45799</c:v>
                </c:pt>
                <c:pt idx="180" c:formatCode="yyyy/m/d">
                  <c:v>45798</c:v>
                </c:pt>
                <c:pt idx="181" c:formatCode="yyyy/m/d">
                  <c:v>45797</c:v>
                </c:pt>
                <c:pt idx="182" c:formatCode="yyyy/m/d">
                  <c:v>45796</c:v>
                </c:pt>
                <c:pt idx="183" c:formatCode="yyyy/m/d">
                  <c:v>45793</c:v>
                </c:pt>
                <c:pt idx="184" c:formatCode="yyyy/m/d">
                  <c:v>45792</c:v>
                </c:pt>
                <c:pt idx="185" c:formatCode="yyyy/m/d">
                  <c:v>45791</c:v>
                </c:pt>
                <c:pt idx="186" c:formatCode="yyyy/m/d">
                  <c:v>45790</c:v>
                </c:pt>
                <c:pt idx="187" c:formatCode="yyyy/m/d">
                  <c:v>45789</c:v>
                </c:pt>
                <c:pt idx="188" c:formatCode="yyyy/m/d">
                  <c:v>45786</c:v>
                </c:pt>
                <c:pt idx="189" c:formatCode="yyyy/m/d">
                  <c:v>45785</c:v>
                </c:pt>
                <c:pt idx="190" c:formatCode="yyyy/m/d">
                  <c:v>45784</c:v>
                </c:pt>
                <c:pt idx="191" c:formatCode="yyyy/m/d">
                  <c:v>45783</c:v>
                </c:pt>
                <c:pt idx="192" c:formatCode="yyyy/m/d">
                  <c:v>45782</c:v>
                </c:pt>
                <c:pt idx="193" c:formatCode="yyyy/m/d">
                  <c:v>45779</c:v>
                </c:pt>
                <c:pt idx="194" c:formatCode="yyyy/m/d">
                  <c:v>45778</c:v>
                </c:pt>
                <c:pt idx="195" c:formatCode="yyyy/m/d">
                  <c:v>45777</c:v>
                </c:pt>
                <c:pt idx="196" c:formatCode="yyyy/m/d">
                  <c:v>45776</c:v>
                </c:pt>
                <c:pt idx="197" c:formatCode="yyyy/m/d">
                  <c:v>45775</c:v>
                </c:pt>
                <c:pt idx="198" c:formatCode="yyyy/m/d">
                  <c:v>45772</c:v>
                </c:pt>
                <c:pt idx="199" c:formatCode="yyyy/m/d">
                  <c:v>45771</c:v>
                </c:pt>
                <c:pt idx="200" c:formatCode="yyyy/m/d">
                  <c:v>45770</c:v>
                </c:pt>
                <c:pt idx="201" c:formatCode="yyyy/m/d">
                  <c:v>45769</c:v>
                </c:pt>
                <c:pt idx="202" c:formatCode="yyyy/m/d">
                  <c:v>45768</c:v>
                </c:pt>
                <c:pt idx="203" c:formatCode="yyyy/m/d">
                  <c:v>45765</c:v>
                </c:pt>
                <c:pt idx="204" c:formatCode="yyyy/m/d">
                  <c:v>45764</c:v>
                </c:pt>
                <c:pt idx="205" c:formatCode="yyyy/m/d">
                  <c:v>45763</c:v>
                </c:pt>
                <c:pt idx="206" c:formatCode="yyyy/m/d">
                  <c:v>45762</c:v>
                </c:pt>
                <c:pt idx="207" c:formatCode="yyyy/m/d">
                  <c:v>45761</c:v>
                </c:pt>
                <c:pt idx="208" c:formatCode="yyyy/m/d">
                  <c:v>45758</c:v>
                </c:pt>
                <c:pt idx="209" c:formatCode="yyyy/m/d">
                  <c:v>45757</c:v>
                </c:pt>
                <c:pt idx="210" c:formatCode="yyyy/m/d">
                  <c:v>45756</c:v>
                </c:pt>
                <c:pt idx="211" c:formatCode="yyyy/m/d">
                  <c:v>45755</c:v>
                </c:pt>
                <c:pt idx="212" c:formatCode="yyyy/m/d">
                  <c:v>45754</c:v>
                </c:pt>
                <c:pt idx="213" c:formatCode="yyyy/m/d">
                  <c:v>45751</c:v>
                </c:pt>
                <c:pt idx="214" c:formatCode="yyyy/m/d">
                  <c:v>45750</c:v>
                </c:pt>
                <c:pt idx="215" c:formatCode="yyyy/m/d">
                  <c:v>45749</c:v>
                </c:pt>
                <c:pt idx="216" c:formatCode="yyyy/m/d">
                  <c:v>45748</c:v>
                </c:pt>
                <c:pt idx="217" c:formatCode="yyyy/m/d">
                  <c:v>45747</c:v>
                </c:pt>
                <c:pt idx="218" c:formatCode="yyyy/m/d">
                  <c:v>45744</c:v>
                </c:pt>
                <c:pt idx="219" c:formatCode="yyyy/m/d">
                  <c:v>45743</c:v>
                </c:pt>
                <c:pt idx="220" c:formatCode="yyyy/m/d">
                  <c:v>45742</c:v>
                </c:pt>
                <c:pt idx="221" c:formatCode="yyyy/m/d">
                  <c:v>45741</c:v>
                </c:pt>
                <c:pt idx="222" c:formatCode="yyyy/m/d">
                  <c:v>45740</c:v>
                </c:pt>
                <c:pt idx="223" c:formatCode="yyyy/m/d">
                  <c:v>45737</c:v>
                </c:pt>
                <c:pt idx="224" c:formatCode="yyyy/m/d">
                  <c:v>45736</c:v>
                </c:pt>
                <c:pt idx="225" c:formatCode="yyyy/m/d">
                  <c:v>45735</c:v>
                </c:pt>
                <c:pt idx="226" c:formatCode="yyyy/m/d">
                  <c:v>45734</c:v>
                </c:pt>
                <c:pt idx="227" c:formatCode="yyyy/m/d">
                  <c:v>45733</c:v>
                </c:pt>
                <c:pt idx="228" c:formatCode="yyyy/m/d">
                  <c:v>45730</c:v>
                </c:pt>
                <c:pt idx="229" c:formatCode="yyyy/m/d">
                  <c:v>45729</c:v>
                </c:pt>
                <c:pt idx="230" c:formatCode="yyyy/m/d">
                  <c:v>45728</c:v>
                </c:pt>
                <c:pt idx="231" c:formatCode="yyyy/m/d">
                  <c:v>45727</c:v>
                </c:pt>
                <c:pt idx="232" c:formatCode="yyyy/m/d">
                  <c:v>45726</c:v>
                </c:pt>
                <c:pt idx="233" c:formatCode="yyyy/m/d">
                  <c:v>45723</c:v>
                </c:pt>
                <c:pt idx="234" c:formatCode="yyyy/m/d">
                  <c:v>45722</c:v>
                </c:pt>
                <c:pt idx="235" c:formatCode="yyyy/m/d">
                  <c:v>45721</c:v>
                </c:pt>
                <c:pt idx="236" c:formatCode="yyyy/m/d">
                  <c:v>45720</c:v>
                </c:pt>
                <c:pt idx="237" c:formatCode="yyyy/m/d">
                  <c:v>45719</c:v>
                </c:pt>
                <c:pt idx="238" c:formatCode="yyyy/m/d">
                  <c:v>45716</c:v>
                </c:pt>
                <c:pt idx="239" c:formatCode="yyyy/m/d">
                  <c:v>45715</c:v>
                </c:pt>
                <c:pt idx="240" c:formatCode="yyyy/m/d">
                  <c:v>45714</c:v>
                </c:pt>
                <c:pt idx="241" c:formatCode="yyyy/m/d">
                  <c:v>45713</c:v>
                </c:pt>
                <c:pt idx="242" c:formatCode="yyyy/m/d">
                  <c:v>45712</c:v>
                </c:pt>
                <c:pt idx="243" c:formatCode="yyyy/m/d">
                  <c:v>45709</c:v>
                </c:pt>
                <c:pt idx="244" c:formatCode="yyyy/m/d">
                  <c:v>45708</c:v>
                </c:pt>
                <c:pt idx="245" c:formatCode="yyyy/m/d">
                  <c:v>45707</c:v>
                </c:pt>
                <c:pt idx="246" c:formatCode="yyyy/m/d">
                  <c:v>45706</c:v>
                </c:pt>
                <c:pt idx="247" c:formatCode="yyyy/m/d">
                  <c:v>45705</c:v>
                </c:pt>
                <c:pt idx="248" c:formatCode="yyyy/m/d">
                  <c:v>45702</c:v>
                </c:pt>
                <c:pt idx="249" c:formatCode="yyyy/m/d">
                  <c:v>45701</c:v>
                </c:pt>
                <c:pt idx="250" c:formatCode="yyyy/m/d">
                  <c:v>45700</c:v>
                </c:pt>
                <c:pt idx="251" c:formatCode="yyyy/m/d">
                  <c:v>45699</c:v>
                </c:pt>
                <c:pt idx="252" c:formatCode="yyyy/m/d">
                  <c:v>45698</c:v>
                </c:pt>
                <c:pt idx="253" c:formatCode="yyyy/m/d">
                  <c:v>45695</c:v>
                </c:pt>
                <c:pt idx="254" c:formatCode="yyyy/m/d">
                  <c:v>45694</c:v>
                </c:pt>
                <c:pt idx="255" c:formatCode="yyyy/m/d">
                  <c:v>45693</c:v>
                </c:pt>
                <c:pt idx="256" c:formatCode="yyyy/m/d">
                  <c:v>45692</c:v>
                </c:pt>
                <c:pt idx="257" c:formatCode="yyyy/m/d">
                  <c:v>45691</c:v>
                </c:pt>
                <c:pt idx="258" c:formatCode="yyyy/m/d">
                  <c:v>45688</c:v>
                </c:pt>
                <c:pt idx="259" c:formatCode="yyyy/m/d">
                  <c:v>45687</c:v>
                </c:pt>
                <c:pt idx="260" c:formatCode="yyyy/m/d">
                  <c:v>45686</c:v>
                </c:pt>
                <c:pt idx="261" c:formatCode="yyyy/m/d">
                  <c:v>45685</c:v>
                </c:pt>
                <c:pt idx="262" c:formatCode="yyyy/m/d">
                  <c:v>45684</c:v>
                </c:pt>
                <c:pt idx="263" c:formatCode="yyyy/m/d">
                  <c:v>45681</c:v>
                </c:pt>
                <c:pt idx="264" c:formatCode="yyyy/m/d">
                  <c:v>45680</c:v>
                </c:pt>
                <c:pt idx="265" c:formatCode="yyyy/m/d">
                  <c:v>45679</c:v>
                </c:pt>
                <c:pt idx="266" c:formatCode="yyyy/m/d">
                  <c:v>45678</c:v>
                </c:pt>
                <c:pt idx="267" c:formatCode="yyyy/m/d">
                  <c:v>45677</c:v>
                </c:pt>
                <c:pt idx="268" c:formatCode="yyyy/m/d">
                  <c:v>45674</c:v>
                </c:pt>
                <c:pt idx="269" c:formatCode="yyyy/m/d">
                  <c:v>45673</c:v>
                </c:pt>
                <c:pt idx="270" c:formatCode="yyyy/m/d">
                  <c:v>45672</c:v>
                </c:pt>
                <c:pt idx="271" c:formatCode="yyyy/m/d">
                  <c:v>45671</c:v>
                </c:pt>
                <c:pt idx="272" c:formatCode="yyyy/m/d">
                  <c:v>45670</c:v>
                </c:pt>
                <c:pt idx="273" c:formatCode="yyyy/m/d">
                  <c:v>45667</c:v>
                </c:pt>
                <c:pt idx="274" c:formatCode="yyyy/m/d">
                  <c:v>45666</c:v>
                </c:pt>
                <c:pt idx="275" c:formatCode="yyyy/m/d">
                  <c:v>45665</c:v>
                </c:pt>
                <c:pt idx="276" c:formatCode="yyyy/m/d">
                  <c:v>45664</c:v>
                </c:pt>
                <c:pt idx="277" c:formatCode="yyyy/m/d">
                  <c:v>45663</c:v>
                </c:pt>
                <c:pt idx="278" c:formatCode="yyyy/m/d">
                  <c:v>45660</c:v>
                </c:pt>
                <c:pt idx="279" c:formatCode="yyyy/m/d">
                  <c:v>45659</c:v>
                </c:pt>
                <c:pt idx="280" c:formatCode="yyyy/m/d">
                  <c:v>45658</c:v>
                </c:pt>
                <c:pt idx="281" c:formatCode="yyyy/m/d">
                  <c:v>45657</c:v>
                </c:pt>
                <c:pt idx="282" c:formatCode="yyyy/m/d">
                  <c:v>45656</c:v>
                </c:pt>
                <c:pt idx="283" c:formatCode="yyyy/m/d">
                  <c:v>45653</c:v>
                </c:pt>
                <c:pt idx="284" c:formatCode="yyyy/m/d">
                  <c:v>45652</c:v>
                </c:pt>
                <c:pt idx="285" c:formatCode="yyyy/m/d">
                  <c:v>45651</c:v>
                </c:pt>
                <c:pt idx="286" c:formatCode="yyyy/m/d">
                  <c:v>45650</c:v>
                </c:pt>
                <c:pt idx="287" c:formatCode="yyyy/m/d">
                  <c:v>45649</c:v>
                </c:pt>
                <c:pt idx="288" c:formatCode="yyyy/m/d">
                  <c:v>45646</c:v>
                </c:pt>
                <c:pt idx="289" c:formatCode="yyyy/m/d">
                  <c:v>45645</c:v>
                </c:pt>
                <c:pt idx="290" c:formatCode="yyyy/m/d">
                  <c:v>45644</c:v>
                </c:pt>
                <c:pt idx="291" c:formatCode="yyyy/m/d">
                  <c:v>45643</c:v>
                </c:pt>
                <c:pt idx="292" c:formatCode="yyyy/m/d">
                  <c:v>45642</c:v>
                </c:pt>
                <c:pt idx="293" c:formatCode="yyyy/m/d">
                  <c:v>45639</c:v>
                </c:pt>
                <c:pt idx="294" c:formatCode="yyyy/m/d">
                  <c:v>45638</c:v>
                </c:pt>
                <c:pt idx="295" c:formatCode="yyyy/m/d">
                  <c:v>45637</c:v>
                </c:pt>
                <c:pt idx="296" c:formatCode="yyyy/m/d">
                  <c:v>45636</c:v>
                </c:pt>
                <c:pt idx="297" c:formatCode="yyyy/m/d">
                  <c:v>45635</c:v>
                </c:pt>
                <c:pt idx="298" c:formatCode="yyyy/m/d">
                  <c:v>45632</c:v>
                </c:pt>
                <c:pt idx="299" c:formatCode="yyyy/m/d">
                  <c:v>45631</c:v>
                </c:pt>
                <c:pt idx="300" c:formatCode="yyyy/m/d">
                  <c:v>45630</c:v>
                </c:pt>
                <c:pt idx="301" c:formatCode="yyyy/m/d">
                  <c:v>45629</c:v>
                </c:pt>
                <c:pt idx="302" c:formatCode="yyyy/m/d">
                  <c:v>45628</c:v>
                </c:pt>
                <c:pt idx="303" c:formatCode="yyyy/m/d">
                  <c:v>45625</c:v>
                </c:pt>
                <c:pt idx="304" c:formatCode="yyyy/m/d">
                  <c:v>45624</c:v>
                </c:pt>
                <c:pt idx="305" c:formatCode="yyyy/m/d">
                  <c:v>45623</c:v>
                </c:pt>
                <c:pt idx="306" c:formatCode="yyyy/m/d">
                  <c:v>45622</c:v>
                </c:pt>
                <c:pt idx="307" c:formatCode="yyyy/m/d">
                  <c:v>45621</c:v>
                </c:pt>
                <c:pt idx="308" c:formatCode="yyyy/m/d">
                  <c:v>45618</c:v>
                </c:pt>
                <c:pt idx="309" c:formatCode="yyyy/m/d">
                  <c:v>45617</c:v>
                </c:pt>
                <c:pt idx="310" c:formatCode="yyyy/m/d">
                  <c:v>45616</c:v>
                </c:pt>
                <c:pt idx="311" c:formatCode="yyyy/m/d">
                  <c:v>45615</c:v>
                </c:pt>
                <c:pt idx="312" c:formatCode="yyyy/m/d">
                  <c:v>45614</c:v>
                </c:pt>
                <c:pt idx="313" c:formatCode="yyyy/m/d">
                  <c:v>45611</c:v>
                </c:pt>
                <c:pt idx="314" c:formatCode="yyyy/m/d">
                  <c:v>45610</c:v>
                </c:pt>
                <c:pt idx="315" c:formatCode="yyyy/m/d">
                  <c:v>45609</c:v>
                </c:pt>
                <c:pt idx="316" c:formatCode="yyyy/m/d">
                  <c:v>45608</c:v>
                </c:pt>
                <c:pt idx="317" c:formatCode="yyyy/m/d">
                  <c:v>45607</c:v>
                </c:pt>
                <c:pt idx="318" c:formatCode="yyyy/m/d">
                  <c:v>45604</c:v>
                </c:pt>
                <c:pt idx="319" c:formatCode="yyyy/m/d">
                  <c:v>45603</c:v>
                </c:pt>
                <c:pt idx="320" c:formatCode="yyyy/m/d">
                  <c:v>45602</c:v>
                </c:pt>
                <c:pt idx="321" c:formatCode="yyyy/m/d">
                  <c:v>45601</c:v>
                </c:pt>
                <c:pt idx="322" c:formatCode="yyyy/m/d">
                  <c:v>45600</c:v>
                </c:pt>
                <c:pt idx="323" c:formatCode="yyyy/m/d">
                  <c:v>45597</c:v>
                </c:pt>
                <c:pt idx="324" c:formatCode="yyyy/m/d">
                  <c:v>45596</c:v>
                </c:pt>
                <c:pt idx="325" c:formatCode="yyyy/m/d">
                  <c:v>45595</c:v>
                </c:pt>
                <c:pt idx="326" c:formatCode="yyyy/m/d">
                  <c:v>45594</c:v>
                </c:pt>
                <c:pt idx="327" c:formatCode="yyyy/m/d">
                  <c:v>45593</c:v>
                </c:pt>
                <c:pt idx="328" c:formatCode="yyyy/m/d">
                  <c:v>45590</c:v>
                </c:pt>
                <c:pt idx="329" c:formatCode="yyyy/m/d">
                  <c:v>45589</c:v>
                </c:pt>
                <c:pt idx="330" c:formatCode="yyyy/m/d">
                  <c:v>45588</c:v>
                </c:pt>
                <c:pt idx="331" c:formatCode="yyyy/m/d">
                  <c:v>45587</c:v>
                </c:pt>
                <c:pt idx="332" c:formatCode="yyyy/m/d">
                  <c:v>45586</c:v>
                </c:pt>
                <c:pt idx="333" c:formatCode="yyyy/m/d">
                  <c:v>45583</c:v>
                </c:pt>
                <c:pt idx="334" c:formatCode="yyyy/m/d">
                  <c:v>45582</c:v>
                </c:pt>
                <c:pt idx="335" c:formatCode="yyyy/m/d">
                  <c:v>45581</c:v>
                </c:pt>
                <c:pt idx="336" c:formatCode="yyyy/m/d">
                  <c:v>45580</c:v>
                </c:pt>
                <c:pt idx="337" c:formatCode="yyyy/m/d">
                  <c:v>45579</c:v>
                </c:pt>
                <c:pt idx="338" c:formatCode="yyyy/m/d">
                  <c:v>45576</c:v>
                </c:pt>
                <c:pt idx="339" c:formatCode="yyyy/m/d">
                  <c:v>45575</c:v>
                </c:pt>
                <c:pt idx="340" c:formatCode="yyyy/m/d">
                  <c:v>45574</c:v>
                </c:pt>
                <c:pt idx="341" c:formatCode="yyyy/m/d">
                  <c:v>45573</c:v>
                </c:pt>
                <c:pt idx="342" c:formatCode="yyyy/m/d">
                  <c:v>45572</c:v>
                </c:pt>
                <c:pt idx="343" c:formatCode="yyyy/m/d">
                  <c:v>45569</c:v>
                </c:pt>
                <c:pt idx="344" c:formatCode="yyyy/m/d">
                  <c:v>45568</c:v>
                </c:pt>
                <c:pt idx="345" c:formatCode="yyyy/m/d">
                  <c:v>45567</c:v>
                </c:pt>
                <c:pt idx="346" c:formatCode="yyyy/m/d">
                  <c:v>45566</c:v>
                </c:pt>
                <c:pt idx="347" c:formatCode="yyyy/m/d">
                  <c:v>45565</c:v>
                </c:pt>
                <c:pt idx="348" c:formatCode="yyyy/m/d">
                  <c:v>45562</c:v>
                </c:pt>
                <c:pt idx="349" c:formatCode="yyyy/m/d">
                  <c:v>45561</c:v>
                </c:pt>
                <c:pt idx="350" c:formatCode="yyyy/m/d">
                  <c:v>45560</c:v>
                </c:pt>
                <c:pt idx="351" c:formatCode="yyyy/m/d">
                  <c:v>45559</c:v>
                </c:pt>
                <c:pt idx="352" c:formatCode="yyyy/m/d">
                  <c:v>45558</c:v>
                </c:pt>
                <c:pt idx="353" c:formatCode="yyyy/m/d">
                  <c:v>45555</c:v>
                </c:pt>
                <c:pt idx="354" c:formatCode="yyyy/m/d">
                  <c:v>45554</c:v>
                </c:pt>
                <c:pt idx="355" c:formatCode="yyyy/m/d">
                  <c:v>45553</c:v>
                </c:pt>
                <c:pt idx="356" c:formatCode="yyyy/m/d">
                  <c:v>45552</c:v>
                </c:pt>
                <c:pt idx="357" c:formatCode="yyyy/m/d">
                  <c:v>45551</c:v>
                </c:pt>
                <c:pt idx="358" c:formatCode="yyyy/m/d">
                  <c:v>45548</c:v>
                </c:pt>
                <c:pt idx="359" c:formatCode="yyyy/m/d">
                  <c:v>45547</c:v>
                </c:pt>
                <c:pt idx="360" c:formatCode="yyyy/m/d">
                  <c:v>45546</c:v>
                </c:pt>
                <c:pt idx="361" c:formatCode="yyyy/m/d">
                  <c:v>45545</c:v>
                </c:pt>
                <c:pt idx="362" c:formatCode="yyyy/m/d">
                  <c:v>45544</c:v>
                </c:pt>
                <c:pt idx="363" c:formatCode="yyyy/m/d">
                  <c:v>45541</c:v>
                </c:pt>
                <c:pt idx="364" c:formatCode="yyyy/m/d">
                  <c:v>45540</c:v>
                </c:pt>
                <c:pt idx="365" c:formatCode="yyyy/m/d">
                  <c:v>45539</c:v>
                </c:pt>
                <c:pt idx="366" c:formatCode="yyyy/m/d">
                  <c:v>45538</c:v>
                </c:pt>
                <c:pt idx="367" c:formatCode="yyyy/m/d">
                  <c:v>45537</c:v>
                </c:pt>
                <c:pt idx="368" c:formatCode="yyyy/m/d">
                  <c:v>45534</c:v>
                </c:pt>
                <c:pt idx="369" c:formatCode="yyyy/m/d">
                  <c:v>45533</c:v>
                </c:pt>
                <c:pt idx="370" c:formatCode="yyyy/m/d">
                  <c:v>45532</c:v>
                </c:pt>
                <c:pt idx="371" c:formatCode="yyyy/m/d">
                  <c:v>45531</c:v>
                </c:pt>
                <c:pt idx="372" c:formatCode="yyyy/m/d">
                  <c:v>45530</c:v>
                </c:pt>
                <c:pt idx="373" c:formatCode="yyyy/m/d">
                  <c:v>45527</c:v>
                </c:pt>
                <c:pt idx="374" c:formatCode="yyyy/m/d">
                  <c:v>45526</c:v>
                </c:pt>
                <c:pt idx="375" c:formatCode="yyyy/m/d">
                  <c:v>45525</c:v>
                </c:pt>
                <c:pt idx="376" c:formatCode="yyyy/m/d">
                  <c:v>45524</c:v>
                </c:pt>
                <c:pt idx="377" c:formatCode="yyyy/m/d">
                  <c:v>45523</c:v>
                </c:pt>
                <c:pt idx="378" c:formatCode="yyyy/m/d">
                  <c:v>45520</c:v>
                </c:pt>
                <c:pt idx="379" c:formatCode="yyyy/m/d">
                  <c:v>45519</c:v>
                </c:pt>
                <c:pt idx="380" c:formatCode="yyyy/m/d">
                  <c:v>45518</c:v>
                </c:pt>
                <c:pt idx="381" c:formatCode="yyyy/m/d">
                  <c:v>45517</c:v>
                </c:pt>
                <c:pt idx="382" c:formatCode="yyyy/m/d">
                  <c:v>45516</c:v>
                </c:pt>
                <c:pt idx="383" c:formatCode="yyyy/m/d">
                  <c:v>45513</c:v>
                </c:pt>
                <c:pt idx="384" c:formatCode="yyyy/m/d">
                  <c:v>45512</c:v>
                </c:pt>
                <c:pt idx="385" c:formatCode="yyyy/m/d">
                  <c:v>45511</c:v>
                </c:pt>
                <c:pt idx="386" c:formatCode="yyyy/m/d">
                  <c:v>45510</c:v>
                </c:pt>
                <c:pt idx="387" c:formatCode="yyyy/m/d">
                  <c:v>45509</c:v>
                </c:pt>
                <c:pt idx="388" c:formatCode="yyyy/m/d">
                  <c:v>45506</c:v>
                </c:pt>
                <c:pt idx="389" c:formatCode="yyyy/m/d">
                  <c:v>45505</c:v>
                </c:pt>
                <c:pt idx="390" c:formatCode="yyyy/m/d">
                  <c:v>45504</c:v>
                </c:pt>
                <c:pt idx="391" c:formatCode="yyyy/m/d">
                  <c:v>45503</c:v>
                </c:pt>
                <c:pt idx="392" c:formatCode="yyyy/m/d">
                  <c:v>45502</c:v>
                </c:pt>
                <c:pt idx="393" c:formatCode="yyyy/m/d">
                  <c:v>45499</c:v>
                </c:pt>
                <c:pt idx="394" c:formatCode="yyyy/m/d">
                  <c:v>45498</c:v>
                </c:pt>
                <c:pt idx="395" c:formatCode="yyyy/m/d">
                  <c:v>45497</c:v>
                </c:pt>
                <c:pt idx="396" c:formatCode="yyyy/m/d">
                  <c:v>45496</c:v>
                </c:pt>
                <c:pt idx="397" c:formatCode="yyyy/m/d">
                  <c:v>45495</c:v>
                </c:pt>
                <c:pt idx="398" c:formatCode="yyyy/m/d">
                  <c:v>45492</c:v>
                </c:pt>
                <c:pt idx="399" c:formatCode="yyyy/m/d">
                  <c:v>45491</c:v>
                </c:pt>
                <c:pt idx="400" c:formatCode="yyyy/m/d">
                  <c:v>45490</c:v>
                </c:pt>
                <c:pt idx="401" c:formatCode="yyyy/m/d">
                  <c:v>45489</c:v>
                </c:pt>
                <c:pt idx="402" c:formatCode="yyyy/m/d">
                  <c:v>45488</c:v>
                </c:pt>
                <c:pt idx="403" c:formatCode="yyyy/m/d">
                  <c:v>45485</c:v>
                </c:pt>
                <c:pt idx="404" c:formatCode="yyyy/m/d">
                  <c:v>45484</c:v>
                </c:pt>
                <c:pt idx="405" c:formatCode="yyyy/m/d">
                  <c:v>45483</c:v>
                </c:pt>
                <c:pt idx="406" c:formatCode="yyyy/m/d">
                  <c:v>45482</c:v>
                </c:pt>
                <c:pt idx="407" c:formatCode="yyyy/m/d">
                  <c:v>45481</c:v>
                </c:pt>
                <c:pt idx="408" c:formatCode="yyyy/m/d">
                  <c:v>45478</c:v>
                </c:pt>
                <c:pt idx="409" c:formatCode="yyyy/m/d">
                  <c:v>45477</c:v>
                </c:pt>
                <c:pt idx="410" c:formatCode="yyyy/m/d">
                  <c:v>45476</c:v>
                </c:pt>
                <c:pt idx="411" c:formatCode="yyyy/m/d">
                  <c:v>45475</c:v>
                </c:pt>
                <c:pt idx="412" c:formatCode="yyyy/m/d">
                  <c:v>45474</c:v>
                </c:pt>
                <c:pt idx="413" c:formatCode="yyyy/m/d">
                  <c:v>45471</c:v>
                </c:pt>
                <c:pt idx="414" c:formatCode="yyyy/m/d">
                  <c:v>45470</c:v>
                </c:pt>
                <c:pt idx="415" c:formatCode="yyyy/m/d">
                  <c:v>45469</c:v>
                </c:pt>
                <c:pt idx="416" c:formatCode="yyyy/m/d">
                  <c:v>45468</c:v>
                </c:pt>
                <c:pt idx="417" c:formatCode="yyyy/m/d">
                  <c:v>45467</c:v>
                </c:pt>
                <c:pt idx="418" c:formatCode="yyyy/m/d">
                  <c:v>45464</c:v>
                </c:pt>
                <c:pt idx="419" c:formatCode="yyyy/m/d">
                  <c:v>45463</c:v>
                </c:pt>
                <c:pt idx="420" c:formatCode="yyyy/m/d">
                  <c:v>45462</c:v>
                </c:pt>
                <c:pt idx="421" c:formatCode="yyyy/m/d">
                  <c:v>45461</c:v>
                </c:pt>
                <c:pt idx="422" c:formatCode="yyyy/m/d">
                  <c:v>45460</c:v>
                </c:pt>
                <c:pt idx="423" c:formatCode="yyyy/m/d">
                  <c:v>45457</c:v>
                </c:pt>
                <c:pt idx="424" c:formatCode="yyyy/m/d">
                  <c:v>45456</c:v>
                </c:pt>
                <c:pt idx="425" c:formatCode="yyyy/m/d">
                  <c:v>45455</c:v>
                </c:pt>
                <c:pt idx="426" c:formatCode="yyyy/m/d">
                  <c:v>45454</c:v>
                </c:pt>
                <c:pt idx="427" c:formatCode="yyyy/m/d">
                  <c:v>45453</c:v>
                </c:pt>
                <c:pt idx="428" c:formatCode="yyyy/m/d">
                  <c:v>45450</c:v>
                </c:pt>
                <c:pt idx="429" c:formatCode="yyyy/m/d">
                  <c:v>45449</c:v>
                </c:pt>
                <c:pt idx="430" c:formatCode="yyyy/m/d">
                  <c:v>45448</c:v>
                </c:pt>
                <c:pt idx="431" c:formatCode="yyyy/m/d">
                  <c:v>45447</c:v>
                </c:pt>
                <c:pt idx="432" c:formatCode="yyyy/m/d">
                  <c:v>45446</c:v>
                </c:pt>
                <c:pt idx="433" c:formatCode="yyyy/m/d">
                  <c:v>45443</c:v>
                </c:pt>
                <c:pt idx="434" c:formatCode="yyyy/m/d">
                  <c:v>45442</c:v>
                </c:pt>
                <c:pt idx="435" c:formatCode="yyyy/m/d">
                  <c:v>45441</c:v>
                </c:pt>
                <c:pt idx="436" c:formatCode="yyyy/m/d">
                  <c:v>45440</c:v>
                </c:pt>
                <c:pt idx="437" c:formatCode="yyyy/m/d">
                  <c:v>45439</c:v>
                </c:pt>
                <c:pt idx="438" c:formatCode="yyyy/m/d">
                  <c:v>45436</c:v>
                </c:pt>
                <c:pt idx="439" c:formatCode="yyyy/m/d">
                  <c:v>45435</c:v>
                </c:pt>
                <c:pt idx="440" c:formatCode="yyyy/m/d">
                  <c:v>45434</c:v>
                </c:pt>
                <c:pt idx="441" c:formatCode="yyyy/m/d">
                  <c:v>45433</c:v>
                </c:pt>
                <c:pt idx="442" c:formatCode="yyyy/m/d">
                  <c:v>45432</c:v>
                </c:pt>
                <c:pt idx="443" c:formatCode="yyyy/m/d">
                  <c:v>45429</c:v>
                </c:pt>
                <c:pt idx="444" c:formatCode="yyyy/m/d">
                  <c:v>45428</c:v>
                </c:pt>
                <c:pt idx="445" c:formatCode="yyyy/m/d">
                  <c:v>45427</c:v>
                </c:pt>
                <c:pt idx="446" c:formatCode="yyyy/m/d">
                  <c:v>45426</c:v>
                </c:pt>
                <c:pt idx="447" c:formatCode="yyyy/m/d">
                  <c:v>45425</c:v>
                </c:pt>
                <c:pt idx="448" c:formatCode="yyyy/m/d">
                  <c:v>45422</c:v>
                </c:pt>
                <c:pt idx="449" c:formatCode="yyyy/m/d">
                  <c:v>45421</c:v>
                </c:pt>
                <c:pt idx="450" c:formatCode="yyyy/m/d">
                  <c:v>45420</c:v>
                </c:pt>
                <c:pt idx="451" c:formatCode="yyyy/m/d">
                  <c:v>45419</c:v>
                </c:pt>
                <c:pt idx="452" c:formatCode="yyyy/m/d">
                  <c:v>45418</c:v>
                </c:pt>
                <c:pt idx="453" c:formatCode="yyyy/m/d">
                  <c:v>45415</c:v>
                </c:pt>
                <c:pt idx="454" c:formatCode="yyyy/m/d">
                  <c:v>45414</c:v>
                </c:pt>
                <c:pt idx="455" c:formatCode="yyyy/m/d">
                  <c:v>45413</c:v>
                </c:pt>
                <c:pt idx="456" c:formatCode="yyyy/m/d">
                  <c:v>45412</c:v>
                </c:pt>
                <c:pt idx="457" c:formatCode="yyyy/m/d">
                  <c:v>45411</c:v>
                </c:pt>
                <c:pt idx="458" c:formatCode="yyyy/m/d">
                  <c:v>45408</c:v>
                </c:pt>
                <c:pt idx="459" c:formatCode="yyyy/m/d">
                  <c:v>45407</c:v>
                </c:pt>
                <c:pt idx="460" c:formatCode="yyyy/m/d">
                  <c:v>45406</c:v>
                </c:pt>
                <c:pt idx="461" c:formatCode="yyyy/m/d">
                  <c:v>45405</c:v>
                </c:pt>
                <c:pt idx="462" c:formatCode="yyyy/m/d">
                  <c:v>45404</c:v>
                </c:pt>
                <c:pt idx="463" c:formatCode="yyyy/m/d">
                  <c:v>45401</c:v>
                </c:pt>
                <c:pt idx="464" c:formatCode="yyyy/m/d">
                  <c:v>45400</c:v>
                </c:pt>
                <c:pt idx="465" c:formatCode="yyyy/m/d">
                  <c:v>45399</c:v>
                </c:pt>
                <c:pt idx="466" c:formatCode="yyyy/m/d">
                  <c:v>45398</c:v>
                </c:pt>
                <c:pt idx="467" c:formatCode="yyyy/m/d">
                  <c:v>45397</c:v>
                </c:pt>
                <c:pt idx="468" c:formatCode="yyyy/m/d">
                  <c:v>45394</c:v>
                </c:pt>
                <c:pt idx="469" c:formatCode="yyyy/m/d">
                  <c:v>45393</c:v>
                </c:pt>
                <c:pt idx="470" c:formatCode="yyyy/m/d">
                  <c:v>45392</c:v>
                </c:pt>
                <c:pt idx="471" c:formatCode="yyyy/m/d">
                  <c:v>45391</c:v>
                </c:pt>
                <c:pt idx="472" c:formatCode="yyyy/m/d">
                  <c:v>45390</c:v>
                </c:pt>
                <c:pt idx="473" c:formatCode="yyyy/m/d">
                  <c:v>45387</c:v>
                </c:pt>
                <c:pt idx="474" c:formatCode="yyyy/m/d">
                  <c:v>45386</c:v>
                </c:pt>
                <c:pt idx="475" c:formatCode="yyyy/m/d">
                  <c:v>45385</c:v>
                </c:pt>
                <c:pt idx="476" c:formatCode="yyyy/m/d">
                  <c:v>45384</c:v>
                </c:pt>
                <c:pt idx="477" c:formatCode="yyyy/m/d">
                  <c:v>45383</c:v>
                </c:pt>
                <c:pt idx="478" c:formatCode="yyyy/m/d">
                  <c:v>45380</c:v>
                </c:pt>
                <c:pt idx="479" c:formatCode="yyyy/m/d">
                  <c:v>45379</c:v>
                </c:pt>
                <c:pt idx="480" c:formatCode="yyyy/m/d">
                  <c:v>45378</c:v>
                </c:pt>
                <c:pt idx="481" c:formatCode="yyyy/m/d">
                  <c:v>45377</c:v>
                </c:pt>
                <c:pt idx="482" c:formatCode="yyyy/m/d">
                  <c:v>45376</c:v>
                </c:pt>
                <c:pt idx="483" c:formatCode="yyyy/m/d">
                  <c:v>45373</c:v>
                </c:pt>
                <c:pt idx="484" c:formatCode="yyyy/m/d">
                  <c:v>45372</c:v>
                </c:pt>
                <c:pt idx="485" c:formatCode="yyyy/m/d">
                  <c:v>45371</c:v>
                </c:pt>
                <c:pt idx="486" c:formatCode="yyyy/m/d">
                  <c:v>45370</c:v>
                </c:pt>
                <c:pt idx="487" c:formatCode="yyyy/m/d">
                  <c:v>45369</c:v>
                </c:pt>
                <c:pt idx="488" c:formatCode="yyyy/m/d">
                  <c:v>45366</c:v>
                </c:pt>
                <c:pt idx="489" c:formatCode="yyyy/m/d">
                  <c:v>45365</c:v>
                </c:pt>
                <c:pt idx="490" c:formatCode="yyyy/m/d">
                  <c:v>45364</c:v>
                </c:pt>
                <c:pt idx="491" c:formatCode="yyyy/m/d">
                  <c:v>45363</c:v>
                </c:pt>
                <c:pt idx="492" c:formatCode="yyyy/m/d">
                  <c:v>45362</c:v>
                </c:pt>
                <c:pt idx="493" c:formatCode="yyyy/m/d">
                  <c:v>45359</c:v>
                </c:pt>
                <c:pt idx="494" c:formatCode="yyyy/m/d">
                  <c:v>45358</c:v>
                </c:pt>
                <c:pt idx="495" c:formatCode="yyyy/m/d">
                  <c:v>45357</c:v>
                </c:pt>
                <c:pt idx="496" c:formatCode="yyyy/m/d">
                  <c:v>45356</c:v>
                </c:pt>
                <c:pt idx="497" c:formatCode="yyyy/m/d">
                  <c:v>45355</c:v>
                </c:pt>
                <c:pt idx="498" c:formatCode="yyyy/m/d">
                  <c:v>45352</c:v>
                </c:pt>
                <c:pt idx="499" c:formatCode="yyyy/m/d">
                  <c:v>45351</c:v>
                </c:pt>
                <c:pt idx="500" c:formatCode="yyyy/m/d">
                  <c:v>45350</c:v>
                </c:pt>
                <c:pt idx="501" c:formatCode="yyyy/m/d">
                  <c:v>45349</c:v>
                </c:pt>
                <c:pt idx="502" c:formatCode="yyyy/m/d">
                  <c:v>45348</c:v>
                </c:pt>
                <c:pt idx="503" c:formatCode="yyyy/m/d">
                  <c:v>45345</c:v>
                </c:pt>
                <c:pt idx="504" c:formatCode="yyyy/m/d">
                  <c:v>45344</c:v>
                </c:pt>
                <c:pt idx="505" c:formatCode="yyyy/m/d">
                  <c:v>45343</c:v>
                </c:pt>
                <c:pt idx="506" c:formatCode="yyyy/m/d">
                  <c:v>45342</c:v>
                </c:pt>
                <c:pt idx="507" c:formatCode="yyyy/m/d">
                  <c:v>45341</c:v>
                </c:pt>
                <c:pt idx="508" c:formatCode="yyyy/m/d">
                  <c:v>45338</c:v>
                </c:pt>
                <c:pt idx="509" c:formatCode="yyyy/m/d">
                  <c:v>45337</c:v>
                </c:pt>
                <c:pt idx="510" c:formatCode="yyyy/m/d">
                  <c:v>45336</c:v>
                </c:pt>
                <c:pt idx="511" c:formatCode="yyyy/m/d">
                  <c:v>45335</c:v>
                </c:pt>
                <c:pt idx="512" c:formatCode="yyyy/m/d">
                  <c:v>45334</c:v>
                </c:pt>
                <c:pt idx="513" c:formatCode="yyyy/m/d">
                  <c:v>45331</c:v>
                </c:pt>
                <c:pt idx="514" c:formatCode="yyyy/m/d">
                  <c:v>45330</c:v>
                </c:pt>
                <c:pt idx="515" c:formatCode="yyyy/m/d">
                  <c:v>45329</c:v>
                </c:pt>
                <c:pt idx="516" c:formatCode="yyyy/m/d">
                  <c:v>45328</c:v>
                </c:pt>
                <c:pt idx="517" c:formatCode="yyyy/m/d">
                  <c:v>45327</c:v>
                </c:pt>
                <c:pt idx="518" c:formatCode="yyyy/m/d">
                  <c:v>45324</c:v>
                </c:pt>
                <c:pt idx="519" c:formatCode="yyyy/m/d">
                  <c:v>45323</c:v>
                </c:pt>
                <c:pt idx="520" c:formatCode="yyyy/m/d">
                  <c:v>45322</c:v>
                </c:pt>
                <c:pt idx="521" c:formatCode="yyyy/m/d">
                  <c:v>45321</c:v>
                </c:pt>
                <c:pt idx="522" c:formatCode="yyyy/m/d">
                  <c:v>45320</c:v>
                </c:pt>
                <c:pt idx="523" c:formatCode="yyyy/m/d">
                  <c:v>45317</c:v>
                </c:pt>
                <c:pt idx="524" c:formatCode="yyyy/m/d">
                  <c:v>45316</c:v>
                </c:pt>
                <c:pt idx="525" c:formatCode="yyyy/m/d">
                  <c:v>45315</c:v>
                </c:pt>
                <c:pt idx="526" c:formatCode="yyyy/m/d">
                  <c:v>45314</c:v>
                </c:pt>
                <c:pt idx="527" c:formatCode="yyyy/m/d">
                  <c:v>45313</c:v>
                </c:pt>
                <c:pt idx="528" c:formatCode="yyyy/m/d">
                  <c:v>45310</c:v>
                </c:pt>
                <c:pt idx="529" c:formatCode="yyyy/m/d">
                  <c:v>45309</c:v>
                </c:pt>
                <c:pt idx="530" c:formatCode="yyyy/m/d">
                  <c:v>45308</c:v>
                </c:pt>
                <c:pt idx="531" c:formatCode="yyyy/m/d">
                  <c:v>45307</c:v>
                </c:pt>
                <c:pt idx="532" c:formatCode="yyyy/m/d">
                  <c:v>45306</c:v>
                </c:pt>
                <c:pt idx="533" c:formatCode="yyyy/m/d">
                  <c:v>45303</c:v>
                </c:pt>
                <c:pt idx="534" c:formatCode="yyyy/m/d">
                  <c:v>45302</c:v>
                </c:pt>
                <c:pt idx="535" c:formatCode="yyyy/m/d">
                  <c:v>45301</c:v>
                </c:pt>
                <c:pt idx="536" c:formatCode="yyyy/m/d">
                  <c:v>45300</c:v>
                </c:pt>
                <c:pt idx="537" c:formatCode="yyyy/m/d">
                  <c:v>45299</c:v>
                </c:pt>
                <c:pt idx="538" c:formatCode="yyyy/m/d">
                  <c:v>45296</c:v>
                </c:pt>
                <c:pt idx="539" c:formatCode="yyyy/m/d">
                  <c:v>45295</c:v>
                </c:pt>
                <c:pt idx="540" c:formatCode="yyyy/m/d">
                  <c:v>45294</c:v>
                </c:pt>
                <c:pt idx="541" c:formatCode="yyyy/m/d">
                  <c:v>45293</c:v>
                </c:pt>
                <c:pt idx="542" c:formatCode="yyyy/m/d">
                  <c:v>45292</c:v>
                </c:pt>
                <c:pt idx="543" c:formatCode="yyyy/m/d">
                  <c:v>45289</c:v>
                </c:pt>
                <c:pt idx="544" c:formatCode="yyyy/m/d">
                  <c:v>45288</c:v>
                </c:pt>
                <c:pt idx="545" c:formatCode="yyyy/m/d">
                  <c:v>45287</c:v>
                </c:pt>
                <c:pt idx="546" c:formatCode="yyyy/m/d">
                  <c:v>45286</c:v>
                </c:pt>
                <c:pt idx="547" c:formatCode="yyyy/m/d">
                  <c:v>45285</c:v>
                </c:pt>
                <c:pt idx="548" c:formatCode="yyyy/m/d">
                  <c:v>45282</c:v>
                </c:pt>
                <c:pt idx="549" c:formatCode="yyyy/m/d">
                  <c:v>45281</c:v>
                </c:pt>
                <c:pt idx="550" c:formatCode="yyyy/m/d">
                  <c:v>45280</c:v>
                </c:pt>
                <c:pt idx="551" c:formatCode="yyyy/m/d">
                  <c:v>45279</c:v>
                </c:pt>
                <c:pt idx="552" c:formatCode="yyyy/m/d">
                  <c:v>45278</c:v>
                </c:pt>
                <c:pt idx="553" c:formatCode="yyyy/m/d">
                  <c:v>45275</c:v>
                </c:pt>
                <c:pt idx="554" c:formatCode="yyyy/m/d">
                  <c:v>45274</c:v>
                </c:pt>
                <c:pt idx="555" c:formatCode="yyyy/m/d">
                  <c:v>45273</c:v>
                </c:pt>
                <c:pt idx="556" c:formatCode="yyyy/m/d">
                  <c:v>45272</c:v>
                </c:pt>
                <c:pt idx="557" c:formatCode="yyyy/m/d">
                  <c:v>45271</c:v>
                </c:pt>
                <c:pt idx="558" c:formatCode="yyyy/m/d">
                  <c:v>45268</c:v>
                </c:pt>
                <c:pt idx="559" c:formatCode="yyyy/m/d">
                  <c:v>45267</c:v>
                </c:pt>
                <c:pt idx="560" c:formatCode="yyyy/m/d">
                  <c:v>45266</c:v>
                </c:pt>
                <c:pt idx="561" c:formatCode="yyyy/m/d">
                  <c:v>45265</c:v>
                </c:pt>
                <c:pt idx="562" c:formatCode="yyyy/m/d">
                  <c:v>45264</c:v>
                </c:pt>
                <c:pt idx="563" c:formatCode="yyyy/m/d">
                  <c:v>45261</c:v>
                </c:pt>
                <c:pt idx="564" c:formatCode="yyyy/m/d">
                  <c:v>45260</c:v>
                </c:pt>
                <c:pt idx="565" c:formatCode="yyyy/m/d">
                  <c:v>45259</c:v>
                </c:pt>
                <c:pt idx="566" c:formatCode="yyyy/m/d">
                  <c:v>45258</c:v>
                </c:pt>
                <c:pt idx="567" c:formatCode="yyyy/m/d">
                  <c:v>45257</c:v>
                </c:pt>
                <c:pt idx="568" c:formatCode="yyyy/m/d">
                  <c:v>45254</c:v>
                </c:pt>
                <c:pt idx="569" c:formatCode="yyyy/m/d">
                  <c:v>45253</c:v>
                </c:pt>
                <c:pt idx="570" c:formatCode="yyyy/m/d">
                  <c:v>45252</c:v>
                </c:pt>
                <c:pt idx="571" c:formatCode="yyyy/m/d">
                  <c:v>45251</c:v>
                </c:pt>
                <c:pt idx="572" c:formatCode="yyyy/m/d">
                  <c:v>45250</c:v>
                </c:pt>
                <c:pt idx="573" c:formatCode="yyyy/m/d">
                  <c:v>45247</c:v>
                </c:pt>
                <c:pt idx="574" c:formatCode="yyyy/m/d">
                  <c:v>45246</c:v>
                </c:pt>
                <c:pt idx="575" c:formatCode="yyyy/m/d">
                  <c:v>45245</c:v>
                </c:pt>
                <c:pt idx="576" c:formatCode="yyyy/m/d">
                  <c:v>45244</c:v>
                </c:pt>
                <c:pt idx="577" c:formatCode="yyyy/m/d">
                  <c:v>45243</c:v>
                </c:pt>
                <c:pt idx="578" c:formatCode="yyyy/m/d">
                  <c:v>45240</c:v>
                </c:pt>
                <c:pt idx="579" c:formatCode="yyyy/m/d">
                  <c:v>45239</c:v>
                </c:pt>
                <c:pt idx="580" c:formatCode="yyyy/m/d">
                  <c:v>45238</c:v>
                </c:pt>
                <c:pt idx="581" c:formatCode="yyyy/m/d">
                  <c:v>45237</c:v>
                </c:pt>
                <c:pt idx="582" c:formatCode="yyyy/m/d">
                  <c:v>45236</c:v>
                </c:pt>
                <c:pt idx="583" c:formatCode="yyyy/m/d">
                  <c:v>45233</c:v>
                </c:pt>
                <c:pt idx="584" c:formatCode="yyyy/m/d">
                  <c:v>45232</c:v>
                </c:pt>
                <c:pt idx="585" c:formatCode="yyyy/m/d">
                  <c:v>45231</c:v>
                </c:pt>
                <c:pt idx="586" c:formatCode="yyyy/m/d">
                  <c:v>45230</c:v>
                </c:pt>
                <c:pt idx="587" c:formatCode="yyyy/m/d">
                  <c:v>45229</c:v>
                </c:pt>
                <c:pt idx="588" c:formatCode="yyyy/m/d">
                  <c:v>45226</c:v>
                </c:pt>
                <c:pt idx="589" c:formatCode="yyyy/m/d">
                  <c:v>45225</c:v>
                </c:pt>
                <c:pt idx="590" c:formatCode="yyyy/m/d">
                  <c:v>45224</c:v>
                </c:pt>
                <c:pt idx="591" c:formatCode="yyyy/m/d">
                  <c:v>45223</c:v>
                </c:pt>
                <c:pt idx="592" c:formatCode="yyyy/m/d">
                  <c:v>45222</c:v>
                </c:pt>
                <c:pt idx="593" c:formatCode="yyyy/m/d">
                  <c:v>45219</c:v>
                </c:pt>
                <c:pt idx="594" c:formatCode="yyyy/m/d">
                  <c:v>45218</c:v>
                </c:pt>
                <c:pt idx="595" c:formatCode="yyyy/m/d">
                  <c:v>45217</c:v>
                </c:pt>
                <c:pt idx="596" c:formatCode="yyyy/m/d">
                  <c:v>45216</c:v>
                </c:pt>
                <c:pt idx="597" c:formatCode="yyyy/m/d">
                  <c:v>45215</c:v>
                </c:pt>
                <c:pt idx="598" c:formatCode="yyyy/m/d">
                  <c:v>45212</c:v>
                </c:pt>
                <c:pt idx="599" c:formatCode="yyyy/m/d">
                  <c:v>45211</c:v>
                </c:pt>
                <c:pt idx="600" c:formatCode="yyyy/m/d">
                  <c:v>45210</c:v>
                </c:pt>
                <c:pt idx="601" c:formatCode="yyyy/m/d">
                  <c:v>45209</c:v>
                </c:pt>
                <c:pt idx="602" c:formatCode="yyyy/m/d">
                  <c:v>45208</c:v>
                </c:pt>
                <c:pt idx="603" c:formatCode="yyyy/m/d">
                  <c:v>45205</c:v>
                </c:pt>
                <c:pt idx="604" c:formatCode="yyyy/m/d">
                  <c:v>45204</c:v>
                </c:pt>
                <c:pt idx="605" c:formatCode="yyyy/m/d">
                  <c:v>45203</c:v>
                </c:pt>
                <c:pt idx="606" c:formatCode="yyyy/m/d">
                  <c:v>45202</c:v>
                </c:pt>
                <c:pt idx="607" c:formatCode="yyyy/m/d">
                  <c:v>45201</c:v>
                </c:pt>
                <c:pt idx="608" c:formatCode="yyyy/m/d">
                  <c:v>45198</c:v>
                </c:pt>
                <c:pt idx="609" c:formatCode="yyyy/m/d">
                  <c:v>45197</c:v>
                </c:pt>
                <c:pt idx="610" c:formatCode="yyyy/m/d">
                  <c:v>45196</c:v>
                </c:pt>
                <c:pt idx="611" c:formatCode="yyyy/m/d">
                  <c:v>45195</c:v>
                </c:pt>
                <c:pt idx="612" c:formatCode="yyyy/m/d">
                  <c:v>45194</c:v>
                </c:pt>
                <c:pt idx="613" c:formatCode="yyyy/m/d">
                  <c:v>45191</c:v>
                </c:pt>
                <c:pt idx="614" c:formatCode="yyyy/m/d">
                  <c:v>45190</c:v>
                </c:pt>
                <c:pt idx="615" c:formatCode="yyyy/m/d">
                  <c:v>45189</c:v>
                </c:pt>
                <c:pt idx="616" c:formatCode="yyyy/m/d">
                  <c:v>45188</c:v>
                </c:pt>
                <c:pt idx="617" c:formatCode="yyyy/m/d">
                  <c:v>45187</c:v>
                </c:pt>
                <c:pt idx="618" c:formatCode="yyyy/m/d">
                  <c:v>45184</c:v>
                </c:pt>
                <c:pt idx="619" c:formatCode="yyyy/m/d">
                  <c:v>45183</c:v>
                </c:pt>
                <c:pt idx="620" c:formatCode="yyyy/m/d">
                  <c:v>45182</c:v>
                </c:pt>
                <c:pt idx="621" c:formatCode="yyyy/m/d">
                  <c:v>45181</c:v>
                </c:pt>
                <c:pt idx="622" c:formatCode="yyyy/m/d">
                  <c:v>45180</c:v>
                </c:pt>
                <c:pt idx="623" c:formatCode="yyyy/m/d">
                  <c:v>45177</c:v>
                </c:pt>
                <c:pt idx="624" c:formatCode="yyyy/m/d">
                  <c:v>45176</c:v>
                </c:pt>
                <c:pt idx="625" c:formatCode="yyyy/m/d">
                  <c:v>45175</c:v>
                </c:pt>
                <c:pt idx="626" c:formatCode="yyyy/m/d">
                  <c:v>45174</c:v>
                </c:pt>
                <c:pt idx="627" c:formatCode="yyyy/m/d">
                  <c:v>45173</c:v>
                </c:pt>
                <c:pt idx="628" c:formatCode="yyyy/m/d">
                  <c:v>45170</c:v>
                </c:pt>
                <c:pt idx="629" c:formatCode="yyyy/m/d">
                  <c:v>45169</c:v>
                </c:pt>
                <c:pt idx="630" c:formatCode="yyyy/m/d">
                  <c:v>45168</c:v>
                </c:pt>
                <c:pt idx="631" c:formatCode="yyyy/m/d">
                  <c:v>45167</c:v>
                </c:pt>
                <c:pt idx="632" c:formatCode="yyyy/m/d">
                  <c:v>45166</c:v>
                </c:pt>
                <c:pt idx="633" c:formatCode="yyyy/m/d">
                  <c:v>45163</c:v>
                </c:pt>
                <c:pt idx="634" c:formatCode="yyyy/m/d">
                  <c:v>45162</c:v>
                </c:pt>
                <c:pt idx="635" c:formatCode="yyyy/m/d">
                  <c:v>45161</c:v>
                </c:pt>
                <c:pt idx="636" c:formatCode="yyyy/m/d">
                  <c:v>45160</c:v>
                </c:pt>
                <c:pt idx="637" c:formatCode="yyyy/m/d">
                  <c:v>45159</c:v>
                </c:pt>
                <c:pt idx="638" c:formatCode="yyyy/m/d">
                  <c:v>45156</c:v>
                </c:pt>
                <c:pt idx="639" c:formatCode="yyyy/m/d">
                  <c:v>45155</c:v>
                </c:pt>
                <c:pt idx="640" c:formatCode="yyyy/m/d">
                  <c:v>45154</c:v>
                </c:pt>
                <c:pt idx="641" c:formatCode="yyyy/m/d">
                  <c:v>45153</c:v>
                </c:pt>
                <c:pt idx="642" c:formatCode="yyyy/m/d">
                  <c:v>45152</c:v>
                </c:pt>
                <c:pt idx="643" c:formatCode="yyyy/m/d">
                  <c:v>45149</c:v>
                </c:pt>
                <c:pt idx="644" c:formatCode="yyyy/m/d">
                  <c:v>45148</c:v>
                </c:pt>
                <c:pt idx="645" c:formatCode="yyyy/m/d">
                  <c:v>45147</c:v>
                </c:pt>
                <c:pt idx="646" c:formatCode="yyyy/m/d">
                  <c:v>45146</c:v>
                </c:pt>
                <c:pt idx="647" c:formatCode="yyyy/m/d">
                  <c:v>45145</c:v>
                </c:pt>
                <c:pt idx="648" c:formatCode="yyyy/m/d">
                  <c:v>45142</c:v>
                </c:pt>
                <c:pt idx="649" c:formatCode="yyyy/m/d">
                  <c:v>45141</c:v>
                </c:pt>
                <c:pt idx="650" c:formatCode="yyyy/m/d">
                  <c:v>45140</c:v>
                </c:pt>
                <c:pt idx="651" c:formatCode="yyyy/m/d">
                  <c:v>45139</c:v>
                </c:pt>
                <c:pt idx="652" c:formatCode="yyyy/m/d">
                  <c:v>45138</c:v>
                </c:pt>
                <c:pt idx="653" c:formatCode="yyyy/m/d">
                  <c:v>45135</c:v>
                </c:pt>
                <c:pt idx="654" c:formatCode="yyyy/m/d">
                  <c:v>45134</c:v>
                </c:pt>
                <c:pt idx="655" c:formatCode="yyyy/m/d">
                  <c:v>45133</c:v>
                </c:pt>
                <c:pt idx="656" c:formatCode="yyyy/m/d">
                  <c:v>45132</c:v>
                </c:pt>
                <c:pt idx="657" c:formatCode="yyyy/m/d">
                  <c:v>45131</c:v>
                </c:pt>
                <c:pt idx="658" c:formatCode="yyyy/m/d">
                  <c:v>45128</c:v>
                </c:pt>
                <c:pt idx="659" c:formatCode="yyyy/m/d">
                  <c:v>45127</c:v>
                </c:pt>
                <c:pt idx="660" c:formatCode="yyyy/m/d">
                  <c:v>45126</c:v>
                </c:pt>
                <c:pt idx="661" c:formatCode="yyyy/m/d">
                  <c:v>45125</c:v>
                </c:pt>
                <c:pt idx="662" c:formatCode="yyyy/m/d">
                  <c:v>45124</c:v>
                </c:pt>
                <c:pt idx="663" c:formatCode="yyyy/m/d">
                  <c:v>45121</c:v>
                </c:pt>
                <c:pt idx="664" c:formatCode="yyyy/m/d">
                  <c:v>45120</c:v>
                </c:pt>
                <c:pt idx="665" c:formatCode="yyyy/m/d">
                  <c:v>45119</c:v>
                </c:pt>
                <c:pt idx="666" c:formatCode="yyyy/m/d">
                  <c:v>45118</c:v>
                </c:pt>
                <c:pt idx="667" c:formatCode="yyyy/m/d">
                  <c:v>45117</c:v>
                </c:pt>
                <c:pt idx="668" c:formatCode="yyyy/m/d">
                  <c:v>45114</c:v>
                </c:pt>
                <c:pt idx="669" c:formatCode="yyyy/m/d">
                  <c:v>45113</c:v>
                </c:pt>
                <c:pt idx="670" c:formatCode="yyyy/m/d">
                  <c:v>45112</c:v>
                </c:pt>
                <c:pt idx="671" c:formatCode="yyyy/m/d">
                  <c:v>45111</c:v>
                </c:pt>
                <c:pt idx="672" c:formatCode="yyyy/m/d">
                  <c:v>45110</c:v>
                </c:pt>
                <c:pt idx="673" c:formatCode="yyyy/m/d">
                  <c:v>45107</c:v>
                </c:pt>
                <c:pt idx="674" c:formatCode="yyyy/m/d">
                  <c:v>45106</c:v>
                </c:pt>
                <c:pt idx="675" c:formatCode="yyyy/m/d">
                  <c:v>45105</c:v>
                </c:pt>
                <c:pt idx="676" c:formatCode="yyyy/m/d">
                  <c:v>45104</c:v>
                </c:pt>
                <c:pt idx="677" c:formatCode="yyyy/m/d">
                  <c:v>45103</c:v>
                </c:pt>
                <c:pt idx="678" c:formatCode="yyyy/m/d">
                  <c:v>45100</c:v>
                </c:pt>
                <c:pt idx="679" c:formatCode="yyyy/m/d">
                  <c:v>45099</c:v>
                </c:pt>
                <c:pt idx="680" c:formatCode="yyyy/m/d">
                  <c:v>45098</c:v>
                </c:pt>
                <c:pt idx="681" c:formatCode="yyyy/m/d">
                  <c:v>45097</c:v>
                </c:pt>
                <c:pt idx="682" c:formatCode="yyyy/m/d">
                  <c:v>45096</c:v>
                </c:pt>
                <c:pt idx="683" c:formatCode="yyyy/m/d">
                  <c:v>45093</c:v>
                </c:pt>
                <c:pt idx="684" c:formatCode="yyyy/m/d">
                  <c:v>45092</c:v>
                </c:pt>
                <c:pt idx="685" c:formatCode="yyyy/m/d">
                  <c:v>45091</c:v>
                </c:pt>
                <c:pt idx="686" c:formatCode="yyyy/m/d">
                  <c:v>45090</c:v>
                </c:pt>
                <c:pt idx="687" c:formatCode="yyyy/m/d">
                  <c:v>45089</c:v>
                </c:pt>
                <c:pt idx="688" c:formatCode="yyyy/m/d">
                  <c:v>45086</c:v>
                </c:pt>
                <c:pt idx="689" c:formatCode="yyyy/m/d">
                  <c:v>45085</c:v>
                </c:pt>
                <c:pt idx="690" c:formatCode="yyyy/m/d">
                  <c:v>45084</c:v>
                </c:pt>
                <c:pt idx="691" c:formatCode="yyyy/m/d">
                  <c:v>45083</c:v>
                </c:pt>
                <c:pt idx="692" c:formatCode="yyyy/m/d">
                  <c:v>45082</c:v>
                </c:pt>
                <c:pt idx="693" c:formatCode="yyyy/m/d">
                  <c:v>45079</c:v>
                </c:pt>
                <c:pt idx="694" c:formatCode="yyyy/m/d">
                  <c:v>45078</c:v>
                </c:pt>
                <c:pt idx="695" c:formatCode="yyyy/m/d">
                  <c:v>45077</c:v>
                </c:pt>
                <c:pt idx="696" c:formatCode="yyyy/m/d">
                  <c:v>45076</c:v>
                </c:pt>
                <c:pt idx="697" c:formatCode="yyyy/m/d">
                  <c:v>45075</c:v>
                </c:pt>
                <c:pt idx="698" c:formatCode="yyyy/m/d">
                  <c:v>45072</c:v>
                </c:pt>
                <c:pt idx="699" c:formatCode="yyyy/m/d">
                  <c:v>45071</c:v>
                </c:pt>
                <c:pt idx="700" c:formatCode="yyyy/m/d">
                  <c:v>45070</c:v>
                </c:pt>
                <c:pt idx="701" c:formatCode="yyyy/m/d">
                  <c:v>45069</c:v>
                </c:pt>
                <c:pt idx="702" c:formatCode="yyyy/m/d">
                  <c:v>45068</c:v>
                </c:pt>
                <c:pt idx="703" c:formatCode="yyyy/m/d">
                  <c:v>45065</c:v>
                </c:pt>
                <c:pt idx="704" c:formatCode="yyyy/m/d">
                  <c:v>45064</c:v>
                </c:pt>
                <c:pt idx="705" c:formatCode="yyyy/m/d">
                  <c:v>45063</c:v>
                </c:pt>
                <c:pt idx="706" c:formatCode="yyyy/m/d">
                  <c:v>45062</c:v>
                </c:pt>
                <c:pt idx="707" c:formatCode="yyyy/m/d">
                  <c:v>45061</c:v>
                </c:pt>
                <c:pt idx="708" c:formatCode="yyyy/m/d">
                  <c:v>45058</c:v>
                </c:pt>
                <c:pt idx="709" c:formatCode="yyyy/m/d">
                  <c:v>45057</c:v>
                </c:pt>
                <c:pt idx="710" c:formatCode="yyyy/m/d">
                  <c:v>45056</c:v>
                </c:pt>
                <c:pt idx="711" c:formatCode="yyyy/m/d">
                  <c:v>45055</c:v>
                </c:pt>
                <c:pt idx="712" c:formatCode="yyyy/m/d">
                  <c:v>45054</c:v>
                </c:pt>
                <c:pt idx="713" c:formatCode="yyyy/m/d">
                  <c:v>45051</c:v>
                </c:pt>
                <c:pt idx="714" c:formatCode="yyyy/m/d">
                  <c:v>45050</c:v>
                </c:pt>
                <c:pt idx="715" c:formatCode="yyyy/m/d">
                  <c:v>45049</c:v>
                </c:pt>
                <c:pt idx="716" c:formatCode="yyyy/m/d">
                  <c:v>45048</c:v>
                </c:pt>
                <c:pt idx="717" c:formatCode="yyyy/m/d">
                  <c:v>45047</c:v>
                </c:pt>
                <c:pt idx="718" c:formatCode="yyyy/m/d">
                  <c:v>45044</c:v>
                </c:pt>
                <c:pt idx="719" c:formatCode="yyyy/m/d">
                  <c:v>45043</c:v>
                </c:pt>
                <c:pt idx="720" c:formatCode="yyyy/m/d">
                  <c:v>45042</c:v>
                </c:pt>
                <c:pt idx="721" c:formatCode="yyyy/m/d">
                  <c:v>45041</c:v>
                </c:pt>
                <c:pt idx="722" c:formatCode="yyyy/m/d">
                  <c:v>45040</c:v>
                </c:pt>
                <c:pt idx="723" c:formatCode="yyyy/m/d">
                  <c:v>45037</c:v>
                </c:pt>
                <c:pt idx="724" c:formatCode="yyyy/m/d">
                  <c:v>45036</c:v>
                </c:pt>
                <c:pt idx="725" c:formatCode="yyyy/m/d">
                  <c:v>45035</c:v>
                </c:pt>
                <c:pt idx="726" c:formatCode="yyyy/m/d">
                  <c:v>45034</c:v>
                </c:pt>
                <c:pt idx="727" c:formatCode="yyyy/m/d">
                  <c:v>45033</c:v>
                </c:pt>
                <c:pt idx="728" c:formatCode="yyyy/m/d">
                  <c:v>45030</c:v>
                </c:pt>
                <c:pt idx="729" c:formatCode="yyyy/m/d">
                  <c:v>45029</c:v>
                </c:pt>
                <c:pt idx="730" c:formatCode="yyyy/m/d">
                  <c:v>45028</c:v>
                </c:pt>
                <c:pt idx="731" c:formatCode="yyyy/m/d">
                  <c:v>45027</c:v>
                </c:pt>
                <c:pt idx="732" c:formatCode="yyyy/m/d">
                  <c:v>45026</c:v>
                </c:pt>
                <c:pt idx="733" c:formatCode="yyyy/m/d">
                  <c:v>45023</c:v>
                </c:pt>
                <c:pt idx="734" c:formatCode="yyyy/m/d">
                  <c:v>45022</c:v>
                </c:pt>
                <c:pt idx="735" c:formatCode="yyyy/m/d">
                  <c:v>45021</c:v>
                </c:pt>
                <c:pt idx="736" c:formatCode="yyyy/m/d">
                  <c:v>45020</c:v>
                </c:pt>
                <c:pt idx="737" c:formatCode="yyyy/m/d">
                  <c:v>45019</c:v>
                </c:pt>
                <c:pt idx="738" c:formatCode="yyyy/m/d">
                  <c:v>45016</c:v>
                </c:pt>
                <c:pt idx="739" c:formatCode="yyyy/m/d">
                  <c:v>45015</c:v>
                </c:pt>
                <c:pt idx="740" c:formatCode="yyyy/m/d">
                  <c:v>45014</c:v>
                </c:pt>
                <c:pt idx="741" c:formatCode="yyyy/m/d">
                  <c:v>45013</c:v>
                </c:pt>
                <c:pt idx="742" c:formatCode="yyyy/m/d">
                  <c:v>45012</c:v>
                </c:pt>
                <c:pt idx="743" c:formatCode="yyyy/m/d">
                  <c:v>45009</c:v>
                </c:pt>
                <c:pt idx="744" c:formatCode="yyyy/m/d">
                  <c:v>45008</c:v>
                </c:pt>
                <c:pt idx="745" c:formatCode="yyyy/m/d">
                  <c:v>45007</c:v>
                </c:pt>
                <c:pt idx="746" c:formatCode="yyyy/m/d">
                  <c:v>45006</c:v>
                </c:pt>
                <c:pt idx="747" c:formatCode="yyyy/m/d">
                  <c:v>45005</c:v>
                </c:pt>
                <c:pt idx="748" c:formatCode="yyyy/m/d">
                  <c:v>45002</c:v>
                </c:pt>
                <c:pt idx="749" c:formatCode="yyyy/m/d">
                  <c:v>45001</c:v>
                </c:pt>
                <c:pt idx="750" c:formatCode="yyyy/m/d">
                  <c:v>45000</c:v>
                </c:pt>
                <c:pt idx="751" c:formatCode="yyyy/m/d">
                  <c:v>44999</c:v>
                </c:pt>
                <c:pt idx="752" c:formatCode="yyyy/m/d">
                  <c:v>44998</c:v>
                </c:pt>
                <c:pt idx="753" c:formatCode="yyyy/m/d">
                  <c:v>44995</c:v>
                </c:pt>
                <c:pt idx="754" c:formatCode="yyyy/m/d">
                  <c:v>44994</c:v>
                </c:pt>
                <c:pt idx="755" c:formatCode="yyyy/m/d">
                  <c:v>44993</c:v>
                </c:pt>
                <c:pt idx="756" c:formatCode="yyyy/m/d">
                  <c:v>44992</c:v>
                </c:pt>
                <c:pt idx="757" c:formatCode="yyyy/m/d">
                  <c:v>44991</c:v>
                </c:pt>
                <c:pt idx="758" c:formatCode="yyyy/m/d">
                  <c:v>44988</c:v>
                </c:pt>
                <c:pt idx="759" c:formatCode="yyyy/m/d">
                  <c:v>44987</c:v>
                </c:pt>
                <c:pt idx="760" c:formatCode="yyyy/m/d">
                  <c:v>44986</c:v>
                </c:pt>
                <c:pt idx="761" c:formatCode="yyyy/m/d">
                  <c:v>44985</c:v>
                </c:pt>
                <c:pt idx="762" c:formatCode="yyyy/m/d">
                  <c:v>44984</c:v>
                </c:pt>
                <c:pt idx="763" c:formatCode="yyyy/m/d">
                  <c:v>44981</c:v>
                </c:pt>
                <c:pt idx="764" c:formatCode="yyyy/m/d">
                  <c:v>44980</c:v>
                </c:pt>
                <c:pt idx="765" c:formatCode="yyyy/m/d">
                  <c:v>44979</c:v>
                </c:pt>
                <c:pt idx="766" c:formatCode="yyyy/m/d">
                  <c:v>44978</c:v>
                </c:pt>
                <c:pt idx="767" c:formatCode="yyyy/m/d">
                  <c:v>44977</c:v>
                </c:pt>
                <c:pt idx="768" c:formatCode="yyyy/m/d">
                  <c:v>44974</c:v>
                </c:pt>
                <c:pt idx="769" c:formatCode="yyyy/m/d">
                  <c:v>44973</c:v>
                </c:pt>
                <c:pt idx="770" c:formatCode="yyyy/m/d">
                  <c:v>44972</c:v>
                </c:pt>
                <c:pt idx="771" c:formatCode="yyyy/m/d">
                  <c:v>44971</c:v>
                </c:pt>
                <c:pt idx="772" c:formatCode="yyyy/m/d">
                  <c:v>44970</c:v>
                </c:pt>
                <c:pt idx="773" c:formatCode="yyyy/m/d">
                  <c:v>44967</c:v>
                </c:pt>
                <c:pt idx="774" c:formatCode="yyyy/m/d">
                  <c:v>44966</c:v>
                </c:pt>
                <c:pt idx="775" c:formatCode="yyyy/m/d">
                  <c:v>44965</c:v>
                </c:pt>
                <c:pt idx="776" c:formatCode="yyyy/m/d">
                  <c:v>44964</c:v>
                </c:pt>
                <c:pt idx="777" c:formatCode="yyyy/m/d">
                  <c:v>44963</c:v>
                </c:pt>
                <c:pt idx="778" c:formatCode="yyyy/m/d">
                  <c:v>44960</c:v>
                </c:pt>
                <c:pt idx="779" c:formatCode="yyyy/m/d">
                  <c:v>44959</c:v>
                </c:pt>
                <c:pt idx="780" c:formatCode="yyyy/m/d">
                  <c:v>44958</c:v>
                </c:pt>
                <c:pt idx="781" c:formatCode="yyyy/m/d">
                  <c:v>44957</c:v>
                </c:pt>
                <c:pt idx="782" c:formatCode="yyyy/m/d">
                  <c:v>44956</c:v>
                </c:pt>
                <c:pt idx="783" c:formatCode="yyyy/m/d">
                  <c:v>44953</c:v>
                </c:pt>
                <c:pt idx="784" c:formatCode="yyyy/m/d">
                  <c:v>44952</c:v>
                </c:pt>
                <c:pt idx="785" c:formatCode="yyyy/m/d">
                  <c:v>44951</c:v>
                </c:pt>
                <c:pt idx="786" c:formatCode="yyyy/m/d">
                  <c:v>44950</c:v>
                </c:pt>
                <c:pt idx="787" c:formatCode="yyyy/m/d">
                  <c:v>44949</c:v>
                </c:pt>
                <c:pt idx="788" c:formatCode="yyyy/m/d">
                  <c:v>44946</c:v>
                </c:pt>
                <c:pt idx="789" c:formatCode="yyyy/m/d">
                  <c:v>44945</c:v>
                </c:pt>
                <c:pt idx="790" c:formatCode="yyyy/m/d">
                  <c:v>44944</c:v>
                </c:pt>
                <c:pt idx="791" c:formatCode="yyyy/m/d">
                  <c:v>44943</c:v>
                </c:pt>
                <c:pt idx="792" c:formatCode="yyyy/m/d">
                  <c:v>44942</c:v>
                </c:pt>
                <c:pt idx="793" c:formatCode="yyyy/m/d">
                  <c:v>44939</c:v>
                </c:pt>
                <c:pt idx="794" c:formatCode="yyyy/m/d">
                  <c:v>44938</c:v>
                </c:pt>
                <c:pt idx="795" c:formatCode="yyyy/m/d">
                  <c:v>44937</c:v>
                </c:pt>
                <c:pt idx="796" c:formatCode="yyyy/m/d">
                  <c:v>44936</c:v>
                </c:pt>
                <c:pt idx="797" c:formatCode="yyyy/m/d">
                  <c:v>44935</c:v>
                </c:pt>
                <c:pt idx="798" c:formatCode="yyyy/m/d">
                  <c:v>44932</c:v>
                </c:pt>
                <c:pt idx="799" c:formatCode="yyyy/m/d">
                  <c:v>44931</c:v>
                </c:pt>
                <c:pt idx="800" c:formatCode="yyyy/m/d">
                  <c:v>44930</c:v>
                </c:pt>
                <c:pt idx="801" c:formatCode="yyyy/m/d">
                  <c:v>44929</c:v>
                </c:pt>
                <c:pt idx="802" c:formatCode="yyyy/m/d">
                  <c:v>44928</c:v>
                </c:pt>
                <c:pt idx="803" c:formatCode="yyyy/m/d">
                  <c:v>44925</c:v>
                </c:pt>
                <c:pt idx="804" c:formatCode="yyyy/m/d">
                  <c:v>44924</c:v>
                </c:pt>
                <c:pt idx="805" c:formatCode="yyyy/m/d">
                  <c:v>44923</c:v>
                </c:pt>
                <c:pt idx="806" c:formatCode="yyyy/m/d">
                  <c:v>44922</c:v>
                </c:pt>
                <c:pt idx="807" c:formatCode="yyyy/m/d">
                  <c:v>44921</c:v>
                </c:pt>
                <c:pt idx="808" c:formatCode="yyyy/m/d">
                  <c:v>44918</c:v>
                </c:pt>
                <c:pt idx="809" c:formatCode="yyyy/m/d">
                  <c:v>44917</c:v>
                </c:pt>
                <c:pt idx="810" c:formatCode="yyyy/m/d">
                  <c:v>44916</c:v>
                </c:pt>
                <c:pt idx="811" c:formatCode="yyyy/m/d">
                  <c:v>44915</c:v>
                </c:pt>
                <c:pt idx="812" c:formatCode="yyyy/m/d">
                  <c:v>44914</c:v>
                </c:pt>
                <c:pt idx="813" c:formatCode="yyyy/m/d">
                  <c:v>44911</c:v>
                </c:pt>
                <c:pt idx="814" c:formatCode="yyyy/m/d">
                  <c:v>44910</c:v>
                </c:pt>
                <c:pt idx="815" c:formatCode="yyyy/m/d">
                  <c:v>44909</c:v>
                </c:pt>
                <c:pt idx="816" c:formatCode="yyyy/m/d">
                  <c:v>44908</c:v>
                </c:pt>
                <c:pt idx="817" c:formatCode="yyyy/m/d">
                  <c:v>44907</c:v>
                </c:pt>
                <c:pt idx="818" c:formatCode="yyyy/m/d">
                  <c:v>44904</c:v>
                </c:pt>
                <c:pt idx="819" c:formatCode="yyyy/m/d">
                  <c:v>44903</c:v>
                </c:pt>
                <c:pt idx="820" c:formatCode="yyyy/m/d">
                  <c:v>44902</c:v>
                </c:pt>
                <c:pt idx="821" c:formatCode="yyyy/m/d">
                  <c:v>44901</c:v>
                </c:pt>
                <c:pt idx="822" c:formatCode="yyyy/m/d">
                  <c:v>44900</c:v>
                </c:pt>
                <c:pt idx="823" c:formatCode="yyyy/m/d">
                  <c:v>44897</c:v>
                </c:pt>
                <c:pt idx="824" c:formatCode="yyyy/m/d">
                  <c:v>44896</c:v>
                </c:pt>
                <c:pt idx="825" c:formatCode="yyyy/m/d">
                  <c:v>44895</c:v>
                </c:pt>
                <c:pt idx="826" c:formatCode="yyyy/m/d">
                  <c:v>44894</c:v>
                </c:pt>
                <c:pt idx="827" c:formatCode="yyyy/m/d">
                  <c:v>44893</c:v>
                </c:pt>
                <c:pt idx="828" c:formatCode="yyyy/m/d">
                  <c:v>44890</c:v>
                </c:pt>
                <c:pt idx="829" c:formatCode="yyyy/m/d">
                  <c:v>44889</c:v>
                </c:pt>
                <c:pt idx="830" c:formatCode="yyyy/m/d">
                  <c:v>44888</c:v>
                </c:pt>
                <c:pt idx="831" c:formatCode="yyyy/m/d">
                  <c:v>44887</c:v>
                </c:pt>
                <c:pt idx="832" c:formatCode="yyyy/m/d">
                  <c:v>44886</c:v>
                </c:pt>
                <c:pt idx="833" c:formatCode="yyyy/m/d">
                  <c:v>44883</c:v>
                </c:pt>
                <c:pt idx="834" c:formatCode="yyyy/m/d">
                  <c:v>44882</c:v>
                </c:pt>
                <c:pt idx="835" c:formatCode="yyyy/m/d">
                  <c:v>44881</c:v>
                </c:pt>
                <c:pt idx="836" c:formatCode="yyyy/m/d">
                  <c:v>44880</c:v>
                </c:pt>
                <c:pt idx="837" c:formatCode="yyyy/m/d">
                  <c:v>44879</c:v>
                </c:pt>
                <c:pt idx="838" c:formatCode="yyyy/m/d">
                  <c:v>44876</c:v>
                </c:pt>
                <c:pt idx="839" c:formatCode="yyyy/m/d">
                  <c:v>44875</c:v>
                </c:pt>
                <c:pt idx="840" c:formatCode="yyyy/m/d">
                  <c:v>44874</c:v>
                </c:pt>
                <c:pt idx="841" c:formatCode="yyyy/m/d">
                  <c:v>44873</c:v>
                </c:pt>
                <c:pt idx="842" c:formatCode="yyyy/m/d">
                  <c:v>44872</c:v>
                </c:pt>
                <c:pt idx="843" c:formatCode="yyyy/m/d">
                  <c:v>44869</c:v>
                </c:pt>
                <c:pt idx="844" c:formatCode="yyyy/m/d">
                  <c:v>44868</c:v>
                </c:pt>
                <c:pt idx="845" c:formatCode="yyyy/m/d">
                  <c:v>44867</c:v>
                </c:pt>
                <c:pt idx="846" c:formatCode="yyyy/m/d">
                  <c:v>44866</c:v>
                </c:pt>
                <c:pt idx="847" c:formatCode="yyyy/m/d">
                  <c:v>44865</c:v>
                </c:pt>
                <c:pt idx="848" c:formatCode="yyyy/m/d">
                  <c:v>44862</c:v>
                </c:pt>
                <c:pt idx="849" c:formatCode="yyyy/m/d">
                  <c:v>44861</c:v>
                </c:pt>
                <c:pt idx="850" c:formatCode="yyyy/m/d">
                  <c:v>44860</c:v>
                </c:pt>
                <c:pt idx="851" c:formatCode="yyyy/m/d">
                  <c:v>44859</c:v>
                </c:pt>
                <c:pt idx="852" c:formatCode="yyyy/m/d">
                  <c:v>44858</c:v>
                </c:pt>
                <c:pt idx="853" c:formatCode="yyyy/m/d">
                  <c:v>44855</c:v>
                </c:pt>
                <c:pt idx="854" c:formatCode="yyyy/m/d">
                  <c:v>44854</c:v>
                </c:pt>
                <c:pt idx="855" c:formatCode="yyyy/m/d">
                  <c:v>44853</c:v>
                </c:pt>
                <c:pt idx="856" c:formatCode="yyyy/m/d">
                  <c:v>44852</c:v>
                </c:pt>
                <c:pt idx="857" c:formatCode="yyyy/m/d">
                  <c:v>44851</c:v>
                </c:pt>
                <c:pt idx="858" c:formatCode="yyyy/m/d">
                  <c:v>44848</c:v>
                </c:pt>
                <c:pt idx="859" c:formatCode="yyyy/m/d">
                  <c:v>44847</c:v>
                </c:pt>
                <c:pt idx="860" c:formatCode="yyyy/m/d">
                  <c:v>44846</c:v>
                </c:pt>
                <c:pt idx="861" c:formatCode="yyyy/m/d">
                  <c:v>44845</c:v>
                </c:pt>
                <c:pt idx="862" c:formatCode="yyyy/m/d">
                  <c:v>44844</c:v>
                </c:pt>
                <c:pt idx="863" c:formatCode="yyyy/m/d">
                  <c:v>44841</c:v>
                </c:pt>
                <c:pt idx="864" c:formatCode="yyyy/m/d">
                  <c:v>44840</c:v>
                </c:pt>
                <c:pt idx="865" c:formatCode="yyyy/m/d">
                  <c:v>44839</c:v>
                </c:pt>
                <c:pt idx="866" c:formatCode="yyyy/m/d">
                  <c:v>44838</c:v>
                </c:pt>
                <c:pt idx="867" c:formatCode="yyyy/m/d">
                  <c:v>44837</c:v>
                </c:pt>
                <c:pt idx="868" c:formatCode="yyyy/m/d">
                  <c:v>44834</c:v>
                </c:pt>
                <c:pt idx="869" c:formatCode="yyyy/m/d">
                  <c:v>44833</c:v>
                </c:pt>
                <c:pt idx="870" c:formatCode="yyyy/m/d">
                  <c:v>44832</c:v>
                </c:pt>
                <c:pt idx="871" c:formatCode="yyyy/m/d">
                  <c:v>44831</c:v>
                </c:pt>
                <c:pt idx="872" c:formatCode="yyyy/m/d">
                  <c:v>44830</c:v>
                </c:pt>
                <c:pt idx="873" c:formatCode="yyyy/m/d">
                  <c:v>44827</c:v>
                </c:pt>
                <c:pt idx="874" c:formatCode="yyyy/m/d">
                  <c:v>44826</c:v>
                </c:pt>
                <c:pt idx="875" c:formatCode="yyyy/m/d">
                  <c:v>44825</c:v>
                </c:pt>
                <c:pt idx="876" c:formatCode="yyyy/m/d">
                  <c:v>44824</c:v>
                </c:pt>
                <c:pt idx="877" c:formatCode="yyyy/m/d">
                  <c:v>44823</c:v>
                </c:pt>
                <c:pt idx="878" c:formatCode="yyyy/m/d">
                  <c:v>44820</c:v>
                </c:pt>
                <c:pt idx="879" c:formatCode="yyyy/m/d">
                  <c:v>44819</c:v>
                </c:pt>
                <c:pt idx="880" c:formatCode="yyyy/m/d">
                  <c:v>44818</c:v>
                </c:pt>
                <c:pt idx="881" c:formatCode="yyyy/m/d">
                  <c:v>44817</c:v>
                </c:pt>
                <c:pt idx="882" c:formatCode="yyyy/m/d">
                  <c:v>44816</c:v>
                </c:pt>
                <c:pt idx="883" c:formatCode="yyyy/m/d">
                  <c:v>44813</c:v>
                </c:pt>
                <c:pt idx="884" c:formatCode="yyyy/m/d">
                  <c:v>44812</c:v>
                </c:pt>
                <c:pt idx="885" c:formatCode="yyyy/m/d">
                  <c:v>44811</c:v>
                </c:pt>
                <c:pt idx="886" c:formatCode="yyyy/m/d">
                  <c:v>44810</c:v>
                </c:pt>
                <c:pt idx="887" c:formatCode="yyyy/m/d">
                  <c:v>44809</c:v>
                </c:pt>
                <c:pt idx="888" c:formatCode="yyyy/m/d">
                  <c:v>44806</c:v>
                </c:pt>
                <c:pt idx="889" c:formatCode="yyyy/m/d">
                  <c:v>44805</c:v>
                </c:pt>
                <c:pt idx="890" c:formatCode="yyyy/m/d">
                  <c:v>44804</c:v>
                </c:pt>
                <c:pt idx="891" c:formatCode="yyyy/m/d">
                  <c:v>44803</c:v>
                </c:pt>
                <c:pt idx="892" c:formatCode="yyyy/m/d">
                  <c:v>44802</c:v>
                </c:pt>
                <c:pt idx="893" c:formatCode="yyyy/m/d">
                  <c:v>44799</c:v>
                </c:pt>
                <c:pt idx="894" c:formatCode="yyyy/m/d">
                  <c:v>44798</c:v>
                </c:pt>
                <c:pt idx="895" c:formatCode="yyyy/m/d">
                  <c:v>44797</c:v>
                </c:pt>
                <c:pt idx="896" c:formatCode="yyyy/m/d">
                  <c:v>44796</c:v>
                </c:pt>
                <c:pt idx="897" c:formatCode="yyyy/m/d">
                  <c:v>44795</c:v>
                </c:pt>
                <c:pt idx="898" c:formatCode="yyyy/m/d">
                  <c:v>44792</c:v>
                </c:pt>
                <c:pt idx="899" c:formatCode="yyyy/m/d">
                  <c:v>44791</c:v>
                </c:pt>
                <c:pt idx="900" c:formatCode="yyyy/m/d">
                  <c:v>44790</c:v>
                </c:pt>
                <c:pt idx="901" c:formatCode="yyyy/m/d">
                  <c:v>44789</c:v>
                </c:pt>
                <c:pt idx="902" c:formatCode="yyyy/m/d">
                  <c:v>44788</c:v>
                </c:pt>
                <c:pt idx="903" c:formatCode="yyyy/m/d">
                  <c:v>44785</c:v>
                </c:pt>
                <c:pt idx="904" c:formatCode="yyyy/m/d">
                  <c:v>44784</c:v>
                </c:pt>
                <c:pt idx="905" c:formatCode="yyyy/m/d">
                  <c:v>44783</c:v>
                </c:pt>
                <c:pt idx="906" c:formatCode="yyyy/m/d">
                  <c:v>44782</c:v>
                </c:pt>
                <c:pt idx="907" c:formatCode="yyyy/m/d">
                  <c:v>44781</c:v>
                </c:pt>
                <c:pt idx="908" c:formatCode="yyyy/m/d">
                  <c:v>44778</c:v>
                </c:pt>
                <c:pt idx="909" c:formatCode="yyyy/m/d">
                  <c:v>44777</c:v>
                </c:pt>
                <c:pt idx="910" c:formatCode="yyyy/m/d">
                  <c:v>44776</c:v>
                </c:pt>
                <c:pt idx="911" c:formatCode="yyyy/m/d">
                  <c:v>44775</c:v>
                </c:pt>
                <c:pt idx="912" c:formatCode="yyyy/m/d">
                  <c:v>44774</c:v>
                </c:pt>
                <c:pt idx="913" c:formatCode="yyyy/m/d">
                  <c:v>44771</c:v>
                </c:pt>
                <c:pt idx="914" c:formatCode="yyyy/m/d">
                  <c:v>44770</c:v>
                </c:pt>
                <c:pt idx="915" c:formatCode="yyyy/m/d">
                  <c:v>44769</c:v>
                </c:pt>
                <c:pt idx="916" c:formatCode="yyyy/m/d">
                  <c:v>44768</c:v>
                </c:pt>
                <c:pt idx="917" c:formatCode="yyyy/m/d">
                  <c:v>44767</c:v>
                </c:pt>
                <c:pt idx="918" c:formatCode="yyyy/m/d">
                  <c:v>44764</c:v>
                </c:pt>
                <c:pt idx="919" c:formatCode="yyyy/m/d">
                  <c:v>44763</c:v>
                </c:pt>
                <c:pt idx="920" c:formatCode="yyyy/m/d">
                  <c:v>44762</c:v>
                </c:pt>
                <c:pt idx="921" c:formatCode="yyyy/m/d">
                  <c:v>44761</c:v>
                </c:pt>
                <c:pt idx="922" c:formatCode="yyyy/m/d">
                  <c:v>44760</c:v>
                </c:pt>
                <c:pt idx="923" c:formatCode="yyyy/m/d">
                  <c:v>44757</c:v>
                </c:pt>
                <c:pt idx="924" c:formatCode="yyyy/m/d">
                  <c:v>44756</c:v>
                </c:pt>
                <c:pt idx="925" c:formatCode="yyyy/m/d">
                  <c:v>44755</c:v>
                </c:pt>
                <c:pt idx="926" c:formatCode="yyyy/m/d">
                  <c:v>44754</c:v>
                </c:pt>
                <c:pt idx="927" c:formatCode="yyyy/m/d">
                  <c:v>44753</c:v>
                </c:pt>
                <c:pt idx="928" c:formatCode="yyyy/m/d">
                  <c:v>44750</c:v>
                </c:pt>
                <c:pt idx="929" c:formatCode="yyyy/m/d">
                  <c:v>44749</c:v>
                </c:pt>
                <c:pt idx="930" c:formatCode="yyyy/m/d">
                  <c:v>44748</c:v>
                </c:pt>
                <c:pt idx="931" c:formatCode="yyyy/m/d">
                  <c:v>44747</c:v>
                </c:pt>
                <c:pt idx="932" c:formatCode="yyyy/m/d">
                  <c:v>44746</c:v>
                </c:pt>
                <c:pt idx="933" c:formatCode="yyyy/m/d">
                  <c:v>44743</c:v>
                </c:pt>
                <c:pt idx="934" c:formatCode="yyyy/m/d">
                  <c:v>44742</c:v>
                </c:pt>
                <c:pt idx="935" c:formatCode="yyyy/m/d">
                  <c:v>44741</c:v>
                </c:pt>
                <c:pt idx="936" c:formatCode="yyyy/m/d">
                  <c:v>44740</c:v>
                </c:pt>
                <c:pt idx="937" c:formatCode="yyyy/m/d">
                  <c:v>44739</c:v>
                </c:pt>
                <c:pt idx="938" c:formatCode="yyyy/m/d">
                  <c:v>44736</c:v>
                </c:pt>
                <c:pt idx="939" c:formatCode="yyyy/m/d">
                  <c:v>44735</c:v>
                </c:pt>
                <c:pt idx="940" c:formatCode="yyyy/m/d">
                  <c:v>44734</c:v>
                </c:pt>
                <c:pt idx="941" c:formatCode="yyyy/m/d">
                  <c:v>44733</c:v>
                </c:pt>
                <c:pt idx="942" c:formatCode="yyyy/m/d">
                  <c:v>44732</c:v>
                </c:pt>
                <c:pt idx="943" c:formatCode="yyyy/m/d">
                  <c:v>44729</c:v>
                </c:pt>
                <c:pt idx="944" c:formatCode="yyyy/m/d">
                  <c:v>44728</c:v>
                </c:pt>
                <c:pt idx="945" c:formatCode="yyyy/m/d">
                  <c:v>44727</c:v>
                </c:pt>
                <c:pt idx="946" c:formatCode="yyyy/m/d">
                  <c:v>44726</c:v>
                </c:pt>
                <c:pt idx="947" c:formatCode="yyyy/m/d">
                  <c:v>44725</c:v>
                </c:pt>
                <c:pt idx="948" c:formatCode="yyyy/m/d">
                  <c:v>44722</c:v>
                </c:pt>
                <c:pt idx="949" c:formatCode="yyyy/m/d">
                  <c:v>44721</c:v>
                </c:pt>
                <c:pt idx="950" c:formatCode="yyyy/m/d">
                  <c:v>44720</c:v>
                </c:pt>
                <c:pt idx="951" c:formatCode="yyyy/m/d">
                  <c:v>44719</c:v>
                </c:pt>
                <c:pt idx="952" c:formatCode="yyyy/m/d">
                  <c:v>44718</c:v>
                </c:pt>
                <c:pt idx="953" c:formatCode="yyyy/m/d">
                  <c:v>44715</c:v>
                </c:pt>
                <c:pt idx="954" c:formatCode="yyyy/m/d">
                  <c:v>44714</c:v>
                </c:pt>
                <c:pt idx="955" c:formatCode="yyyy/m/d">
                  <c:v>44713</c:v>
                </c:pt>
                <c:pt idx="956" c:formatCode="yyyy/m/d">
                  <c:v>44712</c:v>
                </c:pt>
                <c:pt idx="957" c:formatCode="yyyy/m/d">
                  <c:v>44711</c:v>
                </c:pt>
                <c:pt idx="958" c:formatCode="yyyy/m/d">
                  <c:v>44708</c:v>
                </c:pt>
                <c:pt idx="959" c:formatCode="yyyy/m/d">
                  <c:v>44707</c:v>
                </c:pt>
                <c:pt idx="960" c:formatCode="yyyy/m/d">
                  <c:v>44706</c:v>
                </c:pt>
                <c:pt idx="961" c:formatCode="yyyy/m/d">
                  <c:v>44705</c:v>
                </c:pt>
                <c:pt idx="962" c:formatCode="yyyy/m/d">
                  <c:v>44704</c:v>
                </c:pt>
                <c:pt idx="963" c:formatCode="yyyy/m/d">
                  <c:v>44701</c:v>
                </c:pt>
                <c:pt idx="964" c:formatCode="yyyy/m/d">
                  <c:v>44700</c:v>
                </c:pt>
                <c:pt idx="965" c:formatCode="yyyy/m/d">
                  <c:v>44699</c:v>
                </c:pt>
                <c:pt idx="966" c:formatCode="yyyy/m/d">
                  <c:v>44698</c:v>
                </c:pt>
                <c:pt idx="967" c:formatCode="yyyy/m/d">
                  <c:v>44697</c:v>
                </c:pt>
                <c:pt idx="968" c:formatCode="yyyy/m/d">
                  <c:v>44694</c:v>
                </c:pt>
                <c:pt idx="969" c:formatCode="yyyy/m/d">
                  <c:v>44693</c:v>
                </c:pt>
                <c:pt idx="970" c:formatCode="yyyy/m/d">
                  <c:v>44692</c:v>
                </c:pt>
                <c:pt idx="971" c:formatCode="yyyy/m/d">
                  <c:v>44691</c:v>
                </c:pt>
                <c:pt idx="972" c:formatCode="yyyy/m/d">
                  <c:v>44690</c:v>
                </c:pt>
                <c:pt idx="973" c:formatCode="yyyy/m/d">
                  <c:v>44687</c:v>
                </c:pt>
                <c:pt idx="974" c:formatCode="yyyy/m/d">
                  <c:v>44686</c:v>
                </c:pt>
                <c:pt idx="975" c:formatCode="yyyy/m/d">
                  <c:v>44685</c:v>
                </c:pt>
                <c:pt idx="976" c:formatCode="yyyy/m/d">
                  <c:v>44684</c:v>
                </c:pt>
                <c:pt idx="977" c:formatCode="yyyy/m/d">
                  <c:v>44683</c:v>
                </c:pt>
                <c:pt idx="978" c:formatCode="yyyy/m/d">
                  <c:v>44680</c:v>
                </c:pt>
                <c:pt idx="979" c:formatCode="yyyy/m/d">
                  <c:v>44679</c:v>
                </c:pt>
                <c:pt idx="980" c:formatCode="yyyy/m/d">
                  <c:v>44678</c:v>
                </c:pt>
                <c:pt idx="981" c:formatCode="yyyy/m/d">
                  <c:v>44677</c:v>
                </c:pt>
                <c:pt idx="982" c:formatCode="yyyy/m/d">
                  <c:v>44676</c:v>
                </c:pt>
                <c:pt idx="983" c:formatCode="yyyy/m/d">
                  <c:v>44673</c:v>
                </c:pt>
                <c:pt idx="984" c:formatCode="yyyy/m/d">
                  <c:v>44672</c:v>
                </c:pt>
                <c:pt idx="985" c:formatCode="yyyy/m/d">
                  <c:v>44671</c:v>
                </c:pt>
                <c:pt idx="986" c:formatCode="yyyy/m/d">
                  <c:v>44670</c:v>
                </c:pt>
                <c:pt idx="987" c:formatCode="yyyy/m/d">
                  <c:v>44669</c:v>
                </c:pt>
                <c:pt idx="988" c:formatCode="yyyy/m/d">
                  <c:v>44666</c:v>
                </c:pt>
                <c:pt idx="989" c:formatCode="yyyy/m/d">
                  <c:v>44665</c:v>
                </c:pt>
                <c:pt idx="990" c:formatCode="yyyy/m/d">
                  <c:v>44664</c:v>
                </c:pt>
                <c:pt idx="991" c:formatCode="yyyy/m/d">
                  <c:v>44663</c:v>
                </c:pt>
                <c:pt idx="992" c:formatCode="yyyy/m/d">
                  <c:v>44662</c:v>
                </c:pt>
                <c:pt idx="993" c:formatCode="yyyy/m/d">
                  <c:v>44659</c:v>
                </c:pt>
                <c:pt idx="994" c:formatCode="yyyy/m/d">
                  <c:v>44658</c:v>
                </c:pt>
                <c:pt idx="995" c:formatCode="yyyy/m/d">
                  <c:v>44657</c:v>
                </c:pt>
                <c:pt idx="996" c:formatCode="yyyy/m/d">
                  <c:v>44656</c:v>
                </c:pt>
                <c:pt idx="997" c:formatCode="yyyy/m/d">
                  <c:v>44655</c:v>
                </c:pt>
                <c:pt idx="998" c:formatCode="yyyy/m/d">
                  <c:v>44652</c:v>
                </c:pt>
                <c:pt idx="999" c:formatCode="yyyy/m/d">
                  <c:v>44651</c:v>
                </c:pt>
                <c:pt idx="1000" c:formatCode="yyyy/m/d">
                  <c:v>44650</c:v>
                </c:pt>
                <c:pt idx="1001" c:formatCode="yyyy/m/d">
                  <c:v>44649</c:v>
                </c:pt>
                <c:pt idx="1002" c:formatCode="yyyy/m/d">
                  <c:v>44648</c:v>
                </c:pt>
                <c:pt idx="1003" c:formatCode="yyyy/m/d">
                  <c:v>44645</c:v>
                </c:pt>
                <c:pt idx="1004" c:formatCode="yyyy/m/d">
                  <c:v>44644</c:v>
                </c:pt>
                <c:pt idx="1005" c:formatCode="yyyy/m/d">
                  <c:v>44643</c:v>
                </c:pt>
                <c:pt idx="1006" c:formatCode="yyyy/m/d">
                  <c:v>44642</c:v>
                </c:pt>
                <c:pt idx="1007" c:formatCode="yyyy/m/d">
                  <c:v>44641</c:v>
                </c:pt>
                <c:pt idx="1008" c:formatCode="yyyy/m/d">
                  <c:v>44638</c:v>
                </c:pt>
                <c:pt idx="1009" c:formatCode="yyyy/m/d">
                  <c:v>44637</c:v>
                </c:pt>
                <c:pt idx="1010" c:formatCode="yyyy/m/d">
                  <c:v>44636</c:v>
                </c:pt>
                <c:pt idx="1011" c:formatCode="yyyy/m/d">
                  <c:v>44635</c:v>
                </c:pt>
                <c:pt idx="1012" c:formatCode="yyyy/m/d">
                  <c:v>44634</c:v>
                </c:pt>
                <c:pt idx="1013" c:formatCode="yyyy/m/d">
                  <c:v>44631</c:v>
                </c:pt>
                <c:pt idx="1014" c:formatCode="yyyy/m/d">
                  <c:v>44630</c:v>
                </c:pt>
                <c:pt idx="1015" c:formatCode="yyyy/m/d">
                  <c:v>44629</c:v>
                </c:pt>
                <c:pt idx="1016" c:formatCode="yyyy/m/d">
                  <c:v>44628</c:v>
                </c:pt>
                <c:pt idx="1017" c:formatCode="yyyy/m/d">
                  <c:v>44627</c:v>
                </c:pt>
                <c:pt idx="1018" c:formatCode="yyyy/m/d">
                  <c:v>44624</c:v>
                </c:pt>
                <c:pt idx="1019" c:formatCode="yyyy/m/d">
                  <c:v>44623</c:v>
                </c:pt>
                <c:pt idx="1020" c:formatCode="yyyy/m/d">
                  <c:v>44622</c:v>
                </c:pt>
                <c:pt idx="1021" c:formatCode="yyyy/m/d">
                  <c:v>44621</c:v>
                </c:pt>
                <c:pt idx="1022" c:formatCode="yyyy/m/d">
                  <c:v>44620</c:v>
                </c:pt>
                <c:pt idx="1023" c:formatCode="yyyy/m/d">
                  <c:v>44617</c:v>
                </c:pt>
                <c:pt idx="1024" c:formatCode="yyyy/m/d">
                  <c:v>44616</c:v>
                </c:pt>
                <c:pt idx="1025" c:formatCode="yyyy/m/d">
                  <c:v>44615</c:v>
                </c:pt>
                <c:pt idx="1026" c:formatCode="yyyy/m/d">
                  <c:v>44614</c:v>
                </c:pt>
                <c:pt idx="1027" c:formatCode="yyyy/m/d">
                  <c:v>44613</c:v>
                </c:pt>
                <c:pt idx="1028" c:formatCode="yyyy/m/d">
                  <c:v>44610</c:v>
                </c:pt>
                <c:pt idx="1029" c:formatCode="yyyy/m/d">
                  <c:v>44609</c:v>
                </c:pt>
                <c:pt idx="1030" c:formatCode="yyyy/m/d">
                  <c:v>44608</c:v>
                </c:pt>
                <c:pt idx="1031" c:formatCode="yyyy/m/d">
                  <c:v>44607</c:v>
                </c:pt>
                <c:pt idx="1032" c:formatCode="yyyy/m/d">
                  <c:v>44606</c:v>
                </c:pt>
                <c:pt idx="1033" c:formatCode="yyyy/m/d">
                  <c:v>44603</c:v>
                </c:pt>
                <c:pt idx="1034" c:formatCode="yyyy/m/d">
                  <c:v>44602</c:v>
                </c:pt>
                <c:pt idx="1035" c:formatCode="yyyy/m/d">
                  <c:v>44601</c:v>
                </c:pt>
                <c:pt idx="1036" c:formatCode="yyyy/m/d">
                  <c:v>44600</c:v>
                </c:pt>
                <c:pt idx="1037" c:formatCode="yyyy/m/d">
                  <c:v>44599</c:v>
                </c:pt>
                <c:pt idx="1038" c:formatCode="yyyy/m/d">
                  <c:v>44596</c:v>
                </c:pt>
                <c:pt idx="1039" c:formatCode="yyyy/m/d">
                  <c:v>44595</c:v>
                </c:pt>
                <c:pt idx="1040" c:formatCode="yyyy/m/d">
                  <c:v>44594</c:v>
                </c:pt>
                <c:pt idx="1041" c:formatCode="yyyy/m/d">
                  <c:v>44593</c:v>
                </c:pt>
                <c:pt idx="1042" c:formatCode="yyyy/m/d">
                  <c:v>44592</c:v>
                </c:pt>
                <c:pt idx="1043" c:formatCode="yyyy/m/d">
                  <c:v>44589</c:v>
                </c:pt>
                <c:pt idx="1044" c:formatCode="yyyy/m/d">
                  <c:v>44588</c:v>
                </c:pt>
                <c:pt idx="1045" c:formatCode="yyyy/m/d">
                  <c:v>44587</c:v>
                </c:pt>
                <c:pt idx="1046" c:formatCode="yyyy/m/d">
                  <c:v>44586</c:v>
                </c:pt>
                <c:pt idx="1047" c:formatCode="yyyy/m/d">
                  <c:v>44585</c:v>
                </c:pt>
                <c:pt idx="1048" c:formatCode="yyyy/m/d">
                  <c:v>44582</c:v>
                </c:pt>
                <c:pt idx="1049" c:formatCode="yyyy/m/d">
                  <c:v>44581</c:v>
                </c:pt>
                <c:pt idx="1050" c:formatCode="yyyy/m/d">
                  <c:v>44580</c:v>
                </c:pt>
                <c:pt idx="1051" c:formatCode="yyyy/m/d">
                  <c:v>44579</c:v>
                </c:pt>
                <c:pt idx="1052" c:formatCode="yyyy/m/d">
                  <c:v>44578</c:v>
                </c:pt>
                <c:pt idx="1053" c:formatCode="yyyy/m/d">
                  <c:v>44575</c:v>
                </c:pt>
                <c:pt idx="1054" c:formatCode="yyyy/m/d">
                  <c:v>44574</c:v>
                </c:pt>
                <c:pt idx="1055" c:formatCode="yyyy/m/d">
                  <c:v>44573</c:v>
                </c:pt>
                <c:pt idx="1056" c:formatCode="yyyy/m/d">
                  <c:v>44572</c:v>
                </c:pt>
                <c:pt idx="1057" c:formatCode="yyyy/m/d">
                  <c:v>44571</c:v>
                </c:pt>
                <c:pt idx="1058" c:formatCode="yyyy/m/d">
                  <c:v>44568</c:v>
                </c:pt>
                <c:pt idx="1059" c:formatCode="yyyy/m/d">
                  <c:v>44567</c:v>
                </c:pt>
                <c:pt idx="1060" c:formatCode="yyyy/m/d">
                  <c:v>44566</c:v>
                </c:pt>
                <c:pt idx="1061" c:formatCode="yyyy/m/d">
                  <c:v>44565</c:v>
                </c:pt>
                <c:pt idx="1062" c:formatCode="yyyy/m/d">
                  <c:v>44564</c:v>
                </c:pt>
                <c:pt idx="1063" c:formatCode="yyyy/m/d">
                  <c:v>44561</c:v>
                </c:pt>
                <c:pt idx="1064" c:formatCode="yyyy/m/d">
                  <c:v>44560</c:v>
                </c:pt>
                <c:pt idx="1065" c:formatCode="yyyy/m/d">
                  <c:v>44559</c:v>
                </c:pt>
                <c:pt idx="1066" c:formatCode="yyyy/m/d">
                  <c:v>44558</c:v>
                </c:pt>
                <c:pt idx="1067" c:formatCode="yyyy/m/d">
                  <c:v>44557</c:v>
                </c:pt>
                <c:pt idx="1068" c:formatCode="yyyy/m/d">
                  <c:v>44554</c:v>
                </c:pt>
                <c:pt idx="1069" c:formatCode="yyyy/m/d">
                  <c:v>44553</c:v>
                </c:pt>
                <c:pt idx="1070" c:formatCode="yyyy/m/d">
                  <c:v>44552</c:v>
                </c:pt>
                <c:pt idx="1071" c:formatCode="yyyy/m/d">
                  <c:v>44551</c:v>
                </c:pt>
                <c:pt idx="1072" c:formatCode="yyyy/m/d">
                  <c:v>44550</c:v>
                </c:pt>
                <c:pt idx="1073" c:formatCode="yyyy/m/d">
                  <c:v>44547</c:v>
                </c:pt>
                <c:pt idx="1074" c:formatCode="yyyy/m/d">
                  <c:v>44546</c:v>
                </c:pt>
                <c:pt idx="1075" c:formatCode="yyyy/m/d">
                  <c:v>44545</c:v>
                </c:pt>
                <c:pt idx="1076" c:formatCode="yyyy/m/d">
                  <c:v>44544</c:v>
                </c:pt>
                <c:pt idx="1077" c:formatCode="yyyy/m/d">
                  <c:v>44543</c:v>
                </c:pt>
                <c:pt idx="1078" c:formatCode="yyyy/m/d">
                  <c:v>44540</c:v>
                </c:pt>
                <c:pt idx="1079" c:formatCode="yyyy/m/d">
                  <c:v>44539</c:v>
                </c:pt>
                <c:pt idx="1080" c:formatCode="yyyy/m/d">
                  <c:v>44538</c:v>
                </c:pt>
                <c:pt idx="1081" c:formatCode="yyyy/m/d">
                  <c:v>44537</c:v>
                </c:pt>
                <c:pt idx="1082" c:formatCode="yyyy/m/d">
                  <c:v>44536</c:v>
                </c:pt>
                <c:pt idx="1083" c:formatCode="yyyy/m/d">
                  <c:v>44533</c:v>
                </c:pt>
                <c:pt idx="1084" c:formatCode="yyyy/m/d">
                  <c:v>44532</c:v>
                </c:pt>
                <c:pt idx="1085" c:formatCode="yyyy/m/d">
                  <c:v>44531</c:v>
                </c:pt>
                <c:pt idx="1086" c:formatCode="yyyy/m/d">
                  <c:v>44530</c:v>
                </c:pt>
                <c:pt idx="1087" c:formatCode="yyyy/m/d">
                  <c:v>44529</c:v>
                </c:pt>
                <c:pt idx="1088" c:formatCode="yyyy/m/d">
                  <c:v>44526</c:v>
                </c:pt>
                <c:pt idx="1089" c:formatCode="yyyy/m/d">
                  <c:v>44525</c:v>
                </c:pt>
                <c:pt idx="1090" c:formatCode="yyyy/m/d">
                  <c:v>44524</c:v>
                </c:pt>
                <c:pt idx="1091" c:formatCode="yyyy/m/d">
                  <c:v>44523</c:v>
                </c:pt>
                <c:pt idx="1092" c:formatCode="yyyy/m/d">
                  <c:v>44522</c:v>
                </c:pt>
                <c:pt idx="1093" c:formatCode="yyyy/m/d">
                  <c:v>44519</c:v>
                </c:pt>
                <c:pt idx="1094" c:formatCode="yyyy/m/d">
                  <c:v>44518</c:v>
                </c:pt>
                <c:pt idx="1095" c:formatCode="yyyy/m/d">
                  <c:v>44517</c:v>
                </c:pt>
                <c:pt idx="1096" c:formatCode="yyyy/m/d">
                  <c:v>44516</c:v>
                </c:pt>
                <c:pt idx="1097" c:formatCode="yyyy/m/d">
                  <c:v>44515</c:v>
                </c:pt>
                <c:pt idx="1098" c:formatCode="yyyy/m/d">
                  <c:v>44512</c:v>
                </c:pt>
                <c:pt idx="1099" c:formatCode="yyyy/m/d">
                  <c:v>44511</c:v>
                </c:pt>
                <c:pt idx="1100" c:formatCode="yyyy/m/d">
                  <c:v>44510</c:v>
                </c:pt>
                <c:pt idx="1101" c:formatCode="yyyy/m/d">
                  <c:v>44509</c:v>
                </c:pt>
                <c:pt idx="1102" c:formatCode="yyyy/m/d">
                  <c:v>44508</c:v>
                </c:pt>
                <c:pt idx="1103" c:formatCode="yyyy/m/d">
                  <c:v>44505</c:v>
                </c:pt>
                <c:pt idx="1104" c:formatCode="yyyy/m/d">
                  <c:v>44504</c:v>
                </c:pt>
                <c:pt idx="1105" c:formatCode="yyyy/m/d">
                  <c:v>44503</c:v>
                </c:pt>
                <c:pt idx="1106" c:formatCode="yyyy/m/d">
                  <c:v>44502</c:v>
                </c:pt>
                <c:pt idx="1107" c:formatCode="yyyy/m/d">
                  <c:v>44501</c:v>
                </c:pt>
                <c:pt idx="1108" c:formatCode="yyyy/m/d">
                  <c:v>44498</c:v>
                </c:pt>
                <c:pt idx="1109" c:formatCode="yyyy/m/d">
                  <c:v>44497</c:v>
                </c:pt>
                <c:pt idx="1110" c:formatCode="yyyy/m/d">
                  <c:v>44496</c:v>
                </c:pt>
                <c:pt idx="1111" c:formatCode="yyyy/m/d">
                  <c:v>44495</c:v>
                </c:pt>
                <c:pt idx="1112" c:formatCode="yyyy/m/d">
                  <c:v>44494</c:v>
                </c:pt>
                <c:pt idx="1113" c:formatCode="yyyy/m/d">
                  <c:v>44491</c:v>
                </c:pt>
                <c:pt idx="1114" c:formatCode="yyyy/m/d">
                  <c:v>44490</c:v>
                </c:pt>
                <c:pt idx="1115" c:formatCode="yyyy/m/d">
                  <c:v>44489</c:v>
                </c:pt>
                <c:pt idx="1116" c:formatCode="yyyy/m/d">
                  <c:v>44488</c:v>
                </c:pt>
                <c:pt idx="1117" c:formatCode="yyyy/m/d">
                  <c:v>44487</c:v>
                </c:pt>
                <c:pt idx="1118" c:formatCode="yyyy/m/d">
                  <c:v>44484</c:v>
                </c:pt>
                <c:pt idx="1119" c:formatCode="yyyy/m/d">
                  <c:v>44483</c:v>
                </c:pt>
                <c:pt idx="1120" c:formatCode="yyyy/m/d">
                  <c:v>44482</c:v>
                </c:pt>
                <c:pt idx="1121" c:formatCode="yyyy/m/d">
                  <c:v>44481</c:v>
                </c:pt>
                <c:pt idx="1122" c:formatCode="yyyy/m/d">
                  <c:v>44480</c:v>
                </c:pt>
                <c:pt idx="1123" c:formatCode="yyyy/m/d">
                  <c:v>44477</c:v>
                </c:pt>
                <c:pt idx="1124" c:formatCode="yyyy/m/d">
                  <c:v>44476</c:v>
                </c:pt>
                <c:pt idx="1125" c:formatCode="yyyy/m/d">
                  <c:v>44475</c:v>
                </c:pt>
                <c:pt idx="1126" c:formatCode="yyyy/m/d">
                  <c:v>44474</c:v>
                </c:pt>
                <c:pt idx="1127" c:formatCode="yyyy/m/d">
                  <c:v>44473</c:v>
                </c:pt>
                <c:pt idx="1128" c:formatCode="yyyy/m/d">
                  <c:v>44470</c:v>
                </c:pt>
                <c:pt idx="1129" c:formatCode="yyyy/m/d">
                  <c:v>44469</c:v>
                </c:pt>
                <c:pt idx="1130" c:formatCode="yyyy/m/d">
                  <c:v>44468</c:v>
                </c:pt>
                <c:pt idx="1131" c:formatCode="yyyy/m/d">
                  <c:v>44467</c:v>
                </c:pt>
                <c:pt idx="1132" c:formatCode="yyyy/m/d">
                  <c:v>44466</c:v>
                </c:pt>
                <c:pt idx="1133" c:formatCode="yyyy/m/d">
                  <c:v>44463</c:v>
                </c:pt>
                <c:pt idx="1134" c:formatCode="yyyy/m/d">
                  <c:v>44462</c:v>
                </c:pt>
                <c:pt idx="1135" c:formatCode="yyyy/m/d">
                  <c:v>44461</c:v>
                </c:pt>
                <c:pt idx="1136" c:formatCode="yyyy/m/d">
                  <c:v>44460</c:v>
                </c:pt>
                <c:pt idx="1137" c:formatCode="yyyy/m/d">
                  <c:v>44459</c:v>
                </c:pt>
                <c:pt idx="1138" c:formatCode="yyyy/m/d">
                  <c:v>44456</c:v>
                </c:pt>
                <c:pt idx="1139" c:formatCode="yyyy/m/d">
                  <c:v>44455</c:v>
                </c:pt>
                <c:pt idx="1140" c:formatCode="yyyy/m/d">
                  <c:v>44454</c:v>
                </c:pt>
                <c:pt idx="1141" c:formatCode="yyyy/m/d">
                  <c:v>44453</c:v>
                </c:pt>
                <c:pt idx="1142" c:formatCode="yyyy/m/d">
                  <c:v>44452</c:v>
                </c:pt>
                <c:pt idx="1143" c:formatCode="yyyy/m/d">
                  <c:v>44449</c:v>
                </c:pt>
                <c:pt idx="1144" c:formatCode="yyyy/m/d">
                  <c:v>44448</c:v>
                </c:pt>
                <c:pt idx="1145" c:formatCode="yyyy/m/d">
                  <c:v>44447</c:v>
                </c:pt>
                <c:pt idx="1146" c:formatCode="yyyy/m/d">
                  <c:v>44446</c:v>
                </c:pt>
                <c:pt idx="1147" c:formatCode="yyyy/m/d">
                  <c:v>44445</c:v>
                </c:pt>
                <c:pt idx="1148" c:formatCode="yyyy/m/d">
                  <c:v>44442</c:v>
                </c:pt>
                <c:pt idx="1149" c:formatCode="yyyy/m/d">
                  <c:v>44441</c:v>
                </c:pt>
                <c:pt idx="1150" c:formatCode="yyyy/m/d">
                  <c:v>44440</c:v>
                </c:pt>
                <c:pt idx="1151" c:formatCode="yyyy/m/d">
                  <c:v>44439</c:v>
                </c:pt>
                <c:pt idx="1152" c:formatCode="yyyy/m/d">
                  <c:v>44438</c:v>
                </c:pt>
                <c:pt idx="1153" c:formatCode="yyyy/m/d">
                  <c:v>44435</c:v>
                </c:pt>
                <c:pt idx="1154" c:formatCode="yyyy/m/d">
                  <c:v>44434</c:v>
                </c:pt>
                <c:pt idx="1155" c:formatCode="yyyy/m/d">
                  <c:v>44433</c:v>
                </c:pt>
                <c:pt idx="1156" c:formatCode="yyyy/m/d">
                  <c:v>44432</c:v>
                </c:pt>
                <c:pt idx="1157" c:formatCode="yyyy/m/d">
                  <c:v>44431</c:v>
                </c:pt>
                <c:pt idx="1158" c:formatCode="yyyy/m/d">
                  <c:v>44428</c:v>
                </c:pt>
                <c:pt idx="1159" c:formatCode="yyyy/m/d">
                  <c:v>44427</c:v>
                </c:pt>
                <c:pt idx="1160" c:formatCode="yyyy/m/d">
                  <c:v>44426</c:v>
                </c:pt>
                <c:pt idx="1161" c:formatCode="yyyy/m/d">
                  <c:v>44425</c:v>
                </c:pt>
                <c:pt idx="1162" c:formatCode="yyyy/m/d">
                  <c:v>44424</c:v>
                </c:pt>
                <c:pt idx="1163" c:formatCode="yyyy/m/d">
                  <c:v>44421</c:v>
                </c:pt>
                <c:pt idx="1164" c:formatCode="yyyy/m/d">
                  <c:v>44420</c:v>
                </c:pt>
                <c:pt idx="1165" c:formatCode="yyyy/m/d">
                  <c:v>44419</c:v>
                </c:pt>
                <c:pt idx="1166" c:formatCode="yyyy/m/d">
                  <c:v>44418</c:v>
                </c:pt>
                <c:pt idx="1167" c:formatCode="yyyy/m/d">
                  <c:v>44417</c:v>
                </c:pt>
                <c:pt idx="1168" c:formatCode="yyyy/m/d">
                  <c:v>44414</c:v>
                </c:pt>
                <c:pt idx="1169" c:formatCode="yyyy/m/d">
                  <c:v>44413</c:v>
                </c:pt>
                <c:pt idx="1170" c:formatCode="yyyy/m/d">
                  <c:v>44412</c:v>
                </c:pt>
                <c:pt idx="1171" c:formatCode="yyyy/m/d">
                  <c:v>44411</c:v>
                </c:pt>
                <c:pt idx="1172" c:formatCode="yyyy/m/d">
                  <c:v>44410</c:v>
                </c:pt>
                <c:pt idx="1173" c:formatCode="yyyy/m/d">
                  <c:v>44407</c:v>
                </c:pt>
                <c:pt idx="1174" c:formatCode="yyyy/m/d">
                  <c:v>44406</c:v>
                </c:pt>
                <c:pt idx="1175" c:formatCode="yyyy/m/d">
                  <c:v>44405</c:v>
                </c:pt>
                <c:pt idx="1176" c:formatCode="yyyy/m/d">
                  <c:v>44404</c:v>
                </c:pt>
                <c:pt idx="1177" c:formatCode="yyyy/m/d">
                  <c:v>44403</c:v>
                </c:pt>
                <c:pt idx="1178" c:formatCode="yyyy/m/d">
                  <c:v>44400</c:v>
                </c:pt>
                <c:pt idx="1179" c:formatCode="yyyy/m/d">
                  <c:v>44399</c:v>
                </c:pt>
                <c:pt idx="1180" c:formatCode="yyyy/m/d">
                  <c:v>44398</c:v>
                </c:pt>
                <c:pt idx="1181" c:formatCode="yyyy/m/d">
                  <c:v>44397</c:v>
                </c:pt>
                <c:pt idx="1182" c:formatCode="yyyy/m/d">
                  <c:v>44396</c:v>
                </c:pt>
                <c:pt idx="1183" c:formatCode="yyyy/m/d">
                  <c:v>44393</c:v>
                </c:pt>
                <c:pt idx="1184" c:formatCode="yyyy/m/d">
                  <c:v>44392</c:v>
                </c:pt>
                <c:pt idx="1185" c:formatCode="yyyy/m/d">
                  <c:v>44391</c:v>
                </c:pt>
                <c:pt idx="1186" c:formatCode="yyyy/m/d">
                  <c:v>44390</c:v>
                </c:pt>
                <c:pt idx="1187" c:formatCode="yyyy/m/d">
                  <c:v>44389</c:v>
                </c:pt>
                <c:pt idx="1188" c:formatCode="yyyy/m/d">
                  <c:v>44386</c:v>
                </c:pt>
                <c:pt idx="1189" c:formatCode="yyyy/m/d">
                  <c:v>44385</c:v>
                </c:pt>
                <c:pt idx="1190" c:formatCode="yyyy/m/d">
                  <c:v>44384</c:v>
                </c:pt>
                <c:pt idx="1191" c:formatCode="yyyy/m/d">
                  <c:v>44383</c:v>
                </c:pt>
                <c:pt idx="1192" c:formatCode="yyyy/m/d">
                  <c:v>44382</c:v>
                </c:pt>
                <c:pt idx="1193" c:formatCode="yyyy/m/d">
                  <c:v>44379</c:v>
                </c:pt>
                <c:pt idx="1194" c:formatCode="yyyy/m/d">
                  <c:v>44378</c:v>
                </c:pt>
                <c:pt idx="1195" c:formatCode="yyyy/m/d">
                  <c:v>44377</c:v>
                </c:pt>
                <c:pt idx="1196" c:formatCode="yyyy/m/d">
                  <c:v>44376</c:v>
                </c:pt>
                <c:pt idx="1197" c:formatCode="yyyy/m/d">
                  <c:v>44375</c:v>
                </c:pt>
                <c:pt idx="1198" c:formatCode="yyyy/m/d">
                  <c:v>44372</c:v>
                </c:pt>
                <c:pt idx="1199" c:formatCode="yyyy/m/d">
                  <c:v>44371</c:v>
                </c:pt>
                <c:pt idx="1200" c:formatCode="yyyy/m/d">
                  <c:v>44370</c:v>
                </c:pt>
                <c:pt idx="1201" c:formatCode="yyyy/m/d">
                  <c:v>44369</c:v>
                </c:pt>
                <c:pt idx="1202" c:formatCode="yyyy/m/d">
                  <c:v>44368</c:v>
                </c:pt>
                <c:pt idx="1203" c:formatCode="yyyy/m/d">
                  <c:v>44365</c:v>
                </c:pt>
                <c:pt idx="1204" c:formatCode="yyyy/m/d">
                  <c:v>44364</c:v>
                </c:pt>
                <c:pt idx="1205" c:formatCode="yyyy/m/d">
                  <c:v>44363</c:v>
                </c:pt>
                <c:pt idx="1206" c:formatCode="yyyy/m/d">
                  <c:v>44362</c:v>
                </c:pt>
                <c:pt idx="1207" c:formatCode="yyyy/m/d">
                  <c:v>44361</c:v>
                </c:pt>
                <c:pt idx="1208" c:formatCode="yyyy/m/d">
                  <c:v>44358</c:v>
                </c:pt>
                <c:pt idx="1209" c:formatCode="yyyy/m/d">
                  <c:v>44357</c:v>
                </c:pt>
                <c:pt idx="1210" c:formatCode="yyyy/m/d">
                  <c:v>44356</c:v>
                </c:pt>
                <c:pt idx="1211" c:formatCode="yyyy/m/d">
                  <c:v>44355</c:v>
                </c:pt>
                <c:pt idx="1212" c:formatCode="yyyy/m/d">
                  <c:v>44354</c:v>
                </c:pt>
                <c:pt idx="1213" c:formatCode="yyyy/m/d">
                  <c:v>44351</c:v>
                </c:pt>
                <c:pt idx="1214" c:formatCode="yyyy/m/d">
                  <c:v>44350</c:v>
                </c:pt>
                <c:pt idx="1215" c:formatCode="yyyy/m/d">
                  <c:v>44349</c:v>
                </c:pt>
                <c:pt idx="1216" c:formatCode="yyyy/m/d">
                  <c:v>44348</c:v>
                </c:pt>
                <c:pt idx="1217" c:formatCode="yyyy/m/d">
                  <c:v>44347</c:v>
                </c:pt>
                <c:pt idx="1218" c:formatCode="yyyy/m/d">
                  <c:v>44344</c:v>
                </c:pt>
                <c:pt idx="1219" c:formatCode="yyyy/m/d">
                  <c:v>44343</c:v>
                </c:pt>
                <c:pt idx="1220" c:formatCode="yyyy/m/d">
                  <c:v>44342</c:v>
                </c:pt>
                <c:pt idx="1221" c:formatCode="yyyy/m/d">
                  <c:v>44341</c:v>
                </c:pt>
                <c:pt idx="1222" c:formatCode="yyyy/m/d">
                  <c:v>44340</c:v>
                </c:pt>
                <c:pt idx="1223" c:formatCode="yyyy/m/d">
                  <c:v>44337</c:v>
                </c:pt>
                <c:pt idx="1224" c:formatCode="yyyy/m/d">
                  <c:v>44336</c:v>
                </c:pt>
                <c:pt idx="1225" c:formatCode="yyyy/m/d">
                  <c:v>44335</c:v>
                </c:pt>
                <c:pt idx="1226" c:formatCode="yyyy/m/d">
                  <c:v>44334</c:v>
                </c:pt>
                <c:pt idx="1227" c:formatCode="yyyy/m/d">
                  <c:v>44333</c:v>
                </c:pt>
                <c:pt idx="1228" c:formatCode="yyyy/m/d">
                  <c:v>44330</c:v>
                </c:pt>
                <c:pt idx="1229" c:formatCode="yyyy/m/d">
                  <c:v>44329</c:v>
                </c:pt>
                <c:pt idx="1230" c:formatCode="yyyy/m/d">
                  <c:v>44328</c:v>
                </c:pt>
                <c:pt idx="1231" c:formatCode="yyyy/m/d">
                  <c:v>44327</c:v>
                </c:pt>
                <c:pt idx="1232" c:formatCode="yyyy/m/d">
                  <c:v>44326</c:v>
                </c:pt>
                <c:pt idx="1233" c:formatCode="yyyy/m/d">
                  <c:v>44323</c:v>
                </c:pt>
                <c:pt idx="1234" c:formatCode="yyyy/m/d">
                  <c:v>44322</c:v>
                </c:pt>
                <c:pt idx="1235" c:formatCode="yyyy/m/d">
                  <c:v>44321</c:v>
                </c:pt>
                <c:pt idx="1236" c:formatCode="yyyy/m/d">
                  <c:v>44320</c:v>
                </c:pt>
                <c:pt idx="1237" c:formatCode="yyyy/m/d">
                  <c:v>44319</c:v>
                </c:pt>
                <c:pt idx="1238" c:formatCode="yyyy/m/d">
                  <c:v>44316</c:v>
                </c:pt>
                <c:pt idx="1239" c:formatCode="yyyy/m/d">
                  <c:v>44315</c:v>
                </c:pt>
                <c:pt idx="1240" c:formatCode="yyyy/m/d">
                  <c:v>44314</c:v>
                </c:pt>
                <c:pt idx="1241" c:formatCode="yyyy/m/d">
                  <c:v>44313</c:v>
                </c:pt>
                <c:pt idx="1242" c:formatCode="yyyy/m/d">
                  <c:v>44312</c:v>
                </c:pt>
                <c:pt idx="1243" c:formatCode="yyyy/m/d">
                  <c:v>44309</c:v>
                </c:pt>
                <c:pt idx="1244" c:formatCode="yyyy/m/d">
                  <c:v>44308</c:v>
                </c:pt>
                <c:pt idx="1245" c:formatCode="yyyy/m/d">
                  <c:v>44307</c:v>
                </c:pt>
                <c:pt idx="1246" c:formatCode="yyyy/m/d">
                  <c:v>44306</c:v>
                </c:pt>
                <c:pt idx="1247" c:formatCode="yyyy/m/d">
                  <c:v>44305</c:v>
                </c:pt>
                <c:pt idx="1248" c:formatCode="yyyy/m/d">
                  <c:v>44302</c:v>
                </c:pt>
                <c:pt idx="1249" c:formatCode="yyyy/m/d">
                  <c:v>44301</c:v>
                </c:pt>
                <c:pt idx="1250" c:formatCode="yyyy/m/d">
                  <c:v>44300</c:v>
                </c:pt>
                <c:pt idx="1251" c:formatCode="yyyy/m/d">
                  <c:v>44299</c:v>
                </c:pt>
                <c:pt idx="1252" c:formatCode="yyyy/m/d">
                  <c:v>44298</c:v>
                </c:pt>
                <c:pt idx="1253" c:formatCode="yyyy/m/d">
                  <c:v>44295</c:v>
                </c:pt>
                <c:pt idx="1254" c:formatCode="yyyy/m/d">
                  <c:v>44294</c:v>
                </c:pt>
                <c:pt idx="1255" c:formatCode="yyyy/m/d">
                  <c:v>44293</c:v>
                </c:pt>
                <c:pt idx="1256" c:formatCode="yyyy/m/d">
                  <c:v>44292</c:v>
                </c:pt>
                <c:pt idx="1257" c:formatCode="yyyy/m/d">
                  <c:v>44291</c:v>
                </c:pt>
                <c:pt idx="1258" c:formatCode="yyyy/m/d">
                  <c:v>44288</c:v>
                </c:pt>
                <c:pt idx="1259" c:formatCode="yyyy/m/d">
                  <c:v>44287</c:v>
                </c:pt>
                <c:pt idx="1260" c:formatCode="yyyy/m/d">
                  <c:v>44286</c:v>
                </c:pt>
                <c:pt idx="1261" c:formatCode="yyyy/m/d">
                  <c:v>44285</c:v>
                </c:pt>
                <c:pt idx="1262" c:formatCode="yyyy/m/d">
                  <c:v>44284</c:v>
                </c:pt>
                <c:pt idx="1263" c:formatCode="yyyy/m/d">
                  <c:v>44281</c:v>
                </c:pt>
                <c:pt idx="1264" c:formatCode="yyyy/m/d">
                  <c:v>44280</c:v>
                </c:pt>
                <c:pt idx="1265" c:formatCode="yyyy/m/d">
                  <c:v>44279</c:v>
                </c:pt>
                <c:pt idx="1266" c:formatCode="yyyy/m/d">
                  <c:v>44278</c:v>
                </c:pt>
                <c:pt idx="1267" c:formatCode="yyyy/m/d">
                  <c:v>44277</c:v>
                </c:pt>
                <c:pt idx="1268" c:formatCode="yyyy/m/d">
                  <c:v>44274</c:v>
                </c:pt>
                <c:pt idx="1269" c:formatCode="yyyy/m/d">
                  <c:v>44273</c:v>
                </c:pt>
                <c:pt idx="1270" c:formatCode="yyyy/m/d">
                  <c:v>44272</c:v>
                </c:pt>
                <c:pt idx="1271" c:formatCode="yyyy/m/d">
                  <c:v>44271</c:v>
                </c:pt>
                <c:pt idx="1272" c:formatCode="yyyy/m/d">
                  <c:v>44270</c:v>
                </c:pt>
                <c:pt idx="1273" c:formatCode="yyyy/m/d">
                  <c:v>44267</c:v>
                </c:pt>
                <c:pt idx="1274" c:formatCode="yyyy/m/d">
                  <c:v>44266</c:v>
                </c:pt>
                <c:pt idx="1275" c:formatCode="yyyy/m/d">
                  <c:v>44265</c:v>
                </c:pt>
                <c:pt idx="1276" c:formatCode="yyyy/m/d">
                  <c:v>44264</c:v>
                </c:pt>
                <c:pt idx="1277" c:formatCode="yyyy/m/d">
                  <c:v>44263</c:v>
                </c:pt>
                <c:pt idx="1278" c:formatCode="yyyy/m/d">
                  <c:v>44260</c:v>
                </c:pt>
                <c:pt idx="1279" c:formatCode="yyyy/m/d">
                  <c:v>44259</c:v>
                </c:pt>
                <c:pt idx="1280" c:formatCode="yyyy/m/d">
                  <c:v>44258</c:v>
                </c:pt>
                <c:pt idx="1281" c:formatCode="yyyy/m/d">
                  <c:v>44257</c:v>
                </c:pt>
                <c:pt idx="1282" c:formatCode="yyyy/m/d">
                  <c:v>44256</c:v>
                </c:pt>
                <c:pt idx="1283" c:formatCode="yyyy/m/d">
                  <c:v>44253</c:v>
                </c:pt>
                <c:pt idx="1284" c:formatCode="yyyy/m/d">
                  <c:v>44252</c:v>
                </c:pt>
                <c:pt idx="1285" c:formatCode="yyyy/m/d">
                  <c:v>44251</c:v>
                </c:pt>
                <c:pt idx="1286" c:formatCode="yyyy/m/d">
                  <c:v>44250</c:v>
                </c:pt>
                <c:pt idx="1287" c:formatCode="yyyy/m/d">
                  <c:v>44249</c:v>
                </c:pt>
                <c:pt idx="1288" c:formatCode="yyyy/m/d">
                  <c:v>44246</c:v>
                </c:pt>
                <c:pt idx="1289" c:formatCode="yyyy/m/d">
                  <c:v>44245</c:v>
                </c:pt>
                <c:pt idx="1290" c:formatCode="yyyy/m/d">
                  <c:v>44244</c:v>
                </c:pt>
                <c:pt idx="1291" c:formatCode="yyyy/m/d">
                  <c:v>44243</c:v>
                </c:pt>
                <c:pt idx="1292" c:formatCode="yyyy/m/d">
                  <c:v>44242</c:v>
                </c:pt>
                <c:pt idx="1293" c:formatCode="yyyy/m/d">
                  <c:v>44239</c:v>
                </c:pt>
                <c:pt idx="1294" c:formatCode="yyyy/m/d">
                  <c:v>44238</c:v>
                </c:pt>
                <c:pt idx="1295" c:formatCode="yyyy/m/d">
                  <c:v>44237</c:v>
                </c:pt>
                <c:pt idx="1296" c:formatCode="yyyy/m/d">
                  <c:v>44236</c:v>
                </c:pt>
                <c:pt idx="1297" c:formatCode="yyyy/m/d">
                  <c:v>44235</c:v>
                </c:pt>
                <c:pt idx="1298" c:formatCode="yyyy/m/d">
                  <c:v>44232</c:v>
                </c:pt>
                <c:pt idx="1299" c:formatCode="yyyy/m/d">
                  <c:v>44231</c:v>
                </c:pt>
                <c:pt idx="1300" c:formatCode="yyyy/m/d">
                  <c:v>44230</c:v>
                </c:pt>
                <c:pt idx="1301" c:formatCode="yyyy/m/d">
                  <c:v>44229</c:v>
                </c:pt>
                <c:pt idx="1302" c:formatCode="yyyy/m/d">
                  <c:v>44228</c:v>
                </c:pt>
                <c:pt idx="1303" c:formatCode="yyyy/m/d">
                  <c:v>44225</c:v>
                </c:pt>
                <c:pt idx="1304" c:formatCode="yyyy/m/d">
                  <c:v>44224</c:v>
                </c:pt>
                <c:pt idx="1305" c:formatCode="yyyy/m/d">
                  <c:v>44223</c:v>
                </c:pt>
                <c:pt idx="1306" c:formatCode="yyyy/m/d">
                  <c:v>44222</c:v>
                </c:pt>
                <c:pt idx="1307" c:formatCode="yyyy/m/d">
                  <c:v>44221</c:v>
                </c:pt>
                <c:pt idx="1308" c:formatCode="yyyy/m/d">
                  <c:v>44218</c:v>
                </c:pt>
                <c:pt idx="1309" c:formatCode="yyyy/m/d">
                  <c:v>44217</c:v>
                </c:pt>
                <c:pt idx="1310" c:formatCode="yyyy/m/d">
                  <c:v>44216</c:v>
                </c:pt>
                <c:pt idx="1311" c:formatCode="yyyy/m/d">
                  <c:v>44215</c:v>
                </c:pt>
                <c:pt idx="1312" c:formatCode="yyyy/m/d">
                  <c:v>44214</c:v>
                </c:pt>
                <c:pt idx="1313" c:formatCode="yyyy/m/d">
                  <c:v>44211</c:v>
                </c:pt>
                <c:pt idx="1314" c:formatCode="yyyy/m/d">
                  <c:v>44210</c:v>
                </c:pt>
                <c:pt idx="1315" c:formatCode="yyyy/m/d">
                  <c:v>44209</c:v>
                </c:pt>
                <c:pt idx="1316" c:formatCode="yyyy/m/d">
                  <c:v>44208</c:v>
                </c:pt>
                <c:pt idx="1317" c:formatCode="yyyy/m/d">
                  <c:v>44207</c:v>
                </c:pt>
                <c:pt idx="1318" c:formatCode="yyyy/m/d">
                  <c:v>44204</c:v>
                </c:pt>
                <c:pt idx="1319" c:formatCode="yyyy/m/d">
                  <c:v>44203</c:v>
                </c:pt>
                <c:pt idx="1320" c:formatCode="yyyy/m/d">
                  <c:v>44202</c:v>
                </c:pt>
                <c:pt idx="1321" c:formatCode="yyyy/m/d">
                  <c:v>44201</c:v>
                </c:pt>
                <c:pt idx="1322" c:formatCode="yyyy/m/d">
                  <c:v>44200</c:v>
                </c:pt>
                <c:pt idx="1323" c:formatCode="yyyy/m/d">
                  <c:v>44197</c:v>
                </c:pt>
                <c:pt idx="1324" c:formatCode="yyyy/m/d">
                  <c:v>44196</c:v>
                </c:pt>
                <c:pt idx="1325" c:formatCode="yyyy/m/d">
                  <c:v>44195</c:v>
                </c:pt>
                <c:pt idx="1326" c:formatCode="yyyy/m/d">
                  <c:v>44194</c:v>
                </c:pt>
                <c:pt idx="1327" c:formatCode="yyyy/m/d">
                  <c:v>44193</c:v>
                </c:pt>
                <c:pt idx="1328" c:formatCode="yyyy/m/d">
                  <c:v>44190</c:v>
                </c:pt>
                <c:pt idx="1329" c:formatCode="yyyy/m/d">
                  <c:v>44189</c:v>
                </c:pt>
                <c:pt idx="1330" c:formatCode="yyyy/m/d">
                  <c:v>44188</c:v>
                </c:pt>
                <c:pt idx="1331" c:formatCode="yyyy/m/d">
                  <c:v>44187</c:v>
                </c:pt>
                <c:pt idx="1332" c:formatCode="yyyy/m/d">
                  <c:v>44186</c:v>
                </c:pt>
                <c:pt idx="1333" c:formatCode="yyyy/m/d">
                  <c:v>44183</c:v>
                </c:pt>
                <c:pt idx="1334" c:formatCode="yyyy/m/d">
                  <c:v>44182</c:v>
                </c:pt>
                <c:pt idx="1335" c:formatCode="yyyy/m/d">
                  <c:v>44181</c:v>
                </c:pt>
                <c:pt idx="1336" c:formatCode="yyyy/m/d">
                  <c:v>44180</c:v>
                </c:pt>
                <c:pt idx="1337" c:formatCode="yyyy/m/d">
                  <c:v>44179</c:v>
                </c:pt>
                <c:pt idx="1338" c:formatCode="yyyy/m/d">
                  <c:v>44176</c:v>
                </c:pt>
                <c:pt idx="1339" c:formatCode="yyyy/m/d">
                  <c:v>44175</c:v>
                </c:pt>
                <c:pt idx="1340" c:formatCode="yyyy/m/d">
                  <c:v>44174</c:v>
                </c:pt>
                <c:pt idx="1341" c:formatCode="yyyy/m/d">
                  <c:v>44173</c:v>
                </c:pt>
                <c:pt idx="1342" c:formatCode="yyyy/m/d">
                  <c:v>44172</c:v>
                </c:pt>
                <c:pt idx="1343" c:formatCode="yyyy/m/d">
                  <c:v>44169</c:v>
                </c:pt>
                <c:pt idx="1344" c:formatCode="yyyy/m/d">
                  <c:v>44168</c:v>
                </c:pt>
                <c:pt idx="1345" c:formatCode="yyyy/m/d">
                  <c:v>44167</c:v>
                </c:pt>
                <c:pt idx="1346" c:formatCode="yyyy/m/d">
                  <c:v>44166</c:v>
                </c:pt>
                <c:pt idx="1347" c:formatCode="yyyy/m/d">
                  <c:v>44165</c:v>
                </c:pt>
                <c:pt idx="1348" c:formatCode="yyyy/m/d">
                  <c:v>44162</c:v>
                </c:pt>
                <c:pt idx="1349" c:formatCode="yyyy/m/d">
                  <c:v>44161</c:v>
                </c:pt>
                <c:pt idx="1350" c:formatCode="yyyy/m/d">
                  <c:v>44160</c:v>
                </c:pt>
                <c:pt idx="1351" c:formatCode="yyyy/m/d">
                  <c:v>44159</c:v>
                </c:pt>
                <c:pt idx="1352" c:formatCode="yyyy/m/d">
                  <c:v>44158</c:v>
                </c:pt>
                <c:pt idx="1353" c:formatCode="yyyy/m/d">
                  <c:v>44155</c:v>
                </c:pt>
                <c:pt idx="1354" c:formatCode="yyyy/m/d">
                  <c:v>44154</c:v>
                </c:pt>
                <c:pt idx="1355" c:formatCode="yyyy/m/d">
                  <c:v>44153</c:v>
                </c:pt>
                <c:pt idx="1356" c:formatCode="yyyy/m/d">
                  <c:v>44152</c:v>
                </c:pt>
                <c:pt idx="1357" c:formatCode="yyyy/m/d">
                  <c:v>44151</c:v>
                </c:pt>
                <c:pt idx="1358" c:formatCode="yyyy/m/d">
                  <c:v>44148</c:v>
                </c:pt>
                <c:pt idx="1359" c:formatCode="yyyy/m/d">
                  <c:v>44147</c:v>
                </c:pt>
                <c:pt idx="1360" c:formatCode="yyyy/m/d">
                  <c:v>44146</c:v>
                </c:pt>
                <c:pt idx="1361" c:formatCode="yyyy/m/d">
                  <c:v>44145</c:v>
                </c:pt>
                <c:pt idx="1362" c:formatCode="yyyy/m/d">
                  <c:v>44144</c:v>
                </c:pt>
                <c:pt idx="1363" c:formatCode="yyyy/m/d">
                  <c:v>44141</c:v>
                </c:pt>
                <c:pt idx="1364" c:formatCode="yyyy/m/d">
                  <c:v>44140</c:v>
                </c:pt>
                <c:pt idx="1365" c:formatCode="yyyy/m/d">
                  <c:v>44139</c:v>
                </c:pt>
                <c:pt idx="1366" c:formatCode="yyyy/m/d">
                  <c:v>44138</c:v>
                </c:pt>
                <c:pt idx="1367" c:formatCode="yyyy/m/d">
                  <c:v>44137</c:v>
                </c:pt>
                <c:pt idx="1368" c:formatCode="yyyy/m/d">
                  <c:v>44134</c:v>
                </c:pt>
                <c:pt idx="1369" c:formatCode="yyyy/m/d">
                  <c:v>44133</c:v>
                </c:pt>
                <c:pt idx="1370" c:formatCode="yyyy/m/d">
                  <c:v>44132</c:v>
                </c:pt>
                <c:pt idx="1371" c:formatCode="yyyy/m/d">
                  <c:v>44131</c:v>
                </c:pt>
                <c:pt idx="1372" c:formatCode="yyyy/m/d">
                  <c:v>44130</c:v>
                </c:pt>
                <c:pt idx="1373" c:formatCode="yyyy/m/d">
                  <c:v>44127</c:v>
                </c:pt>
                <c:pt idx="1374" c:formatCode="yyyy/m/d">
                  <c:v>44126</c:v>
                </c:pt>
                <c:pt idx="1375" c:formatCode="yyyy/m/d">
                  <c:v>44125</c:v>
                </c:pt>
                <c:pt idx="1376" c:formatCode="yyyy/m/d">
                  <c:v>44124</c:v>
                </c:pt>
                <c:pt idx="1377" c:formatCode="yyyy/m/d">
                  <c:v>44123</c:v>
                </c:pt>
                <c:pt idx="1378" c:formatCode="yyyy/m/d">
                  <c:v>44120</c:v>
                </c:pt>
                <c:pt idx="1379" c:formatCode="yyyy/m/d">
                  <c:v>44119</c:v>
                </c:pt>
                <c:pt idx="1380" c:formatCode="yyyy/m/d">
                  <c:v>44118</c:v>
                </c:pt>
                <c:pt idx="1381" c:formatCode="yyyy/m/d">
                  <c:v>44117</c:v>
                </c:pt>
                <c:pt idx="1382" c:formatCode="yyyy/m/d">
                  <c:v>44116</c:v>
                </c:pt>
                <c:pt idx="1383" c:formatCode="yyyy/m/d">
                  <c:v>44113</c:v>
                </c:pt>
                <c:pt idx="1384" c:formatCode="yyyy/m/d">
                  <c:v>44112</c:v>
                </c:pt>
                <c:pt idx="1385" c:formatCode="yyyy/m/d">
                  <c:v>44111</c:v>
                </c:pt>
                <c:pt idx="1386" c:formatCode="yyyy/m/d">
                  <c:v>44110</c:v>
                </c:pt>
                <c:pt idx="1387" c:formatCode="yyyy/m/d">
                  <c:v>44109</c:v>
                </c:pt>
                <c:pt idx="1388" c:formatCode="yyyy/m/d">
                  <c:v>44106</c:v>
                </c:pt>
                <c:pt idx="1389" c:formatCode="yyyy/m/d">
                  <c:v>44105</c:v>
                </c:pt>
                <c:pt idx="1390" c:formatCode="yyyy/m/d">
                  <c:v>44104</c:v>
                </c:pt>
                <c:pt idx="1391" c:formatCode="yyyy/m/d">
                  <c:v>44103</c:v>
                </c:pt>
                <c:pt idx="1392" c:formatCode="yyyy/m/d">
                  <c:v>44102</c:v>
                </c:pt>
                <c:pt idx="1393" c:formatCode="yyyy/m/d">
                  <c:v>44099</c:v>
                </c:pt>
                <c:pt idx="1394" c:formatCode="yyyy/m/d">
                  <c:v>44098</c:v>
                </c:pt>
                <c:pt idx="1395" c:formatCode="yyyy/m/d">
                  <c:v>44097</c:v>
                </c:pt>
                <c:pt idx="1396" c:formatCode="yyyy/m/d">
                  <c:v>44096</c:v>
                </c:pt>
                <c:pt idx="1397" c:formatCode="yyyy/m/d">
                  <c:v>44095</c:v>
                </c:pt>
                <c:pt idx="1398" c:formatCode="yyyy/m/d">
                  <c:v>44092</c:v>
                </c:pt>
                <c:pt idx="1399" c:formatCode="yyyy/m/d">
                  <c:v>44091</c:v>
                </c:pt>
                <c:pt idx="1400" c:formatCode="yyyy/m/d">
                  <c:v>44090</c:v>
                </c:pt>
                <c:pt idx="1401" c:formatCode="yyyy/m/d">
                  <c:v>44089</c:v>
                </c:pt>
                <c:pt idx="1402" c:formatCode="yyyy/m/d">
                  <c:v>44088</c:v>
                </c:pt>
                <c:pt idx="1403" c:formatCode="yyyy/m/d">
                  <c:v>44085</c:v>
                </c:pt>
                <c:pt idx="1404" c:formatCode="yyyy/m/d">
                  <c:v>44084</c:v>
                </c:pt>
                <c:pt idx="1405" c:formatCode="yyyy/m/d">
                  <c:v>44083</c:v>
                </c:pt>
                <c:pt idx="1406" c:formatCode="yyyy/m/d">
                  <c:v>44082</c:v>
                </c:pt>
                <c:pt idx="1407" c:formatCode="yyyy/m/d">
                  <c:v>44081</c:v>
                </c:pt>
                <c:pt idx="1408" c:formatCode="yyyy/m/d">
                  <c:v>44078</c:v>
                </c:pt>
                <c:pt idx="1409" c:formatCode="yyyy/m/d">
                  <c:v>44077</c:v>
                </c:pt>
                <c:pt idx="1410" c:formatCode="yyyy/m/d">
                  <c:v>44076</c:v>
                </c:pt>
                <c:pt idx="1411" c:formatCode="yyyy/m/d">
                  <c:v>44075</c:v>
                </c:pt>
                <c:pt idx="1412" c:formatCode="yyyy/m/d">
                  <c:v>44074</c:v>
                </c:pt>
                <c:pt idx="1413" c:formatCode="yyyy/m/d">
                  <c:v>44071</c:v>
                </c:pt>
                <c:pt idx="1414" c:formatCode="yyyy/m/d">
                  <c:v>44070</c:v>
                </c:pt>
                <c:pt idx="1415" c:formatCode="yyyy/m/d">
                  <c:v>44069</c:v>
                </c:pt>
                <c:pt idx="1416" c:formatCode="yyyy/m/d">
                  <c:v>44068</c:v>
                </c:pt>
                <c:pt idx="1417" c:formatCode="yyyy/m/d">
                  <c:v>44067</c:v>
                </c:pt>
                <c:pt idx="1418" c:formatCode="yyyy/m/d">
                  <c:v>44064</c:v>
                </c:pt>
                <c:pt idx="1419" c:formatCode="yyyy/m/d">
                  <c:v>44063</c:v>
                </c:pt>
                <c:pt idx="1420" c:formatCode="yyyy/m/d">
                  <c:v>44062</c:v>
                </c:pt>
                <c:pt idx="1421" c:formatCode="yyyy/m/d">
                  <c:v>44061</c:v>
                </c:pt>
                <c:pt idx="1422" c:formatCode="yyyy/m/d">
                  <c:v>44060</c:v>
                </c:pt>
                <c:pt idx="1423" c:formatCode="yyyy/m/d">
                  <c:v>44057</c:v>
                </c:pt>
                <c:pt idx="1424" c:formatCode="yyyy/m/d">
                  <c:v>44056</c:v>
                </c:pt>
                <c:pt idx="1425" c:formatCode="yyyy/m/d">
                  <c:v>44055</c:v>
                </c:pt>
                <c:pt idx="1426" c:formatCode="yyyy/m/d">
                  <c:v>44054</c:v>
                </c:pt>
                <c:pt idx="1427" c:formatCode="yyyy/m/d">
                  <c:v>44053</c:v>
                </c:pt>
                <c:pt idx="1428" c:formatCode="yyyy/m/d">
                  <c:v>44050</c:v>
                </c:pt>
                <c:pt idx="1429" c:formatCode="yyyy/m/d">
                  <c:v>44049</c:v>
                </c:pt>
                <c:pt idx="1430" c:formatCode="yyyy/m/d">
                  <c:v>44048</c:v>
                </c:pt>
                <c:pt idx="1431" c:formatCode="yyyy/m/d">
                  <c:v>44047</c:v>
                </c:pt>
                <c:pt idx="1432" c:formatCode="yyyy/m/d">
                  <c:v>44046</c:v>
                </c:pt>
                <c:pt idx="1433" c:formatCode="yyyy/m/d">
                  <c:v>44043</c:v>
                </c:pt>
                <c:pt idx="1434" c:formatCode="yyyy/m/d">
                  <c:v>44042</c:v>
                </c:pt>
                <c:pt idx="1435" c:formatCode="yyyy/m/d">
                  <c:v>44041</c:v>
                </c:pt>
                <c:pt idx="1436" c:formatCode="yyyy/m/d">
                  <c:v>44040</c:v>
                </c:pt>
                <c:pt idx="1437" c:formatCode="yyyy/m/d">
                  <c:v>44039</c:v>
                </c:pt>
                <c:pt idx="1438" c:formatCode="yyyy/m/d">
                  <c:v>44036</c:v>
                </c:pt>
                <c:pt idx="1439" c:formatCode="yyyy/m/d">
                  <c:v>44035</c:v>
                </c:pt>
                <c:pt idx="1440" c:formatCode="yyyy/m/d">
                  <c:v>44034</c:v>
                </c:pt>
                <c:pt idx="1441" c:formatCode="yyyy/m/d">
                  <c:v>44033</c:v>
                </c:pt>
                <c:pt idx="1442" c:formatCode="yyyy/m/d">
                  <c:v>44032</c:v>
                </c:pt>
                <c:pt idx="1443" c:formatCode="yyyy/m/d">
                  <c:v>44029</c:v>
                </c:pt>
                <c:pt idx="1444" c:formatCode="yyyy/m/d">
                  <c:v>44028</c:v>
                </c:pt>
                <c:pt idx="1445" c:formatCode="yyyy/m/d">
                  <c:v>44027</c:v>
                </c:pt>
                <c:pt idx="1446" c:formatCode="yyyy/m/d">
                  <c:v>44026</c:v>
                </c:pt>
                <c:pt idx="1447" c:formatCode="yyyy/m/d">
                  <c:v>44025</c:v>
                </c:pt>
                <c:pt idx="1448" c:formatCode="yyyy/m/d">
                  <c:v>44022</c:v>
                </c:pt>
                <c:pt idx="1449" c:formatCode="yyyy/m/d">
                  <c:v>44021</c:v>
                </c:pt>
                <c:pt idx="1450" c:formatCode="yyyy/m/d">
                  <c:v>44020</c:v>
                </c:pt>
                <c:pt idx="1451" c:formatCode="yyyy/m/d">
                  <c:v>44019</c:v>
                </c:pt>
                <c:pt idx="1452" c:formatCode="yyyy/m/d">
                  <c:v>44018</c:v>
                </c:pt>
                <c:pt idx="1453" c:formatCode="yyyy/m/d">
                  <c:v>44015</c:v>
                </c:pt>
                <c:pt idx="1454" c:formatCode="yyyy/m/d">
                  <c:v>44014</c:v>
                </c:pt>
                <c:pt idx="1455" c:formatCode="yyyy/m/d">
                  <c:v>44013</c:v>
                </c:pt>
                <c:pt idx="1456" c:formatCode="yyyy/m/d">
                  <c:v>44012</c:v>
                </c:pt>
                <c:pt idx="1457" c:formatCode="yyyy/m/d">
                  <c:v>44011</c:v>
                </c:pt>
                <c:pt idx="1458" c:formatCode="yyyy/m/d">
                  <c:v>44008</c:v>
                </c:pt>
                <c:pt idx="1459" c:formatCode="yyyy/m/d">
                  <c:v>44007</c:v>
                </c:pt>
                <c:pt idx="1460" c:formatCode="yyyy/m/d">
                  <c:v>44006</c:v>
                </c:pt>
                <c:pt idx="1461" c:formatCode="yyyy/m/d">
                  <c:v>44005</c:v>
                </c:pt>
                <c:pt idx="1462" c:formatCode="yyyy/m/d">
                  <c:v>44004</c:v>
                </c:pt>
                <c:pt idx="1463" c:formatCode="yyyy/m/d">
                  <c:v>44001</c:v>
                </c:pt>
                <c:pt idx="1464" c:formatCode="yyyy/m/d">
                  <c:v>44000</c:v>
                </c:pt>
                <c:pt idx="1465" c:formatCode="yyyy/m/d">
                  <c:v>43999</c:v>
                </c:pt>
                <c:pt idx="1466" c:formatCode="yyyy/m/d">
                  <c:v>43998</c:v>
                </c:pt>
                <c:pt idx="1467" c:formatCode="yyyy/m/d">
                  <c:v>43997</c:v>
                </c:pt>
                <c:pt idx="1468" c:formatCode="yyyy/m/d">
                  <c:v>43994</c:v>
                </c:pt>
                <c:pt idx="1469" c:formatCode="yyyy/m/d">
                  <c:v>43993</c:v>
                </c:pt>
                <c:pt idx="1470" c:formatCode="yyyy/m/d">
                  <c:v>43992</c:v>
                </c:pt>
                <c:pt idx="1471" c:formatCode="yyyy/m/d">
                  <c:v>43991</c:v>
                </c:pt>
                <c:pt idx="1472" c:formatCode="yyyy/m/d">
                  <c:v>43990</c:v>
                </c:pt>
                <c:pt idx="1473" c:formatCode="yyyy/m/d">
                  <c:v>43987</c:v>
                </c:pt>
                <c:pt idx="1474" c:formatCode="yyyy/m/d">
                  <c:v>43986</c:v>
                </c:pt>
                <c:pt idx="1475" c:formatCode="yyyy/m/d">
                  <c:v>43985</c:v>
                </c:pt>
                <c:pt idx="1476" c:formatCode="yyyy/m/d">
                  <c:v>43984</c:v>
                </c:pt>
                <c:pt idx="1477" c:formatCode="yyyy/m/d">
                  <c:v>43983</c:v>
                </c:pt>
                <c:pt idx="1478" c:formatCode="yyyy/m/d">
                  <c:v>43980</c:v>
                </c:pt>
                <c:pt idx="1479" c:formatCode="yyyy/m/d">
                  <c:v>43979</c:v>
                </c:pt>
                <c:pt idx="1480" c:formatCode="yyyy/m/d">
                  <c:v>43978</c:v>
                </c:pt>
                <c:pt idx="1481" c:formatCode="yyyy/m/d">
                  <c:v>43977</c:v>
                </c:pt>
                <c:pt idx="1482" c:formatCode="yyyy/m/d">
                  <c:v>43976</c:v>
                </c:pt>
                <c:pt idx="1483" c:formatCode="yyyy/m/d">
                  <c:v>43973</c:v>
                </c:pt>
                <c:pt idx="1484" c:formatCode="yyyy/m/d">
                  <c:v>43972</c:v>
                </c:pt>
                <c:pt idx="1485" c:formatCode="yyyy/m/d">
                  <c:v>43971</c:v>
                </c:pt>
                <c:pt idx="1486" c:formatCode="yyyy/m/d">
                  <c:v>43970</c:v>
                </c:pt>
                <c:pt idx="1487" c:formatCode="yyyy/m/d">
                  <c:v>43969</c:v>
                </c:pt>
                <c:pt idx="1488" c:formatCode="yyyy/m/d">
                  <c:v>43966</c:v>
                </c:pt>
                <c:pt idx="1489" c:formatCode="yyyy/m/d">
                  <c:v>43965</c:v>
                </c:pt>
                <c:pt idx="1490" c:formatCode="yyyy/m/d">
                  <c:v>43964</c:v>
                </c:pt>
                <c:pt idx="1491" c:formatCode="yyyy/m/d">
                  <c:v>43963</c:v>
                </c:pt>
                <c:pt idx="1492" c:formatCode="yyyy/m/d">
                  <c:v>43962</c:v>
                </c:pt>
                <c:pt idx="1493" c:formatCode="yyyy/m/d">
                  <c:v>43959</c:v>
                </c:pt>
                <c:pt idx="1494" c:formatCode="yyyy/m/d">
                  <c:v>43958</c:v>
                </c:pt>
                <c:pt idx="1495" c:formatCode="yyyy/m/d">
                  <c:v>43957</c:v>
                </c:pt>
                <c:pt idx="1496" c:formatCode="yyyy/m/d">
                  <c:v>43956</c:v>
                </c:pt>
                <c:pt idx="1497" c:formatCode="yyyy/m/d">
                  <c:v>43955</c:v>
                </c:pt>
                <c:pt idx="1498" c:formatCode="yyyy/m/d">
                  <c:v>43952</c:v>
                </c:pt>
                <c:pt idx="1499" c:formatCode="yyyy/m/d">
                  <c:v>43951</c:v>
                </c:pt>
                <c:pt idx="1500" c:formatCode="yyyy/m/d">
                  <c:v>43950</c:v>
                </c:pt>
                <c:pt idx="1501" c:formatCode="yyyy/m/d">
                  <c:v>43949</c:v>
                </c:pt>
                <c:pt idx="1502" c:formatCode="yyyy/m/d">
                  <c:v>43948</c:v>
                </c:pt>
                <c:pt idx="1503" c:formatCode="yyyy/m/d">
                  <c:v>43945</c:v>
                </c:pt>
                <c:pt idx="1504" c:formatCode="yyyy/m/d">
                  <c:v>43944</c:v>
                </c:pt>
                <c:pt idx="1505" c:formatCode="yyyy/m/d">
                  <c:v>43943</c:v>
                </c:pt>
                <c:pt idx="1506" c:formatCode="yyyy/m/d">
                  <c:v>43942</c:v>
                </c:pt>
                <c:pt idx="1507" c:formatCode="yyyy/m/d">
                  <c:v>43941</c:v>
                </c:pt>
                <c:pt idx="1508" c:formatCode="yyyy/m/d">
                  <c:v>43938</c:v>
                </c:pt>
                <c:pt idx="1509" c:formatCode="yyyy/m/d">
                  <c:v>43937</c:v>
                </c:pt>
                <c:pt idx="1510" c:formatCode="yyyy/m/d">
                  <c:v>43936</c:v>
                </c:pt>
                <c:pt idx="1511" c:formatCode="yyyy/m/d">
                  <c:v>43935</c:v>
                </c:pt>
                <c:pt idx="1512" c:formatCode="yyyy/m/d">
                  <c:v>43934</c:v>
                </c:pt>
                <c:pt idx="1513" c:formatCode="yyyy/m/d">
                  <c:v>43931</c:v>
                </c:pt>
                <c:pt idx="1514" c:formatCode="yyyy/m/d">
                  <c:v>43930</c:v>
                </c:pt>
                <c:pt idx="1515" c:formatCode="yyyy/m/d">
                  <c:v>43929</c:v>
                </c:pt>
                <c:pt idx="1516" c:formatCode="yyyy/m/d">
                  <c:v>43928</c:v>
                </c:pt>
                <c:pt idx="1517" c:formatCode="yyyy/m/d">
                  <c:v>43927</c:v>
                </c:pt>
                <c:pt idx="1518" c:formatCode="yyyy/m/d">
                  <c:v>43924</c:v>
                </c:pt>
                <c:pt idx="1519" c:formatCode="yyyy/m/d">
                  <c:v>43923</c:v>
                </c:pt>
                <c:pt idx="1520" c:formatCode="yyyy/m/d">
                  <c:v>43922</c:v>
                </c:pt>
                <c:pt idx="1521" c:formatCode="yyyy/m/d">
                  <c:v>43921</c:v>
                </c:pt>
                <c:pt idx="1522" c:formatCode="yyyy/m/d">
                  <c:v>43920</c:v>
                </c:pt>
                <c:pt idx="1523" c:formatCode="yyyy/m/d">
                  <c:v>43917</c:v>
                </c:pt>
                <c:pt idx="1524" c:formatCode="yyyy/m/d">
                  <c:v>43916</c:v>
                </c:pt>
                <c:pt idx="1525" c:formatCode="yyyy/m/d">
                  <c:v>43915</c:v>
                </c:pt>
                <c:pt idx="1526" c:formatCode="yyyy/m/d">
                  <c:v>43914</c:v>
                </c:pt>
                <c:pt idx="1527" c:formatCode="yyyy/m/d">
                  <c:v>43913</c:v>
                </c:pt>
                <c:pt idx="1528" c:formatCode="yyyy/m/d">
                  <c:v>43910</c:v>
                </c:pt>
                <c:pt idx="1529" c:formatCode="yyyy/m/d">
                  <c:v>43909</c:v>
                </c:pt>
                <c:pt idx="1530" c:formatCode="yyyy/m/d">
                  <c:v>43908</c:v>
                </c:pt>
                <c:pt idx="1531" c:formatCode="yyyy/m/d">
                  <c:v>43907</c:v>
                </c:pt>
                <c:pt idx="1532" c:formatCode="yyyy/m/d">
                  <c:v>43906</c:v>
                </c:pt>
                <c:pt idx="1533" c:formatCode="yyyy/m/d">
                  <c:v>43903</c:v>
                </c:pt>
                <c:pt idx="1534" c:formatCode="yyyy/m/d">
                  <c:v>43902</c:v>
                </c:pt>
                <c:pt idx="1535" c:formatCode="yyyy/m/d">
                  <c:v>43901</c:v>
                </c:pt>
                <c:pt idx="1536" c:formatCode="yyyy/m/d">
                  <c:v>43900</c:v>
                </c:pt>
                <c:pt idx="1537" c:formatCode="yyyy/m/d">
                  <c:v>43899</c:v>
                </c:pt>
                <c:pt idx="1538" c:formatCode="yyyy/m/d">
                  <c:v>43896</c:v>
                </c:pt>
                <c:pt idx="1539" c:formatCode="yyyy/m/d">
                  <c:v>43895</c:v>
                </c:pt>
                <c:pt idx="1540" c:formatCode="yyyy/m/d">
                  <c:v>43894</c:v>
                </c:pt>
                <c:pt idx="1541" c:formatCode="yyyy/m/d">
                  <c:v>43893</c:v>
                </c:pt>
                <c:pt idx="1542" c:formatCode="yyyy/m/d">
                  <c:v>43892</c:v>
                </c:pt>
                <c:pt idx="1543" c:formatCode="yyyy/m/d">
                  <c:v>43889</c:v>
                </c:pt>
                <c:pt idx="1544" c:formatCode="yyyy/m/d">
                  <c:v>43888</c:v>
                </c:pt>
                <c:pt idx="1545" c:formatCode="yyyy/m/d">
                  <c:v>43887</c:v>
                </c:pt>
                <c:pt idx="1546" c:formatCode="yyyy/m/d">
                  <c:v>43886</c:v>
                </c:pt>
                <c:pt idx="1547" c:formatCode="yyyy/m/d">
                  <c:v>43885</c:v>
                </c:pt>
                <c:pt idx="1548" c:formatCode="yyyy/m/d">
                  <c:v>43882</c:v>
                </c:pt>
                <c:pt idx="1549" c:formatCode="yyyy/m/d">
                  <c:v>43881</c:v>
                </c:pt>
                <c:pt idx="1550" c:formatCode="yyyy/m/d">
                  <c:v>43880</c:v>
                </c:pt>
                <c:pt idx="1551" c:formatCode="yyyy/m/d">
                  <c:v>43879</c:v>
                </c:pt>
                <c:pt idx="1552" c:formatCode="yyyy/m/d">
                  <c:v>43878</c:v>
                </c:pt>
                <c:pt idx="1553" c:formatCode="yyyy/m/d">
                  <c:v>43875</c:v>
                </c:pt>
                <c:pt idx="1554" c:formatCode="yyyy/m/d">
                  <c:v>43874</c:v>
                </c:pt>
                <c:pt idx="1555" c:formatCode="yyyy/m/d">
                  <c:v>43873</c:v>
                </c:pt>
                <c:pt idx="1556" c:formatCode="yyyy/m/d">
                  <c:v>43872</c:v>
                </c:pt>
                <c:pt idx="1557" c:formatCode="yyyy/m/d">
                  <c:v>43871</c:v>
                </c:pt>
                <c:pt idx="1558" c:formatCode="yyyy/m/d">
                  <c:v>43868</c:v>
                </c:pt>
                <c:pt idx="1559" c:formatCode="yyyy/m/d">
                  <c:v>43867</c:v>
                </c:pt>
                <c:pt idx="1560" c:formatCode="yyyy/m/d">
                  <c:v>43866</c:v>
                </c:pt>
                <c:pt idx="1561" c:formatCode="yyyy/m/d">
                  <c:v>43865</c:v>
                </c:pt>
                <c:pt idx="1562" c:formatCode="yyyy/m/d">
                  <c:v>43864</c:v>
                </c:pt>
                <c:pt idx="1563" c:formatCode="yyyy/m/d">
                  <c:v>43861</c:v>
                </c:pt>
                <c:pt idx="1564" c:formatCode="yyyy/m/d">
                  <c:v>43860</c:v>
                </c:pt>
                <c:pt idx="1565" c:formatCode="yyyy/m/d">
                  <c:v>43859</c:v>
                </c:pt>
                <c:pt idx="1566" c:formatCode="yyyy/m/d">
                  <c:v>43858</c:v>
                </c:pt>
                <c:pt idx="1567" c:formatCode="yyyy/m/d">
                  <c:v>43857</c:v>
                </c:pt>
                <c:pt idx="1568" c:formatCode="yyyy/m/d">
                  <c:v>43854</c:v>
                </c:pt>
                <c:pt idx="1569" c:formatCode="yyyy/m/d">
                  <c:v>43853</c:v>
                </c:pt>
                <c:pt idx="1570" c:formatCode="yyyy/m/d">
                  <c:v>43852</c:v>
                </c:pt>
                <c:pt idx="1571" c:formatCode="yyyy/m/d">
                  <c:v>43851</c:v>
                </c:pt>
                <c:pt idx="1572" c:formatCode="yyyy/m/d">
                  <c:v>43850</c:v>
                </c:pt>
                <c:pt idx="1573" c:formatCode="yyyy/m/d">
                  <c:v>43847</c:v>
                </c:pt>
                <c:pt idx="1574" c:formatCode="yyyy/m/d">
                  <c:v>43846</c:v>
                </c:pt>
                <c:pt idx="1575" c:formatCode="yyyy/m/d">
                  <c:v>43845</c:v>
                </c:pt>
                <c:pt idx="1576" c:formatCode="yyyy/m/d">
                  <c:v>43844</c:v>
                </c:pt>
                <c:pt idx="1577" c:formatCode="yyyy/m/d">
                  <c:v>43843</c:v>
                </c:pt>
                <c:pt idx="1578" c:formatCode="yyyy/m/d">
                  <c:v>43840</c:v>
                </c:pt>
                <c:pt idx="1579" c:formatCode="yyyy/m/d">
                  <c:v>43839</c:v>
                </c:pt>
                <c:pt idx="1580" c:formatCode="yyyy/m/d">
                  <c:v>43838</c:v>
                </c:pt>
                <c:pt idx="1581" c:formatCode="yyyy/m/d">
                  <c:v>43837</c:v>
                </c:pt>
                <c:pt idx="1582" c:formatCode="yyyy/m/d">
                  <c:v>43836</c:v>
                </c:pt>
                <c:pt idx="1583" c:formatCode="yyyy/m/d">
                  <c:v>43833</c:v>
                </c:pt>
                <c:pt idx="1584" c:formatCode="yyyy/m/d">
                  <c:v>43832</c:v>
                </c:pt>
                <c:pt idx="1585" c:formatCode="yyyy/m/d">
                  <c:v>43831</c:v>
                </c:pt>
                <c:pt idx="1586" c:formatCode="yyyy/m/d">
                  <c:v>43830</c:v>
                </c:pt>
                <c:pt idx="1587" c:formatCode="yyyy/m/d">
                  <c:v>43829</c:v>
                </c:pt>
                <c:pt idx="1588" c:formatCode="yyyy/m/d">
                  <c:v>43826</c:v>
                </c:pt>
                <c:pt idx="1589" c:formatCode="yyyy/m/d">
                  <c:v>43825</c:v>
                </c:pt>
                <c:pt idx="1590" c:formatCode="yyyy/m/d">
                  <c:v>43824</c:v>
                </c:pt>
                <c:pt idx="1591" c:formatCode="yyyy/m/d">
                  <c:v>43823</c:v>
                </c:pt>
                <c:pt idx="1592" c:formatCode="yyyy/m/d">
                  <c:v>43822</c:v>
                </c:pt>
                <c:pt idx="1593" c:formatCode="yyyy/m/d">
                  <c:v>43819</c:v>
                </c:pt>
                <c:pt idx="1594" c:formatCode="yyyy/m/d">
                  <c:v>43818</c:v>
                </c:pt>
                <c:pt idx="1595" c:formatCode="yyyy/m/d">
                  <c:v>43817</c:v>
                </c:pt>
                <c:pt idx="1596" c:formatCode="yyyy/m/d">
                  <c:v>43816</c:v>
                </c:pt>
                <c:pt idx="1597" c:formatCode="yyyy/m/d">
                  <c:v>43815</c:v>
                </c:pt>
                <c:pt idx="1598" c:formatCode="yyyy/m/d">
                  <c:v>43812</c:v>
                </c:pt>
                <c:pt idx="1599" c:formatCode="yyyy/m/d">
                  <c:v>43811</c:v>
                </c:pt>
                <c:pt idx="1600" c:formatCode="yyyy/m/d">
                  <c:v>43810</c:v>
                </c:pt>
                <c:pt idx="1601" c:formatCode="yyyy/m/d">
                  <c:v>43809</c:v>
                </c:pt>
                <c:pt idx="1602" c:formatCode="yyyy/m/d">
                  <c:v>43808</c:v>
                </c:pt>
                <c:pt idx="1603" c:formatCode="yyyy/m/d">
                  <c:v>43805</c:v>
                </c:pt>
                <c:pt idx="1604" c:formatCode="yyyy/m/d">
                  <c:v>43804</c:v>
                </c:pt>
                <c:pt idx="1605" c:formatCode="yyyy/m/d">
                  <c:v>43803</c:v>
                </c:pt>
                <c:pt idx="1606" c:formatCode="yyyy/m/d">
                  <c:v>43802</c:v>
                </c:pt>
                <c:pt idx="1607" c:formatCode="yyyy/m/d">
                  <c:v>43801</c:v>
                </c:pt>
                <c:pt idx="1608" c:formatCode="yyyy/m/d">
                  <c:v>43798</c:v>
                </c:pt>
                <c:pt idx="1609" c:formatCode="yyyy/m/d">
                  <c:v>43797</c:v>
                </c:pt>
                <c:pt idx="1610" c:formatCode="yyyy/m/d">
                  <c:v>43796</c:v>
                </c:pt>
                <c:pt idx="1611" c:formatCode="yyyy/m/d">
                  <c:v>43795</c:v>
                </c:pt>
                <c:pt idx="1612" c:formatCode="yyyy/m/d">
                  <c:v>43794</c:v>
                </c:pt>
                <c:pt idx="1613" c:formatCode="yyyy/m/d">
                  <c:v>43791</c:v>
                </c:pt>
                <c:pt idx="1614" c:formatCode="yyyy/m/d">
                  <c:v>43790</c:v>
                </c:pt>
                <c:pt idx="1615" c:formatCode="yyyy/m/d">
                  <c:v>43789</c:v>
                </c:pt>
                <c:pt idx="1616" c:formatCode="yyyy/m/d">
                  <c:v>43788</c:v>
                </c:pt>
                <c:pt idx="1617" c:formatCode="yyyy/m/d">
                  <c:v>43787</c:v>
                </c:pt>
                <c:pt idx="1618" c:formatCode="yyyy/m/d">
                  <c:v>43784</c:v>
                </c:pt>
                <c:pt idx="1619" c:formatCode="yyyy/m/d">
                  <c:v>43783</c:v>
                </c:pt>
                <c:pt idx="1620" c:formatCode="yyyy/m/d">
                  <c:v>43782</c:v>
                </c:pt>
                <c:pt idx="1621" c:formatCode="yyyy/m/d">
                  <c:v>43781</c:v>
                </c:pt>
                <c:pt idx="1622" c:formatCode="yyyy/m/d">
                  <c:v>43780</c:v>
                </c:pt>
                <c:pt idx="1623" c:formatCode="yyyy/m/d">
                  <c:v>43777</c:v>
                </c:pt>
                <c:pt idx="1624" c:formatCode="yyyy/m/d">
                  <c:v>43776</c:v>
                </c:pt>
                <c:pt idx="1625" c:formatCode="yyyy/m/d">
                  <c:v>43775</c:v>
                </c:pt>
                <c:pt idx="1626" c:formatCode="yyyy/m/d">
                  <c:v>43774</c:v>
                </c:pt>
                <c:pt idx="1627" c:formatCode="yyyy/m/d">
                  <c:v>43773</c:v>
                </c:pt>
                <c:pt idx="1628" c:formatCode="yyyy/m/d">
                  <c:v>43770</c:v>
                </c:pt>
                <c:pt idx="1629" c:formatCode="yyyy/m/d">
                  <c:v>43769</c:v>
                </c:pt>
                <c:pt idx="1630" c:formatCode="yyyy/m/d">
                  <c:v>43768</c:v>
                </c:pt>
                <c:pt idx="1631" c:formatCode="yyyy/m/d">
                  <c:v>43767</c:v>
                </c:pt>
                <c:pt idx="1632" c:formatCode="yyyy/m/d">
                  <c:v>43766</c:v>
                </c:pt>
                <c:pt idx="1633" c:formatCode="yyyy/m/d">
                  <c:v>43763</c:v>
                </c:pt>
                <c:pt idx="1634" c:formatCode="yyyy/m/d">
                  <c:v>43762</c:v>
                </c:pt>
                <c:pt idx="1635" c:formatCode="yyyy/m/d">
                  <c:v>43761</c:v>
                </c:pt>
                <c:pt idx="1636" c:formatCode="yyyy/m/d">
                  <c:v>43760</c:v>
                </c:pt>
                <c:pt idx="1637" c:formatCode="yyyy/m/d">
                  <c:v>43759</c:v>
                </c:pt>
                <c:pt idx="1638" c:formatCode="yyyy/m/d">
                  <c:v>43756</c:v>
                </c:pt>
                <c:pt idx="1639" c:formatCode="yyyy/m/d">
                  <c:v>43755</c:v>
                </c:pt>
                <c:pt idx="1640" c:formatCode="yyyy/m/d">
                  <c:v>43754</c:v>
                </c:pt>
                <c:pt idx="1641" c:formatCode="yyyy/m/d">
                  <c:v>43753</c:v>
                </c:pt>
                <c:pt idx="1642" c:formatCode="yyyy/m/d">
                  <c:v>43752</c:v>
                </c:pt>
                <c:pt idx="1643" c:formatCode="yyyy/m/d">
                  <c:v>43749</c:v>
                </c:pt>
                <c:pt idx="1644" c:formatCode="yyyy/m/d">
                  <c:v>43748</c:v>
                </c:pt>
                <c:pt idx="1645" c:formatCode="yyyy/m/d">
                  <c:v>43747</c:v>
                </c:pt>
                <c:pt idx="1646" c:formatCode="yyyy/m/d">
                  <c:v>43746</c:v>
                </c:pt>
                <c:pt idx="1647" c:formatCode="yyyy/m/d">
                  <c:v>43745</c:v>
                </c:pt>
                <c:pt idx="1648" c:formatCode="yyyy/m/d">
                  <c:v>43742</c:v>
                </c:pt>
                <c:pt idx="1649" c:formatCode="yyyy/m/d">
                  <c:v>43741</c:v>
                </c:pt>
                <c:pt idx="1650" c:formatCode="yyyy/m/d">
                  <c:v>43740</c:v>
                </c:pt>
                <c:pt idx="1651" c:formatCode="yyyy/m/d">
                  <c:v>43739</c:v>
                </c:pt>
                <c:pt idx="1652" c:formatCode="yyyy/m/d">
                  <c:v>43738</c:v>
                </c:pt>
                <c:pt idx="1653" c:formatCode="yyyy/m/d">
                  <c:v>43735</c:v>
                </c:pt>
                <c:pt idx="1654" c:formatCode="yyyy/m/d">
                  <c:v>43734</c:v>
                </c:pt>
                <c:pt idx="1655" c:formatCode="yyyy/m/d">
                  <c:v>43733</c:v>
                </c:pt>
                <c:pt idx="1656" c:formatCode="yyyy/m/d">
                  <c:v>43732</c:v>
                </c:pt>
                <c:pt idx="1657" c:formatCode="yyyy/m/d">
                  <c:v>43731</c:v>
                </c:pt>
                <c:pt idx="1658" c:formatCode="yyyy/m/d">
                  <c:v>43728</c:v>
                </c:pt>
                <c:pt idx="1659" c:formatCode="yyyy/m/d">
                  <c:v>43727</c:v>
                </c:pt>
                <c:pt idx="1660" c:formatCode="yyyy/m/d">
                  <c:v>43726</c:v>
                </c:pt>
                <c:pt idx="1661" c:formatCode="yyyy/m/d">
                  <c:v>43725</c:v>
                </c:pt>
                <c:pt idx="1662" c:formatCode="yyyy/m/d">
                  <c:v>43724</c:v>
                </c:pt>
                <c:pt idx="1663" c:formatCode="yyyy/m/d">
                  <c:v>43721</c:v>
                </c:pt>
                <c:pt idx="1664" c:formatCode="yyyy/m/d">
                  <c:v>43720</c:v>
                </c:pt>
                <c:pt idx="1665" c:formatCode="yyyy/m/d">
                  <c:v>43719</c:v>
                </c:pt>
                <c:pt idx="1666" c:formatCode="yyyy/m/d">
                  <c:v>43718</c:v>
                </c:pt>
                <c:pt idx="1667" c:formatCode="yyyy/m/d">
                  <c:v>43717</c:v>
                </c:pt>
                <c:pt idx="1668" c:formatCode="yyyy/m/d">
                  <c:v>43714</c:v>
                </c:pt>
                <c:pt idx="1669" c:formatCode="yyyy/m/d">
                  <c:v>43713</c:v>
                </c:pt>
                <c:pt idx="1670" c:formatCode="yyyy/m/d">
                  <c:v>43712</c:v>
                </c:pt>
                <c:pt idx="1671" c:formatCode="yyyy/m/d">
                  <c:v>43711</c:v>
                </c:pt>
                <c:pt idx="1672" c:formatCode="yyyy/m/d">
                  <c:v>43710</c:v>
                </c:pt>
                <c:pt idx="1673" c:formatCode="yyyy/m/d">
                  <c:v>43707</c:v>
                </c:pt>
                <c:pt idx="1674" c:formatCode="yyyy/m/d">
                  <c:v>43706</c:v>
                </c:pt>
                <c:pt idx="1675" c:formatCode="yyyy/m/d">
                  <c:v>43705</c:v>
                </c:pt>
                <c:pt idx="1676" c:formatCode="yyyy/m/d">
                  <c:v>43704</c:v>
                </c:pt>
                <c:pt idx="1677" c:formatCode="yyyy/m/d">
                  <c:v>43703</c:v>
                </c:pt>
                <c:pt idx="1678" c:formatCode="yyyy/m/d">
                  <c:v>43700</c:v>
                </c:pt>
                <c:pt idx="1679" c:formatCode="yyyy/m/d">
                  <c:v>43699</c:v>
                </c:pt>
                <c:pt idx="1680" c:formatCode="yyyy/m/d">
                  <c:v>43698</c:v>
                </c:pt>
                <c:pt idx="1681" c:formatCode="yyyy/m/d">
                  <c:v>43697</c:v>
                </c:pt>
                <c:pt idx="1682" c:formatCode="yyyy/m/d">
                  <c:v>43696</c:v>
                </c:pt>
                <c:pt idx="1683" c:formatCode="yyyy/m/d">
                  <c:v>43693</c:v>
                </c:pt>
                <c:pt idx="1684" c:formatCode="yyyy/m/d">
                  <c:v>43692</c:v>
                </c:pt>
                <c:pt idx="1685" c:formatCode="yyyy/m/d">
                  <c:v>43691</c:v>
                </c:pt>
                <c:pt idx="1686" c:formatCode="yyyy/m/d">
                  <c:v>43690</c:v>
                </c:pt>
                <c:pt idx="1687" c:formatCode="yyyy/m/d">
                  <c:v>43689</c:v>
                </c:pt>
                <c:pt idx="1688" c:formatCode="yyyy/m/d">
                  <c:v>43686</c:v>
                </c:pt>
                <c:pt idx="1689" c:formatCode="yyyy/m/d">
                  <c:v>43685</c:v>
                </c:pt>
                <c:pt idx="1690" c:formatCode="yyyy/m/d">
                  <c:v>43684</c:v>
                </c:pt>
                <c:pt idx="1691" c:formatCode="yyyy/m/d">
                  <c:v>43683</c:v>
                </c:pt>
                <c:pt idx="1692" c:formatCode="yyyy/m/d">
                  <c:v>43682</c:v>
                </c:pt>
                <c:pt idx="1693" c:formatCode="yyyy/m/d">
                  <c:v>43679</c:v>
                </c:pt>
                <c:pt idx="1694" c:formatCode="yyyy/m/d">
                  <c:v>43678</c:v>
                </c:pt>
                <c:pt idx="1695" c:formatCode="yyyy/m/d">
                  <c:v>43677</c:v>
                </c:pt>
                <c:pt idx="1696" c:formatCode="yyyy/m/d">
                  <c:v>43676</c:v>
                </c:pt>
                <c:pt idx="1697" c:formatCode="yyyy/m/d">
                  <c:v>43675</c:v>
                </c:pt>
                <c:pt idx="1698" c:formatCode="yyyy/m/d">
                  <c:v>43672</c:v>
                </c:pt>
                <c:pt idx="1699" c:formatCode="yyyy/m/d">
                  <c:v>43671</c:v>
                </c:pt>
                <c:pt idx="1700" c:formatCode="yyyy/m/d">
                  <c:v>43670</c:v>
                </c:pt>
                <c:pt idx="1701" c:formatCode="yyyy/m/d">
                  <c:v>43669</c:v>
                </c:pt>
                <c:pt idx="1702" c:formatCode="yyyy/m/d">
                  <c:v>43668</c:v>
                </c:pt>
                <c:pt idx="1703" c:formatCode="yyyy/m/d">
                  <c:v>43665</c:v>
                </c:pt>
                <c:pt idx="1704" c:formatCode="yyyy/m/d">
                  <c:v>43664</c:v>
                </c:pt>
                <c:pt idx="1705" c:formatCode="yyyy/m/d">
                  <c:v>43663</c:v>
                </c:pt>
                <c:pt idx="1706" c:formatCode="yyyy/m/d">
                  <c:v>43662</c:v>
                </c:pt>
                <c:pt idx="1707" c:formatCode="yyyy/m/d">
                  <c:v>43661</c:v>
                </c:pt>
                <c:pt idx="1708" c:formatCode="yyyy/m/d">
                  <c:v>43658</c:v>
                </c:pt>
                <c:pt idx="1709" c:formatCode="yyyy/m/d">
                  <c:v>43657</c:v>
                </c:pt>
                <c:pt idx="1710" c:formatCode="yyyy/m/d">
                  <c:v>43656</c:v>
                </c:pt>
                <c:pt idx="1711" c:formatCode="yyyy/m/d">
                  <c:v>43655</c:v>
                </c:pt>
                <c:pt idx="1712" c:formatCode="yyyy/m/d">
                  <c:v>43654</c:v>
                </c:pt>
                <c:pt idx="1713" c:formatCode="yyyy/m/d">
                  <c:v>43651</c:v>
                </c:pt>
                <c:pt idx="1714" c:formatCode="yyyy/m/d">
                  <c:v>43650</c:v>
                </c:pt>
                <c:pt idx="1715" c:formatCode="yyyy/m/d">
                  <c:v>43649</c:v>
                </c:pt>
                <c:pt idx="1716" c:formatCode="yyyy/m/d">
                  <c:v>43648</c:v>
                </c:pt>
                <c:pt idx="1717" c:formatCode="yyyy/m/d">
                  <c:v>43647</c:v>
                </c:pt>
                <c:pt idx="1718" c:formatCode="yyyy/m/d">
                  <c:v>43644</c:v>
                </c:pt>
                <c:pt idx="1719" c:formatCode="yyyy/m/d">
                  <c:v>43643</c:v>
                </c:pt>
                <c:pt idx="1720" c:formatCode="yyyy/m/d">
                  <c:v>43642</c:v>
                </c:pt>
                <c:pt idx="1721" c:formatCode="yyyy/m/d">
                  <c:v>43641</c:v>
                </c:pt>
                <c:pt idx="1722" c:formatCode="yyyy/m/d">
                  <c:v>43640</c:v>
                </c:pt>
                <c:pt idx="1723" c:formatCode="yyyy/m/d">
                  <c:v>43637</c:v>
                </c:pt>
                <c:pt idx="1724" c:formatCode="yyyy/m/d">
                  <c:v>43636</c:v>
                </c:pt>
                <c:pt idx="1725" c:formatCode="yyyy/m/d">
                  <c:v>43635</c:v>
                </c:pt>
                <c:pt idx="1726" c:formatCode="yyyy/m/d">
                  <c:v>43634</c:v>
                </c:pt>
                <c:pt idx="1727" c:formatCode="yyyy/m/d">
                  <c:v>43633</c:v>
                </c:pt>
                <c:pt idx="1728" c:formatCode="yyyy/m/d">
                  <c:v>43630</c:v>
                </c:pt>
                <c:pt idx="1729" c:formatCode="yyyy/m/d">
                  <c:v>43629</c:v>
                </c:pt>
                <c:pt idx="1730" c:formatCode="yyyy/m/d">
                  <c:v>43628</c:v>
                </c:pt>
                <c:pt idx="1731" c:formatCode="yyyy/m/d">
                  <c:v>43627</c:v>
                </c:pt>
                <c:pt idx="1732" c:formatCode="yyyy/m/d">
                  <c:v>43626</c:v>
                </c:pt>
                <c:pt idx="1733" c:formatCode="yyyy/m/d">
                  <c:v>43623</c:v>
                </c:pt>
                <c:pt idx="1734" c:formatCode="yyyy/m/d">
                  <c:v>43622</c:v>
                </c:pt>
                <c:pt idx="1735" c:formatCode="yyyy/m/d">
                  <c:v>43621</c:v>
                </c:pt>
                <c:pt idx="1736" c:formatCode="yyyy/m/d">
                  <c:v>43620</c:v>
                </c:pt>
                <c:pt idx="1737" c:formatCode="yyyy/m/d">
                  <c:v>43619</c:v>
                </c:pt>
                <c:pt idx="1738" c:formatCode="yyyy/m/d">
                  <c:v>43616</c:v>
                </c:pt>
                <c:pt idx="1739" c:formatCode="yyyy/m/d">
                  <c:v>43615</c:v>
                </c:pt>
                <c:pt idx="1740" c:formatCode="yyyy/m/d">
                  <c:v>43614</c:v>
                </c:pt>
                <c:pt idx="1741" c:formatCode="yyyy/m/d">
                  <c:v>43613</c:v>
                </c:pt>
                <c:pt idx="1742" c:formatCode="yyyy/m/d">
                  <c:v>43612</c:v>
                </c:pt>
                <c:pt idx="1743" c:formatCode="yyyy/m/d">
                  <c:v>43609</c:v>
                </c:pt>
                <c:pt idx="1744" c:formatCode="yyyy/m/d">
                  <c:v>43608</c:v>
                </c:pt>
                <c:pt idx="1745" c:formatCode="yyyy/m/d">
                  <c:v>43607</c:v>
                </c:pt>
                <c:pt idx="1746" c:formatCode="yyyy/m/d">
                  <c:v>43606</c:v>
                </c:pt>
                <c:pt idx="1747" c:formatCode="yyyy/m/d">
                  <c:v>43605</c:v>
                </c:pt>
                <c:pt idx="1748" c:formatCode="yyyy/m/d">
                  <c:v>43602</c:v>
                </c:pt>
                <c:pt idx="1749" c:formatCode="yyyy/m/d">
                  <c:v>43601</c:v>
                </c:pt>
                <c:pt idx="1750" c:formatCode="yyyy/m/d">
                  <c:v>43600</c:v>
                </c:pt>
                <c:pt idx="1751" c:formatCode="yyyy/m/d">
                  <c:v>43599</c:v>
                </c:pt>
                <c:pt idx="1752" c:formatCode="yyyy/m/d">
                  <c:v>43598</c:v>
                </c:pt>
                <c:pt idx="1753" c:formatCode="yyyy/m/d">
                  <c:v>43595</c:v>
                </c:pt>
                <c:pt idx="1754" c:formatCode="yyyy/m/d">
                  <c:v>43594</c:v>
                </c:pt>
                <c:pt idx="1755" c:formatCode="yyyy/m/d">
                  <c:v>43593</c:v>
                </c:pt>
                <c:pt idx="1756" c:formatCode="yyyy/m/d">
                  <c:v>43592</c:v>
                </c:pt>
                <c:pt idx="1757" c:formatCode="yyyy/m/d">
                  <c:v>43591</c:v>
                </c:pt>
                <c:pt idx="1758" c:formatCode="yyyy/m/d">
                  <c:v>43588</c:v>
                </c:pt>
                <c:pt idx="1759" c:formatCode="yyyy/m/d">
                  <c:v>43587</c:v>
                </c:pt>
                <c:pt idx="1760" c:formatCode="yyyy/m/d">
                  <c:v>43586</c:v>
                </c:pt>
                <c:pt idx="1761" c:formatCode="yyyy/m/d">
                  <c:v>43585</c:v>
                </c:pt>
                <c:pt idx="1762" c:formatCode="yyyy/m/d">
                  <c:v>43584</c:v>
                </c:pt>
                <c:pt idx="1763" c:formatCode="yyyy/m/d">
                  <c:v>43581</c:v>
                </c:pt>
                <c:pt idx="1764" c:formatCode="yyyy/m/d">
                  <c:v>43580</c:v>
                </c:pt>
                <c:pt idx="1765" c:formatCode="yyyy/m/d">
                  <c:v>43579</c:v>
                </c:pt>
                <c:pt idx="1766" c:formatCode="yyyy/m/d">
                  <c:v>43578</c:v>
                </c:pt>
                <c:pt idx="1767" c:formatCode="yyyy/m/d">
                  <c:v>43577</c:v>
                </c:pt>
                <c:pt idx="1768" c:formatCode="yyyy/m/d">
                  <c:v>43574</c:v>
                </c:pt>
                <c:pt idx="1769" c:formatCode="yyyy/m/d">
                  <c:v>43573</c:v>
                </c:pt>
                <c:pt idx="1770" c:formatCode="yyyy/m/d">
                  <c:v>43572</c:v>
                </c:pt>
                <c:pt idx="1771" c:formatCode="yyyy/m/d">
                  <c:v>43571</c:v>
                </c:pt>
                <c:pt idx="1772" c:formatCode="yyyy/m/d">
                  <c:v>43570</c:v>
                </c:pt>
                <c:pt idx="1773" c:formatCode="yyyy/m/d">
                  <c:v>43567</c:v>
                </c:pt>
                <c:pt idx="1774" c:formatCode="yyyy/m/d">
                  <c:v>43566</c:v>
                </c:pt>
                <c:pt idx="1775" c:formatCode="yyyy/m/d">
                  <c:v>43565</c:v>
                </c:pt>
                <c:pt idx="1776" c:formatCode="yyyy/m/d">
                  <c:v>43564</c:v>
                </c:pt>
                <c:pt idx="1777" c:formatCode="yyyy/m/d">
                  <c:v>43563</c:v>
                </c:pt>
                <c:pt idx="1778" c:formatCode="yyyy/m/d">
                  <c:v>43560</c:v>
                </c:pt>
                <c:pt idx="1779" c:formatCode="yyyy/m/d">
                  <c:v>43559</c:v>
                </c:pt>
                <c:pt idx="1780" c:formatCode="yyyy/m/d">
                  <c:v>43558</c:v>
                </c:pt>
                <c:pt idx="1781" c:formatCode="yyyy/m/d">
                  <c:v>43557</c:v>
                </c:pt>
                <c:pt idx="1782" c:formatCode="yyyy/m/d">
                  <c:v>43556</c:v>
                </c:pt>
                <c:pt idx="1783" c:formatCode="yyyy/m/d">
                  <c:v>43553</c:v>
                </c:pt>
                <c:pt idx="1784" c:formatCode="yyyy/m/d">
                  <c:v>43552</c:v>
                </c:pt>
                <c:pt idx="1785" c:formatCode="yyyy/m/d">
                  <c:v>43551</c:v>
                </c:pt>
                <c:pt idx="1786" c:formatCode="yyyy/m/d">
                  <c:v>43550</c:v>
                </c:pt>
                <c:pt idx="1787" c:formatCode="yyyy/m/d">
                  <c:v>43549</c:v>
                </c:pt>
                <c:pt idx="1788" c:formatCode="yyyy/m/d">
                  <c:v>43546</c:v>
                </c:pt>
                <c:pt idx="1789" c:formatCode="yyyy/m/d">
                  <c:v>43545</c:v>
                </c:pt>
                <c:pt idx="1790" c:formatCode="yyyy/m/d">
                  <c:v>43544</c:v>
                </c:pt>
                <c:pt idx="1791" c:formatCode="yyyy/m/d">
                  <c:v>43543</c:v>
                </c:pt>
                <c:pt idx="1792" c:formatCode="yyyy/m/d">
                  <c:v>43542</c:v>
                </c:pt>
                <c:pt idx="1793" c:formatCode="yyyy/m/d">
                  <c:v>43539</c:v>
                </c:pt>
                <c:pt idx="1794" c:formatCode="yyyy/m/d">
                  <c:v>43538</c:v>
                </c:pt>
                <c:pt idx="1795" c:formatCode="yyyy/m/d">
                  <c:v>43537</c:v>
                </c:pt>
                <c:pt idx="1796" c:formatCode="yyyy/m/d">
                  <c:v>43536</c:v>
                </c:pt>
                <c:pt idx="1797" c:formatCode="yyyy/m/d">
                  <c:v>43535</c:v>
                </c:pt>
                <c:pt idx="1798" c:formatCode="yyyy/m/d">
                  <c:v>43532</c:v>
                </c:pt>
                <c:pt idx="1799" c:formatCode="yyyy/m/d">
                  <c:v>43531</c:v>
                </c:pt>
                <c:pt idx="1800" c:formatCode="yyyy/m/d">
                  <c:v>43530</c:v>
                </c:pt>
                <c:pt idx="1801" c:formatCode="yyyy/m/d">
                  <c:v>43529</c:v>
                </c:pt>
                <c:pt idx="1802" c:formatCode="yyyy/m/d">
                  <c:v>43528</c:v>
                </c:pt>
                <c:pt idx="1803" c:formatCode="yyyy/m/d">
                  <c:v>43525</c:v>
                </c:pt>
                <c:pt idx="1804" c:formatCode="yyyy/m/d">
                  <c:v>43524</c:v>
                </c:pt>
                <c:pt idx="1805" c:formatCode="yyyy/m/d">
                  <c:v>43523</c:v>
                </c:pt>
                <c:pt idx="1806" c:formatCode="yyyy/m/d">
                  <c:v>43522</c:v>
                </c:pt>
                <c:pt idx="1807" c:formatCode="yyyy/m/d">
                  <c:v>43521</c:v>
                </c:pt>
                <c:pt idx="1808" c:formatCode="yyyy/m/d">
                  <c:v>43518</c:v>
                </c:pt>
                <c:pt idx="1809" c:formatCode="yyyy/m/d">
                  <c:v>43517</c:v>
                </c:pt>
                <c:pt idx="1810" c:formatCode="yyyy/m/d">
                  <c:v>43516</c:v>
                </c:pt>
                <c:pt idx="1811" c:formatCode="yyyy/m/d">
                  <c:v>43515</c:v>
                </c:pt>
                <c:pt idx="1812" c:formatCode="yyyy/m/d">
                  <c:v>43514</c:v>
                </c:pt>
                <c:pt idx="1813" c:formatCode="yyyy/m/d">
                  <c:v>43511</c:v>
                </c:pt>
                <c:pt idx="1814" c:formatCode="yyyy/m/d">
                  <c:v>43510</c:v>
                </c:pt>
                <c:pt idx="1815" c:formatCode="yyyy/m/d">
                  <c:v>43509</c:v>
                </c:pt>
                <c:pt idx="1816" c:formatCode="yyyy/m/d">
                  <c:v>43508</c:v>
                </c:pt>
                <c:pt idx="1817" c:formatCode="yyyy/m/d">
                  <c:v>43507</c:v>
                </c:pt>
                <c:pt idx="1818" c:formatCode="yyyy/m/d">
                  <c:v>43504</c:v>
                </c:pt>
                <c:pt idx="1819" c:formatCode="yyyy/m/d">
                  <c:v>43503</c:v>
                </c:pt>
                <c:pt idx="1820" c:formatCode="yyyy/m/d">
                  <c:v>43502</c:v>
                </c:pt>
                <c:pt idx="1821" c:formatCode="yyyy/m/d">
                  <c:v>43501</c:v>
                </c:pt>
                <c:pt idx="1822" c:formatCode="yyyy/m/d">
                  <c:v>43500</c:v>
                </c:pt>
                <c:pt idx="1823" c:formatCode="yyyy/m/d">
                  <c:v>43497</c:v>
                </c:pt>
                <c:pt idx="1824" c:formatCode="yyyy/m/d">
                  <c:v>43496</c:v>
                </c:pt>
                <c:pt idx="1825" c:formatCode="yyyy/m/d">
                  <c:v>43495</c:v>
                </c:pt>
                <c:pt idx="1826" c:formatCode="yyyy/m/d">
                  <c:v>43494</c:v>
                </c:pt>
                <c:pt idx="1827" c:formatCode="yyyy/m/d">
                  <c:v>43493</c:v>
                </c:pt>
                <c:pt idx="1828" c:formatCode="yyyy/m/d">
                  <c:v>43490</c:v>
                </c:pt>
                <c:pt idx="1829" c:formatCode="yyyy/m/d">
                  <c:v>43489</c:v>
                </c:pt>
                <c:pt idx="1830" c:formatCode="yyyy/m/d">
                  <c:v>43488</c:v>
                </c:pt>
                <c:pt idx="1831" c:formatCode="yyyy/m/d">
                  <c:v>43487</c:v>
                </c:pt>
                <c:pt idx="1832" c:formatCode="yyyy/m/d">
                  <c:v>43486</c:v>
                </c:pt>
                <c:pt idx="1833" c:formatCode="yyyy/m/d">
                  <c:v>43483</c:v>
                </c:pt>
                <c:pt idx="1834" c:formatCode="yyyy/m/d">
                  <c:v>43482</c:v>
                </c:pt>
                <c:pt idx="1835" c:formatCode="yyyy/m/d">
                  <c:v>43481</c:v>
                </c:pt>
                <c:pt idx="1836" c:formatCode="yyyy/m/d">
                  <c:v>43480</c:v>
                </c:pt>
                <c:pt idx="1837" c:formatCode="yyyy/m/d">
                  <c:v>43479</c:v>
                </c:pt>
                <c:pt idx="1838" c:formatCode="yyyy/m/d">
                  <c:v>43476</c:v>
                </c:pt>
                <c:pt idx="1839" c:formatCode="yyyy/m/d">
                  <c:v>43475</c:v>
                </c:pt>
                <c:pt idx="1840" c:formatCode="yyyy/m/d">
                  <c:v>43474</c:v>
                </c:pt>
                <c:pt idx="1841" c:formatCode="yyyy/m/d">
                  <c:v>43473</c:v>
                </c:pt>
                <c:pt idx="1842" c:formatCode="yyyy/m/d">
                  <c:v>43472</c:v>
                </c:pt>
                <c:pt idx="1843" c:formatCode="yyyy/m/d">
                  <c:v>43469</c:v>
                </c:pt>
                <c:pt idx="1844" c:formatCode="yyyy/m/d">
                  <c:v>43468</c:v>
                </c:pt>
                <c:pt idx="1845" c:formatCode="yyyy/m/d">
                  <c:v>43467</c:v>
                </c:pt>
                <c:pt idx="1846" c:formatCode="yyyy/m/d">
                  <c:v>43466</c:v>
                </c:pt>
                <c:pt idx="1847" c:formatCode="yyyy/m/d">
                  <c:v>43465</c:v>
                </c:pt>
                <c:pt idx="1848" c:formatCode="yyyy/m/d">
                  <c:v>43462</c:v>
                </c:pt>
                <c:pt idx="1849" c:formatCode="yyyy/m/d">
                  <c:v>43461</c:v>
                </c:pt>
                <c:pt idx="1850" c:formatCode="yyyy/m/d">
                  <c:v>43460</c:v>
                </c:pt>
                <c:pt idx="1851" c:formatCode="yyyy/m/d">
                  <c:v>43459</c:v>
                </c:pt>
                <c:pt idx="1852" c:formatCode="yyyy/m/d">
                  <c:v>43458</c:v>
                </c:pt>
                <c:pt idx="1853" c:formatCode="yyyy/m/d">
                  <c:v>43455</c:v>
                </c:pt>
                <c:pt idx="1854" c:formatCode="yyyy/m/d">
                  <c:v>43454</c:v>
                </c:pt>
                <c:pt idx="1855" c:formatCode="yyyy/m/d">
                  <c:v>43453</c:v>
                </c:pt>
                <c:pt idx="1856" c:formatCode="yyyy/m/d">
                  <c:v>43452</c:v>
                </c:pt>
                <c:pt idx="1857" c:formatCode="yyyy/m/d">
                  <c:v>43451</c:v>
                </c:pt>
                <c:pt idx="1858" c:formatCode="yyyy/m/d">
                  <c:v>43448</c:v>
                </c:pt>
                <c:pt idx="1859" c:formatCode="yyyy/m/d">
                  <c:v>43447</c:v>
                </c:pt>
                <c:pt idx="1860" c:formatCode="yyyy/m/d">
                  <c:v>43446</c:v>
                </c:pt>
                <c:pt idx="1861" c:formatCode="yyyy/m/d">
                  <c:v>43445</c:v>
                </c:pt>
                <c:pt idx="1862" c:formatCode="yyyy/m/d">
                  <c:v>43444</c:v>
                </c:pt>
                <c:pt idx="1863" c:formatCode="yyyy/m/d">
                  <c:v>43441</c:v>
                </c:pt>
                <c:pt idx="1864" c:formatCode="yyyy/m/d">
                  <c:v>43440</c:v>
                </c:pt>
                <c:pt idx="1865" c:formatCode="yyyy/m/d">
                  <c:v>43439</c:v>
                </c:pt>
                <c:pt idx="1866" c:formatCode="yyyy/m/d">
                  <c:v>43438</c:v>
                </c:pt>
                <c:pt idx="1867" c:formatCode="yyyy/m/d">
                  <c:v>43437</c:v>
                </c:pt>
                <c:pt idx="1868" c:formatCode="yyyy/m/d">
                  <c:v>43434</c:v>
                </c:pt>
                <c:pt idx="1869" c:formatCode="yyyy/m/d">
                  <c:v>43433</c:v>
                </c:pt>
                <c:pt idx="1870" c:formatCode="yyyy/m/d">
                  <c:v>43432</c:v>
                </c:pt>
                <c:pt idx="1871" c:formatCode="yyyy/m/d">
                  <c:v>43431</c:v>
                </c:pt>
                <c:pt idx="1872" c:formatCode="yyyy/m/d">
                  <c:v>43430</c:v>
                </c:pt>
                <c:pt idx="1873" c:formatCode="yyyy/m/d">
                  <c:v>43427</c:v>
                </c:pt>
                <c:pt idx="1874" c:formatCode="yyyy/m/d">
                  <c:v>43426</c:v>
                </c:pt>
                <c:pt idx="1875" c:formatCode="yyyy/m/d">
                  <c:v>43425</c:v>
                </c:pt>
                <c:pt idx="1876" c:formatCode="yyyy/m/d">
                  <c:v>43424</c:v>
                </c:pt>
                <c:pt idx="1877" c:formatCode="yyyy/m/d">
                  <c:v>43423</c:v>
                </c:pt>
                <c:pt idx="1878" c:formatCode="yyyy/m/d">
                  <c:v>43420</c:v>
                </c:pt>
                <c:pt idx="1879" c:formatCode="yyyy/m/d">
                  <c:v>43419</c:v>
                </c:pt>
                <c:pt idx="1880" c:formatCode="yyyy/m/d">
                  <c:v>43418</c:v>
                </c:pt>
                <c:pt idx="1881" c:formatCode="yyyy/m/d">
                  <c:v>43417</c:v>
                </c:pt>
                <c:pt idx="1882" c:formatCode="yyyy/m/d">
                  <c:v>43416</c:v>
                </c:pt>
                <c:pt idx="1883" c:formatCode="yyyy/m/d">
                  <c:v>43413</c:v>
                </c:pt>
                <c:pt idx="1884" c:formatCode="yyyy/m/d">
                  <c:v>43412</c:v>
                </c:pt>
                <c:pt idx="1885" c:formatCode="yyyy/m/d">
                  <c:v>43411</c:v>
                </c:pt>
                <c:pt idx="1886" c:formatCode="yyyy/m/d">
                  <c:v>43410</c:v>
                </c:pt>
                <c:pt idx="1887" c:formatCode="yyyy/m/d">
                  <c:v>43409</c:v>
                </c:pt>
                <c:pt idx="1888" c:formatCode="yyyy/m/d">
                  <c:v>43406</c:v>
                </c:pt>
                <c:pt idx="1889" c:formatCode="yyyy/m/d">
                  <c:v>43405</c:v>
                </c:pt>
                <c:pt idx="1890" c:formatCode="yyyy/m/d">
                  <c:v>43404</c:v>
                </c:pt>
                <c:pt idx="1891" c:formatCode="yyyy/m/d">
                  <c:v>43403</c:v>
                </c:pt>
                <c:pt idx="1892" c:formatCode="yyyy/m/d">
                  <c:v>43402</c:v>
                </c:pt>
                <c:pt idx="1893" c:formatCode="yyyy/m/d">
                  <c:v>43399</c:v>
                </c:pt>
                <c:pt idx="1894" c:formatCode="yyyy/m/d">
                  <c:v>43398</c:v>
                </c:pt>
                <c:pt idx="1895" c:formatCode="yyyy/m/d">
                  <c:v>43397</c:v>
                </c:pt>
                <c:pt idx="1896" c:formatCode="yyyy/m/d">
                  <c:v>43396</c:v>
                </c:pt>
                <c:pt idx="1897" c:formatCode="yyyy/m/d">
                  <c:v>43395</c:v>
                </c:pt>
                <c:pt idx="1898" c:formatCode="yyyy/m/d">
                  <c:v>43392</c:v>
                </c:pt>
                <c:pt idx="1899" c:formatCode="yyyy/m/d">
                  <c:v>43391</c:v>
                </c:pt>
                <c:pt idx="1900" c:formatCode="yyyy/m/d">
                  <c:v>43390</c:v>
                </c:pt>
                <c:pt idx="1901" c:formatCode="yyyy/m/d">
                  <c:v>43389</c:v>
                </c:pt>
                <c:pt idx="1902" c:formatCode="yyyy/m/d">
                  <c:v>43388</c:v>
                </c:pt>
                <c:pt idx="1903" c:formatCode="yyyy/m/d">
                  <c:v>43385</c:v>
                </c:pt>
                <c:pt idx="1904" c:formatCode="yyyy/m/d">
                  <c:v>43384</c:v>
                </c:pt>
                <c:pt idx="1905" c:formatCode="yyyy/m/d">
                  <c:v>43383</c:v>
                </c:pt>
                <c:pt idx="1906" c:formatCode="yyyy/m/d">
                  <c:v>43382</c:v>
                </c:pt>
                <c:pt idx="1907" c:formatCode="yyyy/m/d">
                  <c:v>43381</c:v>
                </c:pt>
                <c:pt idx="1908" c:formatCode="yyyy/m/d">
                  <c:v>43378</c:v>
                </c:pt>
                <c:pt idx="1909" c:formatCode="yyyy/m/d">
                  <c:v>43377</c:v>
                </c:pt>
                <c:pt idx="1910" c:formatCode="yyyy/m/d">
                  <c:v>43376</c:v>
                </c:pt>
                <c:pt idx="1911" c:formatCode="yyyy/m/d">
                  <c:v>43375</c:v>
                </c:pt>
                <c:pt idx="1912" c:formatCode="yyyy/m/d">
                  <c:v>43374</c:v>
                </c:pt>
                <c:pt idx="1913" c:formatCode="yyyy/m/d">
                  <c:v>43371</c:v>
                </c:pt>
                <c:pt idx="1914" c:formatCode="yyyy/m/d">
                  <c:v>43370</c:v>
                </c:pt>
                <c:pt idx="1915" c:formatCode="yyyy/m/d">
                  <c:v>43369</c:v>
                </c:pt>
                <c:pt idx="1916" c:formatCode="yyyy/m/d">
                  <c:v>43368</c:v>
                </c:pt>
                <c:pt idx="1917" c:formatCode="yyyy/m/d">
                  <c:v>43367</c:v>
                </c:pt>
                <c:pt idx="1918" c:formatCode="yyyy/m/d">
                  <c:v>43364</c:v>
                </c:pt>
                <c:pt idx="1919" c:formatCode="yyyy/m/d">
                  <c:v>43363</c:v>
                </c:pt>
                <c:pt idx="1920" c:formatCode="yyyy/m/d">
                  <c:v>43362</c:v>
                </c:pt>
                <c:pt idx="1921" c:formatCode="yyyy/m/d">
                  <c:v>43361</c:v>
                </c:pt>
                <c:pt idx="1922" c:formatCode="yyyy/m/d">
                  <c:v>43360</c:v>
                </c:pt>
                <c:pt idx="1923" c:formatCode="yyyy/m/d">
                  <c:v>43357</c:v>
                </c:pt>
                <c:pt idx="1924" c:formatCode="yyyy/m/d">
                  <c:v>43356</c:v>
                </c:pt>
                <c:pt idx="1925" c:formatCode="yyyy/m/d">
                  <c:v>43355</c:v>
                </c:pt>
                <c:pt idx="1926" c:formatCode="yyyy/m/d">
                  <c:v>43354</c:v>
                </c:pt>
                <c:pt idx="1927" c:formatCode="yyyy/m/d">
                  <c:v>43353</c:v>
                </c:pt>
                <c:pt idx="1928" c:formatCode="yyyy/m/d">
                  <c:v>43350</c:v>
                </c:pt>
                <c:pt idx="1929" c:formatCode="yyyy/m/d">
                  <c:v>43349</c:v>
                </c:pt>
                <c:pt idx="1930" c:formatCode="yyyy/m/d">
                  <c:v>43348</c:v>
                </c:pt>
                <c:pt idx="1931" c:formatCode="yyyy/m/d">
                  <c:v>43347</c:v>
                </c:pt>
                <c:pt idx="1932" c:formatCode="yyyy/m/d">
                  <c:v>43346</c:v>
                </c:pt>
                <c:pt idx="1933" c:formatCode="yyyy/m/d">
                  <c:v>43343</c:v>
                </c:pt>
                <c:pt idx="1934" c:formatCode="yyyy/m/d">
                  <c:v>43342</c:v>
                </c:pt>
                <c:pt idx="1935" c:formatCode="yyyy/m/d">
                  <c:v>43341</c:v>
                </c:pt>
                <c:pt idx="1936" c:formatCode="yyyy/m/d">
                  <c:v>43340</c:v>
                </c:pt>
                <c:pt idx="1937" c:formatCode="yyyy/m/d">
                  <c:v>43339</c:v>
                </c:pt>
                <c:pt idx="1938" c:formatCode="yyyy/m/d">
                  <c:v>43336</c:v>
                </c:pt>
                <c:pt idx="1939" c:formatCode="yyyy/m/d">
                  <c:v>43335</c:v>
                </c:pt>
                <c:pt idx="1940" c:formatCode="yyyy/m/d">
                  <c:v>43334</c:v>
                </c:pt>
                <c:pt idx="1941" c:formatCode="yyyy/m/d">
                  <c:v>43333</c:v>
                </c:pt>
                <c:pt idx="1942" c:formatCode="yyyy/m/d">
                  <c:v>43332</c:v>
                </c:pt>
                <c:pt idx="1943" c:formatCode="yyyy/m/d">
                  <c:v>43329</c:v>
                </c:pt>
                <c:pt idx="1944" c:formatCode="yyyy/m/d">
                  <c:v>43328</c:v>
                </c:pt>
                <c:pt idx="1945" c:formatCode="yyyy/m/d">
                  <c:v>43327</c:v>
                </c:pt>
                <c:pt idx="1946" c:formatCode="yyyy/m/d">
                  <c:v>43326</c:v>
                </c:pt>
                <c:pt idx="1947" c:formatCode="yyyy/m/d">
                  <c:v>43325</c:v>
                </c:pt>
                <c:pt idx="1948" c:formatCode="yyyy/m/d">
                  <c:v>43322</c:v>
                </c:pt>
                <c:pt idx="1949" c:formatCode="yyyy/m/d">
                  <c:v>43321</c:v>
                </c:pt>
                <c:pt idx="1950" c:formatCode="yyyy/m/d">
                  <c:v>43320</c:v>
                </c:pt>
                <c:pt idx="1951" c:formatCode="yyyy/m/d">
                  <c:v>43319</c:v>
                </c:pt>
                <c:pt idx="1952" c:formatCode="yyyy/m/d">
                  <c:v>43318</c:v>
                </c:pt>
                <c:pt idx="1953" c:formatCode="yyyy/m/d">
                  <c:v>43315</c:v>
                </c:pt>
                <c:pt idx="1954" c:formatCode="yyyy/m/d">
                  <c:v>43314</c:v>
                </c:pt>
                <c:pt idx="1955" c:formatCode="yyyy/m/d">
                  <c:v>43313</c:v>
                </c:pt>
                <c:pt idx="1956" c:formatCode="yyyy/m/d">
                  <c:v>43312</c:v>
                </c:pt>
                <c:pt idx="1957" c:formatCode="yyyy/m/d">
                  <c:v>43311</c:v>
                </c:pt>
                <c:pt idx="1958" c:formatCode="yyyy/m/d">
                  <c:v>43308</c:v>
                </c:pt>
                <c:pt idx="1959" c:formatCode="yyyy/m/d">
                  <c:v>43307</c:v>
                </c:pt>
                <c:pt idx="1960" c:formatCode="yyyy/m/d">
                  <c:v>43306</c:v>
                </c:pt>
                <c:pt idx="1961" c:formatCode="yyyy/m/d">
                  <c:v>43305</c:v>
                </c:pt>
                <c:pt idx="1962" c:formatCode="yyyy/m/d">
                  <c:v>43304</c:v>
                </c:pt>
                <c:pt idx="1963" c:formatCode="yyyy/m/d">
                  <c:v>43301</c:v>
                </c:pt>
                <c:pt idx="1964" c:formatCode="yyyy/m/d">
                  <c:v>43300</c:v>
                </c:pt>
                <c:pt idx="1965" c:formatCode="yyyy/m/d">
                  <c:v>43299</c:v>
                </c:pt>
                <c:pt idx="1966" c:formatCode="yyyy/m/d">
                  <c:v>43298</c:v>
                </c:pt>
                <c:pt idx="1967" c:formatCode="yyyy/m/d">
                  <c:v>43297</c:v>
                </c:pt>
                <c:pt idx="1968" c:formatCode="yyyy/m/d">
                  <c:v>43294</c:v>
                </c:pt>
                <c:pt idx="1969" c:formatCode="yyyy/m/d">
                  <c:v>43293</c:v>
                </c:pt>
                <c:pt idx="1970" c:formatCode="yyyy/m/d">
                  <c:v>43292</c:v>
                </c:pt>
                <c:pt idx="1971" c:formatCode="yyyy/m/d">
                  <c:v>43291</c:v>
                </c:pt>
                <c:pt idx="1972" c:formatCode="yyyy/m/d">
                  <c:v>43290</c:v>
                </c:pt>
                <c:pt idx="1973" c:formatCode="yyyy/m/d">
                  <c:v>43287</c:v>
                </c:pt>
                <c:pt idx="1974" c:formatCode="yyyy/m/d">
                  <c:v>43286</c:v>
                </c:pt>
                <c:pt idx="1975" c:formatCode="yyyy/m/d">
                  <c:v>43285</c:v>
                </c:pt>
                <c:pt idx="1976" c:formatCode="yyyy/m/d">
                  <c:v>43284</c:v>
                </c:pt>
                <c:pt idx="1977" c:formatCode="yyyy/m/d">
                  <c:v>43283</c:v>
                </c:pt>
                <c:pt idx="1978" c:formatCode="yyyy/m/d">
                  <c:v>43280</c:v>
                </c:pt>
                <c:pt idx="1979" c:formatCode="yyyy/m/d">
                  <c:v>43279</c:v>
                </c:pt>
                <c:pt idx="1980" c:formatCode="yyyy/m/d">
                  <c:v>43278</c:v>
                </c:pt>
                <c:pt idx="1981" c:formatCode="yyyy/m/d">
                  <c:v>43277</c:v>
                </c:pt>
                <c:pt idx="1982" c:formatCode="yyyy/m/d">
                  <c:v>43276</c:v>
                </c:pt>
                <c:pt idx="1983" c:formatCode="yyyy/m/d">
                  <c:v>43273</c:v>
                </c:pt>
                <c:pt idx="1984" c:formatCode="yyyy/m/d">
                  <c:v>43272</c:v>
                </c:pt>
                <c:pt idx="1985" c:formatCode="yyyy/m/d">
                  <c:v>43271</c:v>
                </c:pt>
                <c:pt idx="1986" c:formatCode="yyyy/m/d">
                  <c:v>43270</c:v>
                </c:pt>
                <c:pt idx="1987" c:formatCode="yyyy/m/d">
                  <c:v>43269</c:v>
                </c:pt>
                <c:pt idx="1988" c:formatCode="yyyy/m/d">
                  <c:v>43266</c:v>
                </c:pt>
                <c:pt idx="1989" c:formatCode="yyyy/m/d">
                  <c:v>43265</c:v>
                </c:pt>
                <c:pt idx="1990" c:formatCode="yyyy/m/d">
                  <c:v>43264</c:v>
                </c:pt>
                <c:pt idx="1991" c:formatCode="yyyy/m/d">
                  <c:v>43263</c:v>
                </c:pt>
                <c:pt idx="1992" c:formatCode="yyyy/m/d">
                  <c:v>43262</c:v>
                </c:pt>
                <c:pt idx="1993" c:formatCode="yyyy/m/d">
                  <c:v>43259</c:v>
                </c:pt>
                <c:pt idx="1994" c:formatCode="yyyy/m/d">
                  <c:v>43258</c:v>
                </c:pt>
                <c:pt idx="1995" c:formatCode="yyyy/m/d">
                  <c:v>43257</c:v>
                </c:pt>
                <c:pt idx="1996" c:formatCode="yyyy/m/d">
                  <c:v>43256</c:v>
                </c:pt>
                <c:pt idx="1997" c:formatCode="yyyy/m/d">
                  <c:v>43255</c:v>
                </c:pt>
                <c:pt idx="1998" c:formatCode="yyyy/m/d">
                  <c:v>43252</c:v>
                </c:pt>
                <c:pt idx="1999" c:formatCode="yyyy/m/d">
                  <c:v>43251</c:v>
                </c:pt>
                <c:pt idx="2000" c:formatCode="yyyy/m/d">
                  <c:v>43250</c:v>
                </c:pt>
                <c:pt idx="2001" c:formatCode="yyyy/m/d">
                  <c:v>43249</c:v>
                </c:pt>
                <c:pt idx="2002" c:formatCode="yyyy/m/d">
                  <c:v>43248</c:v>
                </c:pt>
                <c:pt idx="2003" c:formatCode="yyyy/m/d">
                  <c:v>43245</c:v>
                </c:pt>
                <c:pt idx="2004" c:formatCode="yyyy/m/d">
                  <c:v>43244</c:v>
                </c:pt>
                <c:pt idx="2005" c:formatCode="yyyy/m/d">
                  <c:v>43243</c:v>
                </c:pt>
                <c:pt idx="2006" c:formatCode="yyyy/m/d">
                  <c:v>43242</c:v>
                </c:pt>
                <c:pt idx="2007" c:formatCode="yyyy/m/d">
                  <c:v>43241</c:v>
                </c:pt>
                <c:pt idx="2008" c:formatCode="yyyy/m/d">
                  <c:v>43238</c:v>
                </c:pt>
                <c:pt idx="2009" c:formatCode="yyyy/m/d">
                  <c:v>43237</c:v>
                </c:pt>
                <c:pt idx="2010" c:formatCode="yyyy/m/d">
                  <c:v>43236</c:v>
                </c:pt>
                <c:pt idx="2011" c:formatCode="yyyy/m/d">
                  <c:v>43235</c:v>
                </c:pt>
                <c:pt idx="2012" c:formatCode="yyyy/m/d">
                  <c:v>43234</c:v>
                </c:pt>
                <c:pt idx="2013" c:formatCode="yyyy/m/d">
                  <c:v>43231</c:v>
                </c:pt>
                <c:pt idx="2014" c:formatCode="yyyy/m/d">
                  <c:v>43230</c:v>
                </c:pt>
                <c:pt idx="2015" c:formatCode="yyyy/m/d">
                  <c:v>43229</c:v>
                </c:pt>
                <c:pt idx="2016" c:formatCode="yyyy/m/d">
                  <c:v>43228</c:v>
                </c:pt>
                <c:pt idx="2017" c:formatCode="yyyy/m/d">
                  <c:v>43227</c:v>
                </c:pt>
                <c:pt idx="2018" c:formatCode="yyyy/m/d">
                  <c:v>43224</c:v>
                </c:pt>
                <c:pt idx="2019" c:formatCode="yyyy/m/d">
                  <c:v>43223</c:v>
                </c:pt>
                <c:pt idx="2020" c:formatCode="yyyy/m/d">
                  <c:v>43222</c:v>
                </c:pt>
                <c:pt idx="2021" c:formatCode="yyyy/m/d">
                  <c:v>43221</c:v>
                </c:pt>
                <c:pt idx="2022" c:formatCode="yyyy/m/d">
                  <c:v>43220</c:v>
                </c:pt>
                <c:pt idx="2023" c:formatCode="yyyy/m/d">
                  <c:v>43217</c:v>
                </c:pt>
                <c:pt idx="2024" c:formatCode="yyyy/m/d">
                  <c:v>43216</c:v>
                </c:pt>
                <c:pt idx="2025" c:formatCode="yyyy/m/d">
                  <c:v>43215</c:v>
                </c:pt>
                <c:pt idx="2026" c:formatCode="yyyy/m/d">
                  <c:v>43214</c:v>
                </c:pt>
                <c:pt idx="2027" c:formatCode="yyyy/m/d">
                  <c:v>43213</c:v>
                </c:pt>
                <c:pt idx="2028" c:formatCode="yyyy/m/d">
                  <c:v>43210</c:v>
                </c:pt>
                <c:pt idx="2029" c:formatCode="yyyy/m/d">
                  <c:v>43209</c:v>
                </c:pt>
                <c:pt idx="2030" c:formatCode="yyyy/m/d">
                  <c:v>43208</c:v>
                </c:pt>
                <c:pt idx="2031" c:formatCode="yyyy/m/d">
                  <c:v>43207</c:v>
                </c:pt>
                <c:pt idx="2032" c:formatCode="yyyy/m/d">
                  <c:v>43206</c:v>
                </c:pt>
                <c:pt idx="2033" c:formatCode="yyyy/m/d">
                  <c:v>43203</c:v>
                </c:pt>
                <c:pt idx="2034" c:formatCode="yyyy/m/d">
                  <c:v>43202</c:v>
                </c:pt>
                <c:pt idx="2035" c:formatCode="yyyy/m/d">
                  <c:v>43201</c:v>
                </c:pt>
                <c:pt idx="2036" c:formatCode="yyyy/m/d">
                  <c:v>43200</c:v>
                </c:pt>
                <c:pt idx="2037" c:formatCode="yyyy/m/d">
                  <c:v>43199</c:v>
                </c:pt>
                <c:pt idx="2038" c:formatCode="yyyy/m/d">
                  <c:v>43196</c:v>
                </c:pt>
                <c:pt idx="2039" c:formatCode="yyyy/m/d">
                  <c:v>43195</c:v>
                </c:pt>
                <c:pt idx="2040" c:formatCode="yyyy/m/d">
                  <c:v>43194</c:v>
                </c:pt>
                <c:pt idx="2041" c:formatCode="yyyy/m/d">
                  <c:v>43193</c:v>
                </c:pt>
                <c:pt idx="2042" c:formatCode="yyyy/m/d">
                  <c:v>43192</c:v>
                </c:pt>
                <c:pt idx="2043" c:formatCode="yyyy/m/d">
                  <c:v>43189</c:v>
                </c:pt>
                <c:pt idx="2044" c:formatCode="yyyy/m/d">
                  <c:v>43188</c:v>
                </c:pt>
                <c:pt idx="2045" c:formatCode="yyyy/m/d">
                  <c:v>43187</c:v>
                </c:pt>
                <c:pt idx="2046" c:formatCode="yyyy/m/d">
                  <c:v>43186</c:v>
                </c:pt>
                <c:pt idx="2047" c:formatCode="yyyy/m/d">
                  <c:v>43185</c:v>
                </c:pt>
                <c:pt idx="2048" c:formatCode="yyyy/m/d">
                  <c:v>43182</c:v>
                </c:pt>
                <c:pt idx="2049" c:formatCode="yyyy/m/d">
                  <c:v>43181</c:v>
                </c:pt>
                <c:pt idx="2050" c:formatCode="yyyy/m/d">
                  <c:v>43180</c:v>
                </c:pt>
                <c:pt idx="2051" c:formatCode="yyyy/m/d">
                  <c:v>43179</c:v>
                </c:pt>
                <c:pt idx="2052" c:formatCode="yyyy/m/d">
                  <c:v>43178</c:v>
                </c:pt>
                <c:pt idx="2053" c:formatCode="yyyy/m/d">
                  <c:v>43175</c:v>
                </c:pt>
                <c:pt idx="2054" c:formatCode="yyyy/m/d">
                  <c:v>43174</c:v>
                </c:pt>
                <c:pt idx="2055" c:formatCode="yyyy/m/d">
                  <c:v>43173</c:v>
                </c:pt>
                <c:pt idx="2056" c:formatCode="yyyy/m/d">
                  <c:v>43172</c:v>
                </c:pt>
                <c:pt idx="2057" c:formatCode="yyyy/m/d">
                  <c:v>43171</c:v>
                </c:pt>
                <c:pt idx="2058" c:formatCode="yyyy/m/d">
                  <c:v>43168</c:v>
                </c:pt>
                <c:pt idx="2059" c:formatCode="yyyy/m/d">
                  <c:v>43167</c:v>
                </c:pt>
                <c:pt idx="2060" c:formatCode="yyyy/m/d">
                  <c:v>43166</c:v>
                </c:pt>
                <c:pt idx="2061" c:formatCode="yyyy/m/d">
                  <c:v>43165</c:v>
                </c:pt>
                <c:pt idx="2062" c:formatCode="yyyy/m/d">
                  <c:v>43164</c:v>
                </c:pt>
                <c:pt idx="2063" c:formatCode="yyyy/m/d">
                  <c:v>43161</c:v>
                </c:pt>
                <c:pt idx="2064" c:formatCode="yyyy/m/d">
                  <c:v>43160</c:v>
                </c:pt>
                <c:pt idx="2065" c:formatCode="yyyy/m/d">
                  <c:v>43159</c:v>
                </c:pt>
                <c:pt idx="2066" c:formatCode="yyyy/m/d">
                  <c:v>43158</c:v>
                </c:pt>
                <c:pt idx="2067" c:formatCode="yyyy/m/d">
                  <c:v>43157</c:v>
                </c:pt>
                <c:pt idx="2068" c:formatCode="yyyy/m/d">
                  <c:v>43154</c:v>
                </c:pt>
                <c:pt idx="2069" c:formatCode="yyyy/m/d">
                  <c:v>43153</c:v>
                </c:pt>
                <c:pt idx="2070" c:formatCode="yyyy/m/d">
                  <c:v>43152</c:v>
                </c:pt>
                <c:pt idx="2071" c:formatCode="yyyy/m/d">
                  <c:v>43151</c:v>
                </c:pt>
                <c:pt idx="2072" c:formatCode="yyyy/m/d">
                  <c:v>43150</c:v>
                </c:pt>
                <c:pt idx="2073" c:formatCode="yyyy/m/d">
                  <c:v>43147</c:v>
                </c:pt>
                <c:pt idx="2074" c:formatCode="yyyy/m/d">
                  <c:v>43146</c:v>
                </c:pt>
                <c:pt idx="2075" c:formatCode="yyyy/m/d">
                  <c:v>43145</c:v>
                </c:pt>
                <c:pt idx="2076" c:formatCode="yyyy/m/d">
                  <c:v>43144</c:v>
                </c:pt>
                <c:pt idx="2077" c:formatCode="yyyy/m/d">
                  <c:v>43143</c:v>
                </c:pt>
                <c:pt idx="2078" c:formatCode="yyyy/m/d">
                  <c:v>43140</c:v>
                </c:pt>
                <c:pt idx="2079" c:formatCode="yyyy/m/d">
                  <c:v>43139</c:v>
                </c:pt>
                <c:pt idx="2080" c:formatCode="yyyy/m/d">
                  <c:v>43138</c:v>
                </c:pt>
                <c:pt idx="2081" c:formatCode="yyyy/m/d">
                  <c:v>43137</c:v>
                </c:pt>
                <c:pt idx="2082" c:formatCode="yyyy/m/d">
                  <c:v>43136</c:v>
                </c:pt>
                <c:pt idx="2083" c:formatCode="yyyy/m/d">
                  <c:v>43133</c:v>
                </c:pt>
                <c:pt idx="2084" c:formatCode="yyyy/m/d">
                  <c:v>43132</c:v>
                </c:pt>
                <c:pt idx="2085" c:formatCode="yyyy/m/d">
                  <c:v>43131</c:v>
                </c:pt>
                <c:pt idx="2086" c:formatCode="yyyy/m/d">
                  <c:v>43130</c:v>
                </c:pt>
                <c:pt idx="2087" c:formatCode="yyyy/m/d">
                  <c:v>43129</c:v>
                </c:pt>
                <c:pt idx="2088" c:formatCode="yyyy/m/d">
                  <c:v>43126</c:v>
                </c:pt>
                <c:pt idx="2089" c:formatCode="yyyy/m/d">
                  <c:v>43125</c:v>
                </c:pt>
                <c:pt idx="2090" c:formatCode="yyyy/m/d">
                  <c:v>43124</c:v>
                </c:pt>
                <c:pt idx="2091" c:formatCode="yyyy/m/d">
                  <c:v>43123</c:v>
                </c:pt>
                <c:pt idx="2092" c:formatCode="yyyy/m/d">
                  <c:v>43122</c:v>
                </c:pt>
                <c:pt idx="2093" c:formatCode="yyyy/m/d">
                  <c:v>43119</c:v>
                </c:pt>
                <c:pt idx="2094" c:formatCode="yyyy/m/d">
                  <c:v>43118</c:v>
                </c:pt>
                <c:pt idx="2095" c:formatCode="yyyy/m/d">
                  <c:v>43117</c:v>
                </c:pt>
                <c:pt idx="2096" c:formatCode="yyyy/m/d">
                  <c:v>43116</c:v>
                </c:pt>
                <c:pt idx="2097" c:formatCode="yyyy/m/d">
                  <c:v>43115</c:v>
                </c:pt>
                <c:pt idx="2098" c:formatCode="yyyy/m/d">
                  <c:v>43112</c:v>
                </c:pt>
                <c:pt idx="2099" c:formatCode="yyyy/m/d">
                  <c:v>43111</c:v>
                </c:pt>
                <c:pt idx="2100" c:formatCode="yyyy/m/d">
                  <c:v>43110</c:v>
                </c:pt>
                <c:pt idx="2101" c:formatCode="yyyy/m/d">
                  <c:v>43109</c:v>
                </c:pt>
                <c:pt idx="2102" c:formatCode="yyyy/m/d">
                  <c:v>43108</c:v>
                </c:pt>
                <c:pt idx="2103" c:formatCode="yyyy/m/d">
                  <c:v>43105</c:v>
                </c:pt>
                <c:pt idx="2104" c:formatCode="yyyy/m/d">
                  <c:v>43104</c:v>
                </c:pt>
                <c:pt idx="2105" c:formatCode="yyyy/m/d">
                  <c:v>43103</c:v>
                </c:pt>
                <c:pt idx="2106" c:formatCode="yyyy/m/d">
                  <c:v>43102</c:v>
                </c:pt>
                <c:pt idx="2107" c:formatCode="yyyy/m/d">
                  <c:v>43101</c:v>
                </c:pt>
                <c:pt idx="2108" c:formatCode="yyyy/m/d">
                  <c:v>43098</c:v>
                </c:pt>
                <c:pt idx="2109" c:formatCode="yyyy/m/d">
                  <c:v>43097</c:v>
                </c:pt>
                <c:pt idx="2110" c:formatCode="yyyy/m/d">
                  <c:v>43096</c:v>
                </c:pt>
                <c:pt idx="2111" c:formatCode="yyyy/m/d">
                  <c:v>43095</c:v>
                </c:pt>
                <c:pt idx="2112" c:formatCode="yyyy/m/d">
                  <c:v>43094</c:v>
                </c:pt>
                <c:pt idx="2113" c:formatCode="yyyy/m/d">
                  <c:v>43091</c:v>
                </c:pt>
                <c:pt idx="2114" c:formatCode="yyyy/m/d">
                  <c:v>43090</c:v>
                </c:pt>
                <c:pt idx="2115" c:formatCode="yyyy/m/d">
                  <c:v>43089</c:v>
                </c:pt>
                <c:pt idx="2116" c:formatCode="yyyy/m/d">
                  <c:v>43088</c:v>
                </c:pt>
                <c:pt idx="2117" c:formatCode="yyyy/m/d">
                  <c:v>43087</c:v>
                </c:pt>
                <c:pt idx="2118" c:formatCode="yyyy/m/d">
                  <c:v>43084</c:v>
                </c:pt>
                <c:pt idx="2119" c:formatCode="yyyy/m/d">
                  <c:v>43083</c:v>
                </c:pt>
                <c:pt idx="2120" c:formatCode="yyyy/m/d">
                  <c:v>43082</c:v>
                </c:pt>
                <c:pt idx="2121" c:formatCode="yyyy/m/d">
                  <c:v>43081</c:v>
                </c:pt>
                <c:pt idx="2122" c:formatCode="yyyy/m/d">
                  <c:v>43080</c:v>
                </c:pt>
                <c:pt idx="2123" c:formatCode="yyyy/m/d">
                  <c:v>43077</c:v>
                </c:pt>
                <c:pt idx="2124" c:formatCode="yyyy/m/d">
                  <c:v>43076</c:v>
                </c:pt>
                <c:pt idx="2125" c:formatCode="yyyy/m/d">
                  <c:v>43075</c:v>
                </c:pt>
                <c:pt idx="2126" c:formatCode="yyyy/m/d">
                  <c:v>43074</c:v>
                </c:pt>
                <c:pt idx="2127" c:formatCode="yyyy/m/d">
                  <c:v>43073</c:v>
                </c:pt>
                <c:pt idx="2128" c:formatCode="yyyy/m/d">
                  <c:v>43070</c:v>
                </c:pt>
                <c:pt idx="2129" c:formatCode="yyyy/m/d">
                  <c:v>43069</c:v>
                </c:pt>
                <c:pt idx="2130" c:formatCode="yyyy/m/d">
                  <c:v>43068</c:v>
                </c:pt>
                <c:pt idx="2131" c:formatCode="yyyy/m/d">
                  <c:v>43067</c:v>
                </c:pt>
                <c:pt idx="2132" c:formatCode="yyyy/m/d">
                  <c:v>43066</c:v>
                </c:pt>
                <c:pt idx="2133" c:formatCode="yyyy/m/d">
                  <c:v>43063</c:v>
                </c:pt>
                <c:pt idx="2134" c:formatCode="yyyy/m/d">
                  <c:v>43062</c:v>
                </c:pt>
                <c:pt idx="2135" c:formatCode="yyyy/m/d">
                  <c:v>43061</c:v>
                </c:pt>
                <c:pt idx="2136" c:formatCode="yyyy/m/d">
                  <c:v>43060</c:v>
                </c:pt>
                <c:pt idx="2137" c:formatCode="yyyy/m/d">
                  <c:v>43059</c:v>
                </c:pt>
                <c:pt idx="2138" c:formatCode="yyyy/m/d">
                  <c:v>43056</c:v>
                </c:pt>
                <c:pt idx="2139" c:formatCode="yyyy/m/d">
                  <c:v>43055</c:v>
                </c:pt>
                <c:pt idx="2140" c:formatCode="yyyy/m/d">
                  <c:v>43054</c:v>
                </c:pt>
                <c:pt idx="2141" c:formatCode="yyyy/m/d">
                  <c:v>43053</c:v>
                </c:pt>
                <c:pt idx="2142" c:formatCode="yyyy/m/d">
                  <c:v>43052</c:v>
                </c:pt>
                <c:pt idx="2143" c:formatCode="yyyy/m/d">
                  <c:v>43049</c:v>
                </c:pt>
                <c:pt idx="2144" c:formatCode="yyyy/m/d">
                  <c:v>43048</c:v>
                </c:pt>
                <c:pt idx="2145" c:formatCode="yyyy/m/d">
                  <c:v>43047</c:v>
                </c:pt>
                <c:pt idx="2146" c:formatCode="yyyy/m/d">
                  <c:v>43046</c:v>
                </c:pt>
                <c:pt idx="2147" c:formatCode="yyyy/m/d">
                  <c:v>43045</c:v>
                </c:pt>
                <c:pt idx="2148" c:formatCode="yyyy/m/d">
                  <c:v>43042</c:v>
                </c:pt>
                <c:pt idx="2149" c:formatCode="yyyy/m/d">
                  <c:v>43041</c:v>
                </c:pt>
                <c:pt idx="2150" c:formatCode="yyyy/m/d">
                  <c:v>43040</c:v>
                </c:pt>
                <c:pt idx="2151" c:formatCode="yyyy/m/d">
                  <c:v>43039</c:v>
                </c:pt>
                <c:pt idx="2152" c:formatCode="yyyy/m/d">
                  <c:v>43038</c:v>
                </c:pt>
                <c:pt idx="2153" c:formatCode="yyyy/m/d">
                  <c:v>43035</c:v>
                </c:pt>
                <c:pt idx="2154" c:formatCode="yyyy/m/d">
                  <c:v>43034</c:v>
                </c:pt>
                <c:pt idx="2155" c:formatCode="yyyy/m/d">
                  <c:v>43033</c:v>
                </c:pt>
                <c:pt idx="2156" c:formatCode="yyyy/m/d">
                  <c:v>43032</c:v>
                </c:pt>
                <c:pt idx="2157" c:formatCode="yyyy/m/d">
                  <c:v>43031</c:v>
                </c:pt>
                <c:pt idx="2158" c:formatCode="yyyy/m/d">
                  <c:v>43028</c:v>
                </c:pt>
                <c:pt idx="2159" c:formatCode="yyyy/m/d">
                  <c:v>43027</c:v>
                </c:pt>
                <c:pt idx="2160" c:formatCode="yyyy/m/d">
                  <c:v>43026</c:v>
                </c:pt>
                <c:pt idx="2161" c:formatCode="yyyy/m/d">
                  <c:v>43025</c:v>
                </c:pt>
                <c:pt idx="2162" c:formatCode="yyyy/m/d">
                  <c:v>43024</c:v>
                </c:pt>
                <c:pt idx="2163" c:formatCode="yyyy/m/d">
                  <c:v>43021</c:v>
                </c:pt>
                <c:pt idx="2164" c:formatCode="yyyy/m/d">
                  <c:v>43020</c:v>
                </c:pt>
                <c:pt idx="2165" c:formatCode="yyyy/m/d">
                  <c:v>43019</c:v>
                </c:pt>
                <c:pt idx="2166" c:formatCode="yyyy/m/d">
                  <c:v>43018</c:v>
                </c:pt>
                <c:pt idx="2167" c:formatCode="yyyy/m/d">
                  <c:v>43017</c:v>
                </c:pt>
                <c:pt idx="2168" c:formatCode="yyyy/m/d">
                  <c:v>43014</c:v>
                </c:pt>
                <c:pt idx="2169" c:formatCode="yyyy/m/d">
                  <c:v>43013</c:v>
                </c:pt>
                <c:pt idx="2170" c:formatCode="yyyy/m/d">
                  <c:v>43012</c:v>
                </c:pt>
                <c:pt idx="2171" c:formatCode="yyyy/m/d">
                  <c:v>43011</c:v>
                </c:pt>
                <c:pt idx="2172" c:formatCode="yyyy/m/d">
                  <c:v>43010</c:v>
                </c:pt>
                <c:pt idx="2173" c:formatCode="yyyy/m/d">
                  <c:v>43007</c:v>
                </c:pt>
                <c:pt idx="2174" c:formatCode="yyyy/m/d">
                  <c:v>43006</c:v>
                </c:pt>
                <c:pt idx="2175" c:formatCode="yyyy/m/d">
                  <c:v>43005</c:v>
                </c:pt>
                <c:pt idx="2176" c:formatCode="yyyy/m/d">
                  <c:v>43004</c:v>
                </c:pt>
                <c:pt idx="2177" c:formatCode="yyyy/m/d">
                  <c:v>43003</c:v>
                </c:pt>
                <c:pt idx="2178" c:formatCode="yyyy/m/d">
                  <c:v>43000</c:v>
                </c:pt>
                <c:pt idx="2179" c:formatCode="yyyy/m/d">
                  <c:v>42999</c:v>
                </c:pt>
                <c:pt idx="2180" c:formatCode="yyyy/m/d">
                  <c:v>42998</c:v>
                </c:pt>
                <c:pt idx="2181" c:formatCode="yyyy/m/d">
                  <c:v>42997</c:v>
                </c:pt>
                <c:pt idx="2182" c:formatCode="yyyy/m/d">
                  <c:v>42996</c:v>
                </c:pt>
                <c:pt idx="2183" c:formatCode="yyyy/m/d">
                  <c:v>42993</c:v>
                </c:pt>
                <c:pt idx="2184" c:formatCode="yyyy/m/d">
                  <c:v>42992</c:v>
                </c:pt>
                <c:pt idx="2185" c:formatCode="yyyy/m/d">
                  <c:v>42991</c:v>
                </c:pt>
                <c:pt idx="2186" c:formatCode="yyyy/m/d">
                  <c:v>42990</c:v>
                </c:pt>
                <c:pt idx="2187" c:formatCode="yyyy/m/d">
                  <c:v>42989</c:v>
                </c:pt>
                <c:pt idx="2188" c:formatCode="yyyy/m/d">
                  <c:v>42986</c:v>
                </c:pt>
                <c:pt idx="2189" c:formatCode="yyyy/m/d">
                  <c:v>42985</c:v>
                </c:pt>
                <c:pt idx="2190" c:formatCode="yyyy/m/d">
                  <c:v>42984</c:v>
                </c:pt>
                <c:pt idx="2191" c:formatCode="yyyy/m/d">
                  <c:v>42983</c:v>
                </c:pt>
                <c:pt idx="2192" c:formatCode="yyyy/m/d">
                  <c:v>42982</c:v>
                </c:pt>
                <c:pt idx="2193" c:formatCode="yyyy/m/d">
                  <c:v>42979</c:v>
                </c:pt>
                <c:pt idx="2194" c:formatCode="yyyy/m/d">
                  <c:v>42978</c:v>
                </c:pt>
                <c:pt idx="2195" c:formatCode="yyyy/m/d">
                  <c:v>42977</c:v>
                </c:pt>
                <c:pt idx="2196" c:formatCode="yyyy/m/d">
                  <c:v>42976</c:v>
                </c:pt>
                <c:pt idx="2197" c:formatCode="yyyy/m/d">
                  <c:v>42975</c:v>
                </c:pt>
                <c:pt idx="2198" c:formatCode="yyyy/m/d">
                  <c:v>42972</c:v>
                </c:pt>
                <c:pt idx="2199" c:formatCode="yyyy/m/d">
                  <c:v>42971</c:v>
                </c:pt>
                <c:pt idx="2200" c:formatCode="yyyy/m/d">
                  <c:v>42970</c:v>
                </c:pt>
                <c:pt idx="2201" c:formatCode="yyyy/m/d">
                  <c:v>42969</c:v>
                </c:pt>
                <c:pt idx="2202" c:formatCode="yyyy/m/d">
                  <c:v>42968</c:v>
                </c:pt>
                <c:pt idx="2203" c:formatCode="yyyy/m/d">
                  <c:v>42965</c:v>
                </c:pt>
                <c:pt idx="2204" c:formatCode="yyyy/m/d">
                  <c:v>42964</c:v>
                </c:pt>
                <c:pt idx="2205" c:formatCode="yyyy/m/d">
                  <c:v>42963</c:v>
                </c:pt>
                <c:pt idx="2206" c:formatCode="yyyy/m/d">
                  <c:v>42962</c:v>
                </c:pt>
                <c:pt idx="2207" c:formatCode="yyyy/m/d">
                  <c:v>42961</c:v>
                </c:pt>
                <c:pt idx="2208" c:formatCode="yyyy/m/d">
                  <c:v>42958</c:v>
                </c:pt>
                <c:pt idx="2209" c:formatCode="yyyy/m/d">
                  <c:v>42957</c:v>
                </c:pt>
                <c:pt idx="2210" c:formatCode="yyyy/m/d">
                  <c:v>42956</c:v>
                </c:pt>
                <c:pt idx="2211" c:formatCode="yyyy/m/d">
                  <c:v>42955</c:v>
                </c:pt>
                <c:pt idx="2212" c:formatCode="yyyy/m/d">
                  <c:v>42954</c:v>
                </c:pt>
                <c:pt idx="2213" c:formatCode="yyyy/m/d">
                  <c:v>42951</c:v>
                </c:pt>
                <c:pt idx="2214" c:formatCode="yyyy/m/d">
                  <c:v>42950</c:v>
                </c:pt>
                <c:pt idx="2215" c:formatCode="yyyy/m/d">
                  <c:v>42949</c:v>
                </c:pt>
                <c:pt idx="2216" c:formatCode="yyyy/m/d">
                  <c:v>42948</c:v>
                </c:pt>
                <c:pt idx="2217" c:formatCode="yyyy/m/d">
                  <c:v>42947</c:v>
                </c:pt>
                <c:pt idx="2218" c:formatCode="yyyy/m/d">
                  <c:v>42944</c:v>
                </c:pt>
                <c:pt idx="2219" c:formatCode="yyyy/m/d">
                  <c:v>42943</c:v>
                </c:pt>
                <c:pt idx="2220" c:formatCode="yyyy/m/d">
                  <c:v>42942</c:v>
                </c:pt>
                <c:pt idx="2221" c:formatCode="yyyy/m/d">
                  <c:v>42941</c:v>
                </c:pt>
                <c:pt idx="2222" c:formatCode="yyyy/m/d">
                  <c:v>42940</c:v>
                </c:pt>
                <c:pt idx="2223" c:formatCode="yyyy/m/d">
                  <c:v>42937</c:v>
                </c:pt>
                <c:pt idx="2224" c:formatCode="yyyy/m/d">
                  <c:v>42936</c:v>
                </c:pt>
                <c:pt idx="2225" c:formatCode="yyyy/m/d">
                  <c:v>42935</c:v>
                </c:pt>
                <c:pt idx="2226" c:formatCode="yyyy/m/d">
                  <c:v>42934</c:v>
                </c:pt>
                <c:pt idx="2227" c:formatCode="yyyy/m/d">
                  <c:v>42933</c:v>
                </c:pt>
                <c:pt idx="2228" c:formatCode="yyyy/m/d">
                  <c:v>42930</c:v>
                </c:pt>
                <c:pt idx="2229" c:formatCode="yyyy/m/d">
                  <c:v>42929</c:v>
                </c:pt>
                <c:pt idx="2230" c:formatCode="yyyy/m/d">
                  <c:v>42928</c:v>
                </c:pt>
                <c:pt idx="2231" c:formatCode="yyyy/m/d">
                  <c:v>42927</c:v>
                </c:pt>
                <c:pt idx="2232" c:formatCode="yyyy/m/d">
                  <c:v>42926</c:v>
                </c:pt>
                <c:pt idx="2233" c:formatCode="yyyy/m/d">
                  <c:v>42923</c:v>
                </c:pt>
                <c:pt idx="2234" c:formatCode="yyyy/m/d">
                  <c:v>42922</c:v>
                </c:pt>
                <c:pt idx="2235" c:formatCode="yyyy/m/d">
                  <c:v>42921</c:v>
                </c:pt>
                <c:pt idx="2236" c:formatCode="yyyy/m/d">
                  <c:v>42920</c:v>
                </c:pt>
                <c:pt idx="2237" c:formatCode="yyyy/m/d">
                  <c:v>42919</c:v>
                </c:pt>
                <c:pt idx="2238" c:formatCode="yyyy/m/d">
                  <c:v>42916</c:v>
                </c:pt>
                <c:pt idx="2239" c:formatCode="yyyy/m/d">
                  <c:v>42915</c:v>
                </c:pt>
                <c:pt idx="2240" c:formatCode="yyyy/m/d">
                  <c:v>42914</c:v>
                </c:pt>
                <c:pt idx="2241" c:formatCode="yyyy/m/d">
                  <c:v>42913</c:v>
                </c:pt>
                <c:pt idx="2242" c:formatCode="yyyy/m/d">
                  <c:v>42912</c:v>
                </c:pt>
                <c:pt idx="2243" c:formatCode="yyyy/m/d">
                  <c:v>42909</c:v>
                </c:pt>
                <c:pt idx="2244" c:formatCode="yyyy/m/d">
                  <c:v>42908</c:v>
                </c:pt>
                <c:pt idx="2245" c:formatCode="yyyy/m/d">
                  <c:v>42907</c:v>
                </c:pt>
                <c:pt idx="2246" c:formatCode="yyyy/m/d">
                  <c:v>42906</c:v>
                </c:pt>
                <c:pt idx="2247" c:formatCode="yyyy/m/d">
                  <c:v>42905</c:v>
                </c:pt>
                <c:pt idx="2248" c:formatCode="yyyy/m/d">
                  <c:v>42902</c:v>
                </c:pt>
                <c:pt idx="2249" c:formatCode="yyyy/m/d">
                  <c:v>42901</c:v>
                </c:pt>
                <c:pt idx="2250" c:formatCode="yyyy/m/d">
                  <c:v>42900</c:v>
                </c:pt>
                <c:pt idx="2251" c:formatCode="yyyy/m/d">
                  <c:v>42899</c:v>
                </c:pt>
                <c:pt idx="2252" c:formatCode="yyyy/m/d">
                  <c:v>42898</c:v>
                </c:pt>
                <c:pt idx="2253" c:formatCode="yyyy/m/d">
                  <c:v>42895</c:v>
                </c:pt>
                <c:pt idx="2254" c:formatCode="yyyy/m/d">
                  <c:v>42894</c:v>
                </c:pt>
                <c:pt idx="2255" c:formatCode="yyyy/m/d">
                  <c:v>42893</c:v>
                </c:pt>
                <c:pt idx="2256" c:formatCode="yyyy/m/d">
                  <c:v>42892</c:v>
                </c:pt>
                <c:pt idx="2257" c:formatCode="yyyy/m/d">
                  <c:v>42891</c:v>
                </c:pt>
                <c:pt idx="2258" c:formatCode="yyyy/m/d">
                  <c:v>42888</c:v>
                </c:pt>
                <c:pt idx="2259" c:formatCode="yyyy/m/d">
                  <c:v>42887</c:v>
                </c:pt>
                <c:pt idx="2260" c:formatCode="yyyy/m/d">
                  <c:v>42886</c:v>
                </c:pt>
                <c:pt idx="2261" c:formatCode="yyyy/m/d">
                  <c:v>42885</c:v>
                </c:pt>
                <c:pt idx="2262" c:formatCode="yyyy/m/d">
                  <c:v>42884</c:v>
                </c:pt>
                <c:pt idx="2263" c:formatCode="yyyy/m/d">
                  <c:v>42881</c:v>
                </c:pt>
                <c:pt idx="2264" c:formatCode="yyyy/m/d">
                  <c:v>42880</c:v>
                </c:pt>
                <c:pt idx="2265" c:formatCode="yyyy/m/d">
                  <c:v>42879</c:v>
                </c:pt>
                <c:pt idx="2266" c:formatCode="yyyy/m/d">
                  <c:v>42878</c:v>
                </c:pt>
                <c:pt idx="2267" c:formatCode="yyyy/m/d">
                  <c:v>42877</c:v>
                </c:pt>
                <c:pt idx="2268" c:formatCode="yyyy/m/d">
                  <c:v>42874</c:v>
                </c:pt>
                <c:pt idx="2269" c:formatCode="yyyy/m/d">
                  <c:v>42873</c:v>
                </c:pt>
                <c:pt idx="2270" c:formatCode="yyyy/m/d">
                  <c:v>42872</c:v>
                </c:pt>
                <c:pt idx="2271" c:formatCode="yyyy/m/d">
                  <c:v>42871</c:v>
                </c:pt>
                <c:pt idx="2272" c:formatCode="yyyy/m/d">
                  <c:v>42870</c:v>
                </c:pt>
                <c:pt idx="2273" c:formatCode="yyyy/m/d">
                  <c:v>42867</c:v>
                </c:pt>
                <c:pt idx="2274" c:formatCode="yyyy/m/d">
                  <c:v>42866</c:v>
                </c:pt>
                <c:pt idx="2275" c:formatCode="yyyy/m/d">
                  <c:v>42865</c:v>
                </c:pt>
                <c:pt idx="2276" c:formatCode="yyyy/m/d">
                  <c:v>42864</c:v>
                </c:pt>
                <c:pt idx="2277" c:formatCode="yyyy/m/d">
                  <c:v>42863</c:v>
                </c:pt>
                <c:pt idx="2278" c:formatCode="yyyy/m/d">
                  <c:v>42860</c:v>
                </c:pt>
                <c:pt idx="2279" c:formatCode="yyyy/m/d">
                  <c:v>42859</c:v>
                </c:pt>
                <c:pt idx="2280" c:formatCode="yyyy/m/d">
                  <c:v>42858</c:v>
                </c:pt>
                <c:pt idx="2281" c:formatCode="yyyy/m/d">
                  <c:v>42857</c:v>
                </c:pt>
                <c:pt idx="2282" c:formatCode="yyyy/m/d">
                  <c:v>42856</c:v>
                </c:pt>
                <c:pt idx="2283" c:formatCode="yyyy/m/d">
                  <c:v>42853</c:v>
                </c:pt>
                <c:pt idx="2284" c:formatCode="yyyy/m/d">
                  <c:v>42852</c:v>
                </c:pt>
                <c:pt idx="2285" c:formatCode="yyyy/m/d">
                  <c:v>42851</c:v>
                </c:pt>
                <c:pt idx="2286" c:formatCode="yyyy/m/d">
                  <c:v>42850</c:v>
                </c:pt>
                <c:pt idx="2287" c:formatCode="yyyy/m/d">
                  <c:v>42849</c:v>
                </c:pt>
                <c:pt idx="2288" c:formatCode="yyyy/m/d">
                  <c:v>42846</c:v>
                </c:pt>
                <c:pt idx="2289" c:formatCode="yyyy/m/d">
                  <c:v>42845</c:v>
                </c:pt>
                <c:pt idx="2290" c:formatCode="yyyy/m/d">
                  <c:v>42844</c:v>
                </c:pt>
                <c:pt idx="2291" c:formatCode="yyyy/m/d">
                  <c:v>42843</c:v>
                </c:pt>
                <c:pt idx="2292" c:formatCode="yyyy/m/d">
                  <c:v>42842</c:v>
                </c:pt>
                <c:pt idx="2293" c:formatCode="yyyy/m/d">
                  <c:v>42839</c:v>
                </c:pt>
                <c:pt idx="2294" c:formatCode="yyyy/m/d">
                  <c:v>42838</c:v>
                </c:pt>
                <c:pt idx="2295" c:formatCode="yyyy/m/d">
                  <c:v>42837</c:v>
                </c:pt>
                <c:pt idx="2296" c:formatCode="yyyy/m/d">
                  <c:v>42836</c:v>
                </c:pt>
                <c:pt idx="2297" c:formatCode="yyyy/m/d">
                  <c:v>42835</c:v>
                </c:pt>
                <c:pt idx="2298" c:formatCode="yyyy/m/d">
                  <c:v>42832</c:v>
                </c:pt>
                <c:pt idx="2299" c:formatCode="yyyy/m/d">
                  <c:v>42831</c:v>
                </c:pt>
                <c:pt idx="2300" c:formatCode="yyyy/m/d">
                  <c:v>42830</c:v>
                </c:pt>
                <c:pt idx="2301" c:formatCode="yyyy/m/d">
                  <c:v>42829</c:v>
                </c:pt>
                <c:pt idx="2302" c:formatCode="yyyy/m/d">
                  <c:v>42828</c:v>
                </c:pt>
                <c:pt idx="2303" c:formatCode="yyyy/m/d">
                  <c:v>42825</c:v>
                </c:pt>
                <c:pt idx="2304" c:formatCode="yyyy/m/d">
                  <c:v>42824</c:v>
                </c:pt>
                <c:pt idx="2305" c:formatCode="yyyy/m/d">
                  <c:v>42823</c:v>
                </c:pt>
                <c:pt idx="2306" c:formatCode="yyyy/m/d">
                  <c:v>42822</c:v>
                </c:pt>
                <c:pt idx="2307" c:formatCode="yyyy/m/d">
                  <c:v>42821</c:v>
                </c:pt>
                <c:pt idx="2308" c:formatCode="yyyy/m/d">
                  <c:v>42818</c:v>
                </c:pt>
                <c:pt idx="2309" c:formatCode="yyyy/m/d">
                  <c:v>42817</c:v>
                </c:pt>
                <c:pt idx="2310" c:formatCode="yyyy/m/d">
                  <c:v>42816</c:v>
                </c:pt>
                <c:pt idx="2311" c:formatCode="yyyy/m/d">
                  <c:v>42815</c:v>
                </c:pt>
                <c:pt idx="2312" c:formatCode="yyyy/m/d">
                  <c:v>42814</c:v>
                </c:pt>
                <c:pt idx="2313" c:formatCode="yyyy/m/d">
                  <c:v>42811</c:v>
                </c:pt>
                <c:pt idx="2314" c:formatCode="yyyy/m/d">
                  <c:v>42810</c:v>
                </c:pt>
                <c:pt idx="2315" c:formatCode="yyyy/m/d">
                  <c:v>42809</c:v>
                </c:pt>
                <c:pt idx="2316" c:formatCode="yyyy/m/d">
                  <c:v>42808</c:v>
                </c:pt>
                <c:pt idx="2317" c:formatCode="yyyy/m/d">
                  <c:v>42807</c:v>
                </c:pt>
                <c:pt idx="2318" c:formatCode="yyyy/m/d">
                  <c:v>42804</c:v>
                </c:pt>
                <c:pt idx="2319" c:formatCode="yyyy/m/d">
                  <c:v>42803</c:v>
                </c:pt>
                <c:pt idx="2320" c:formatCode="yyyy/m/d">
                  <c:v>42802</c:v>
                </c:pt>
                <c:pt idx="2321" c:formatCode="yyyy/m/d">
                  <c:v>42801</c:v>
                </c:pt>
                <c:pt idx="2322" c:formatCode="yyyy/m/d">
                  <c:v>42800</c:v>
                </c:pt>
                <c:pt idx="2323" c:formatCode="yyyy/m/d">
                  <c:v>42797</c:v>
                </c:pt>
                <c:pt idx="2324" c:formatCode="yyyy/m/d">
                  <c:v>42796</c:v>
                </c:pt>
                <c:pt idx="2325" c:formatCode="yyyy/m/d">
                  <c:v>42795</c:v>
                </c:pt>
                <c:pt idx="2326" c:formatCode="yyyy/m/d">
                  <c:v>42794</c:v>
                </c:pt>
                <c:pt idx="2327" c:formatCode="yyyy/m/d">
                  <c:v>42793</c:v>
                </c:pt>
                <c:pt idx="2328" c:formatCode="yyyy/m/d">
                  <c:v>42790</c:v>
                </c:pt>
                <c:pt idx="2329" c:formatCode="yyyy/m/d">
                  <c:v>42789</c:v>
                </c:pt>
                <c:pt idx="2330" c:formatCode="yyyy/m/d">
                  <c:v>42788</c:v>
                </c:pt>
                <c:pt idx="2331" c:formatCode="yyyy/m/d">
                  <c:v>42787</c:v>
                </c:pt>
                <c:pt idx="2332" c:formatCode="yyyy/m/d">
                  <c:v>42786</c:v>
                </c:pt>
                <c:pt idx="2333" c:formatCode="yyyy/m/d">
                  <c:v>42783</c:v>
                </c:pt>
                <c:pt idx="2334" c:formatCode="yyyy/m/d">
                  <c:v>42782</c:v>
                </c:pt>
                <c:pt idx="2335" c:formatCode="yyyy/m/d">
                  <c:v>42781</c:v>
                </c:pt>
                <c:pt idx="2336" c:formatCode="yyyy/m/d">
                  <c:v>42780</c:v>
                </c:pt>
                <c:pt idx="2337" c:formatCode="yyyy/m/d">
                  <c:v>42779</c:v>
                </c:pt>
                <c:pt idx="2338" c:formatCode="yyyy/m/d">
                  <c:v>42776</c:v>
                </c:pt>
                <c:pt idx="2339" c:formatCode="yyyy/m/d">
                  <c:v>42775</c:v>
                </c:pt>
                <c:pt idx="2340" c:formatCode="yyyy/m/d">
                  <c:v>42774</c:v>
                </c:pt>
                <c:pt idx="2341" c:formatCode="yyyy/m/d">
                  <c:v>42773</c:v>
                </c:pt>
                <c:pt idx="2342" c:formatCode="yyyy/m/d">
                  <c:v>42772</c:v>
                </c:pt>
                <c:pt idx="2343" c:formatCode="yyyy/m/d">
                  <c:v>42769</c:v>
                </c:pt>
                <c:pt idx="2344" c:formatCode="yyyy/m/d">
                  <c:v>42768</c:v>
                </c:pt>
                <c:pt idx="2345" c:formatCode="yyyy/m/d">
                  <c:v>42767</c:v>
                </c:pt>
                <c:pt idx="2346" c:formatCode="yyyy/m/d">
                  <c:v>42766</c:v>
                </c:pt>
                <c:pt idx="2347" c:formatCode="yyyy/m/d">
                  <c:v>42765</c:v>
                </c:pt>
                <c:pt idx="2348" c:formatCode="yyyy/m/d">
                  <c:v>42762</c:v>
                </c:pt>
                <c:pt idx="2349" c:formatCode="yyyy/m/d">
                  <c:v>42761</c:v>
                </c:pt>
                <c:pt idx="2350" c:formatCode="yyyy/m/d">
                  <c:v>42760</c:v>
                </c:pt>
                <c:pt idx="2351" c:formatCode="yyyy/m/d">
                  <c:v>42759</c:v>
                </c:pt>
                <c:pt idx="2352" c:formatCode="yyyy/m/d">
                  <c:v>42758</c:v>
                </c:pt>
                <c:pt idx="2353" c:formatCode="yyyy/m/d">
                  <c:v>42755</c:v>
                </c:pt>
                <c:pt idx="2354" c:formatCode="yyyy/m/d">
                  <c:v>42754</c:v>
                </c:pt>
                <c:pt idx="2355" c:formatCode="yyyy/m/d">
                  <c:v>42753</c:v>
                </c:pt>
                <c:pt idx="2356" c:formatCode="yyyy/m/d">
                  <c:v>42752</c:v>
                </c:pt>
                <c:pt idx="2357" c:formatCode="yyyy/m/d">
                  <c:v>42751</c:v>
                </c:pt>
                <c:pt idx="2358" c:formatCode="yyyy/m/d">
                  <c:v>42748</c:v>
                </c:pt>
                <c:pt idx="2359" c:formatCode="yyyy/m/d">
                  <c:v>42747</c:v>
                </c:pt>
                <c:pt idx="2360" c:formatCode="yyyy/m/d">
                  <c:v>42746</c:v>
                </c:pt>
                <c:pt idx="2361" c:formatCode="yyyy/m/d">
                  <c:v>42745</c:v>
                </c:pt>
                <c:pt idx="2362" c:formatCode="yyyy/m/d">
                  <c:v>42744</c:v>
                </c:pt>
                <c:pt idx="2363" c:formatCode="yyyy/m/d">
                  <c:v>42741</c:v>
                </c:pt>
                <c:pt idx="2364" c:formatCode="yyyy/m/d">
                  <c:v>42740</c:v>
                </c:pt>
                <c:pt idx="2365" c:formatCode="yyyy/m/d">
                  <c:v>42739</c:v>
                </c:pt>
                <c:pt idx="2366" c:formatCode="yyyy/m/d">
                  <c:v>42738</c:v>
                </c:pt>
                <c:pt idx="2367" c:formatCode="yyyy/m/d">
                  <c:v>42737</c:v>
                </c:pt>
                <c:pt idx="2368" c:formatCode="yyyy/m/d">
                  <c:v>42734</c:v>
                </c:pt>
                <c:pt idx="2369" c:formatCode="yyyy/m/d">
                  <c:v>42733</c:v>
                </c:pt>
                <c:pt idx="2370" c:formatCode="yyyy/m/d">
                  <c:v>42732</c:v>
                </c:pt>
                <c:pt idx="2371" c:formatCode="yyyy/m/d">
                  <c:v>42731</c:v>
                </c:pt>
                <c:pt idx="2372" c:formatCode="yyyy/m/d">
                  <c:v>42730</c:v>
                </c:pt>
                <c:pt idx="2373" c:formatCode="yyyy/m/d">
                  <c:v>42727</c:v>
                </c:pt>
                <c:pt idx="2374" c:formatCode="yyyy/m/d">
                  <c:v>42726</c:v>
                </c:pt>
                <c:pt idx="2375" c:formatCode="yyyy/m/d">
                  <c:v>42725</c:v>
                </c:pt>
                <c:pt idx="2376" c:formatCode="yyyy/m/d">
                  <c:v>42724</c:v>
                </c:pt>
                <c:pt idx="2377" c:formatCode="yyyy/m/d">
                  <c:v>42723</c:v>
                </c:pt>
                <c:pt idx="2378" c:formatCode="yyyy/m/d">
                  <c:v>42720</c:v>
                </c:pt>
                <c:pt idx="2379" c:formatCode="yyyy/m/d">
                  <c:v>42719</c:v>
                </c:pt>
                <c:pt idx="2380" c:formatCode="yyyy/m/d">
                  <c:v>42718</c:v>
                </c:pt>
                <c:pt idx="2381" c:formatCode="yyyy/m/d">
                  <c:v>42717</c:v>
                </c:pt>
                <c:pt idx="2382" c:formatCode="yyyy/m/d">
                  <c:v>42716</c:v>
                </c:pt>
                <c:pt idx="2383" c:formatCode="yyyy/m/d">
                  <c:v>42713</c:v>
                </c:pt>
                <c:pt idx="2384" c:formatCode="yyyy/m/d">
                  <c:v>42712</c:v>
                </c:pt>
                <c:pt idx="2385" c:formatCode="yyyy/m/d">
                  <c:v>42711</c:v>
                </c:pt>
                <c:pt idx="2386" c:formatCode="yyyy/m/d">
                  <c:v>42710</c:v>
                </c:pt>
                <c:pt idx="2387" c:formatCode="yyyy/m/d">
                  <c:v>42709</c:v>
                </c:pt>
                <c:pt idx="2388" c:formatCode="yyyy/m/d">
                  <c:v>42706</c:v>
                </c:pt>
                <c:pt idx="2389" c:formatCode="yyyy/m/d">
                  <c:v>42705</c:v>
                </c:pt>
                <c:pt idx="2390" c:formatCode="yyyy/m/d">
                  <c:v>42704</c:v>
                </c:pt>
                <c:pt idx="2391" c:formatCode="yyyy/m/d">
                  <c:v>42703</c:v>
                </c:pt>
                <c:pt idx="2392" c:formatCode="yyyy/m/d">
                  <c:v>42702</c:v>
                </c:pt>
                <c:pt idx="2393" c:formatCode="yyyy/m/d">
                  <c:v>42699</c:v>
                </c:pt>
                <c:pt idx="2394" c:formatCode="yyyy/m/d">
                  <c:v>42698</c:v>
                </c:pt>
                <c:pt idx="2395" c:formatCode="yyyy/m/d">
                  <c:v>42697</c:v>
                </c:pt>
                <c:pt idx="2396" c:formatCode="yyyy/m/d">
                  <c:v>42696</c:v>
                </c:pt>
                <c:pt idx="2397" c:formatCode="yyyy/m/d">
                  <c:v>42695</c:v>
                </c:pt>
                <c:pt idx="2398" c:formatCode="yyyy/m/d">
                  <c:v>42692</c:v>
                </c:pt>
                <c:pt idx="2399" c:formatCode="yyyy/m/d">
                  <c:v>42691</c:v>
                </c:pt>
                <c:pt idx="2400" c:formatCode="yyyy/m/d">
                  <c:v>42690</c:v>
                </c:pt>
                <c:pt idx="2401" c:formatCode="yyyy/m/d">
                  <c:v>42689</c:v>
                </c:pt>
                <c:pt idx="2402" c:formatCode="yyyy/m/d">
                  <c:v>42688</c:v>
                </c:pt>
                <c:pt idx="2403" c:formatCode="yyyy/m/d">
                  <c:v>42685</c:v>
                </c:pt>
                <c:pt idx="2404" c:formatCode="yyyy/m/d">
                  <c:v>42684</c:v>
                </c:pt>
                <c:pt idx="2405" c:formatCode="yyyy/m/d">
                  <c:v>42683</c:v>
                </c:pt>
                <c:pt idx="2406" c:formatCode="yyyy/m/d">
                  <c:v>42682</c:v>
                </c:pt>
                <c:pt idx="2407" c:formatCode="yyyy/m/d">
                  <c:v>42681</c:v>
                </c:pt>
                <c:pt idx="2408" c:formatCode="yyyy/m/d">
                  <c:v>42678</c:v>
                </c:pt>
                <c:pt idx="2409" c:formatCode="yyyy/m/d">
                  <c:v>42677</c:v>
                </c:pt>
                <c:pt idx="2410" c:formatCode="yyyy/m/d">
                  <c:v>42676</c:v>
                </c:pt>
                <c:pt idx="2411" c:formatCode="yyyy/m/d">
                  <c:v>42675</c:v>
                </c:pt>
                <c:pt idx="2412" c:formatCode="yyyy/m/d">
                  <c:v>42674</c:v>
                </c:pt>
                <c:pt idx="2413" c:formatCode="yyyy/m/d">
                  <c:v>42671</c:v>
                </c:pt>
                <c:pt idx="2414" c:formatCode="yyyy/m/d">
                  <c:v>42670</c:v>
                </c:pt>
                <c:pt idx="2415" c:formatCode="yyyy/m/d">
                  <c:v>42669</c:v>
                </c:pt>
                <c:pt idx="2416" c:formatCode="yyyy/m/d">
                  <c:v>42668</c:v>
                </c:pt>
                <c:pt idx="2417" c:formatCode="yyyy/m/d">
                  <c:v>42667</c:v>
                </c:pt>
                <c:pt idx="2418" c:formatCode="yyyy/m/d">
                  <c:v>42664</c:v>
                </c:pt>
                <c:pt idx="2419" c:formatCode="yyyy/m/d">
                  <c:v>42663</c:v>
                </c:pt>
                <c:pt idx="2420" c:formatCode="yyyy/m/d">
                  <c:v>42662</c:v>
                </c:pt>
                <c:pt idx="2421" c:formatCode="yyyy/m/d">
                  <c:v>42661</c:v>
                </c:pt>
                <c:pt idx="2422" c:formatCode="yyyy/m/d">
                  <c:v>42660</c:v>
                </c:pt>
                <c:pt idx="2423" c:formatCode="yyyy/m/d">
                  <c:v>42657</c:v>
                </c:pt>
                <c:pt idx="2424" c:formatCode="yyyy/m/d">
                  <c:v>42656</c:v>
                </c:pt>
                <c:pt idx="2425" c:formatCode="yyyy/m/d">
                  <c:v>42655</c:v>
                </c:pt>
                <c:pt idx="2426" c:formatCode="yyyy/m/d">
                  <c:v>42654</c:v>
                </c:pt>
                <c:pt idx="2427" c:formatCode="yyyy/m/d">
                  <c:v>42653</c:v>
                </c:pt>
                <c:pt idx="2428" c:formatCode="yyyy/m/d">
                  <c:v>42650</c:v>
                </c:pt>
                <c:pt idx="2429" c:formatCode="yyyy/m/d">
                  <c:v>42649</c:v>
                </c:pt>
                <c:pt idx="2430" c:formatCode="yyyy/m/d">
                  <c:v>42648</c:v>
                </c:pt>
                <c:pt idx="2431" c:formatCode="yyyy/m/d">
                  <c:v>42647</c:v>
                </c:pt>
                <c:pt idx="2432" c:formatCode="yyyy/m/d">
                  <c:v>42646</c:v>
                </c:pt>
                <c:pt idx="2433" c:formatCode="yyyy/m/d">
                  <c:v>42643</c:v>
                </c:pt>
                <c:pt idx="2434" c:formatCode="yyyy/m/d">
                  <c:v>42642</c:v>
                </c:pt>
                <c:pt idx="2435" c:formatCode="yyyy/m/d">
                  <c:v>42641</c:v>
                </c:pt>
                <c:pt idx="2436" c:formatCode="yyyy/m/d">
                  <c:v>42640</c:v>
                </c:pt>
                <c:pt idx="2437" c:formatCode="yyyy/m/d">
                  <c:v>42639</c:v>
                </c:pt>
                <c:pt idx="2438" c:formatCode="yyyy/m/d">
                  <c:v>42636</c:v>
                </c:pt>
                <c:pt idx="2439" c:formatCode="yyyy/m/d">
                  <c:v>42635</c:v>
                </c:pt>
                <c:pt idx="2440" c:formatCode="yyyy/m/d">
                  <c:v>42634</c:v>
                </c:pt>
                <c:pt idx="2441" c:formatCode="yyyy/m/d">
                  <c:v>42633</c:v>
                </c:pt>
                <c:pt idx="2442" c:formatCode="yyyy/m/d">
                  <c:v>42632</c:v>
                </c:pt>
                <c:pt idx="2443" c:formatCode="yyyy/m/d">
                  <c:v>42629</c:v>
                </c:pt>
                <c:pt idx="2444" c:formatCode="yyyy/m/d">
                  <c:v>42628</c:v>
                </c:pt>
                <c:pt idx="2445" c:formatCode="yyyy/m/d">
                  <c:v>42627</c:v>
                </c:pt>
                <c:pt idx="2446" c:formatCode="yyyy/m/d">
                  <c:v>42626</c:v>
                </c:pt>
                <c:pt idx="2447" c:formatCode="yyyy/m/d">
                  <c:v>42625</c:v>
                </c:pt>
                <c:pt idx="2448" c:formatCode="yyyy/m/d">
                  <c:v>42622</c:v>
                </c:pt>
                <c:pt idx="2449" c:formatCode="yyyy/m/d">
                  <c:v>42621</c:v>
                </c:pt>
                <c:pt idx="2450" c:formatCode="yyyy/m/d">
                  <c:v>42620</c:v>
                </c:pt>
                <c:pt idx="2451" c:formatCode="yyyy/m/d">
                  <c:v>42619</c:v>
                </c:pt>
                <c:pt idx="2452" c:formatCode="yyyy/m/d">
                  <c:v>42618</c:v>
                </c:pt>
                <c:pt idx="2453" c:formatCode="yyyy/m/d">
                  <c:v>42615</c:v>
                </c:pt>
                <c:pt idx="2454" c:formatCode="yyyy/m/d">
                  <c:v>42614</c:v>
                </c:pt>
                <c:pt idx="2455" c:formatCode="yyyy/m/d">
                  <c:v>42613</c:v>
                </c:pt>
                <c:pt idx="2456" c:formatCode="yyyy/m/d">
                  <c:v>42612</c:v>
                </c:pt>
                <c:pt idx="2457" c:formatCode="yyyy/m/d">
                  <c:v>42611</c:v>
                </c:pt>
                <c:pt idx="2458" c:formatCode="yyyy/m/d">
                  <c:v>42608</c:v>
                </c:pt>
                <c:pt idx="2459" c:formatCode="yyyy/m/d">
                  <c:v>42607</c:v>
                </c:pt>
                <c:pt idx="2460" c:formatCode="yyyy/m/d">
                  <c:v>42606</c:v>
                </c:pt>
                <c:pt idx="2461" c:formatCode="yyyy/m/d">
                  <c:v>42605</c:v>
                </c:pt>
                <c:pt idx="2462" c:formatCode="yyyy/m/d">
                  <c:v>42604</c:v>
                </c:pt>
                <c:pt idx="2463" c:formatCode="yyyy/m/d">
                  <c:v>42601</c:v>
                </c:pt>
                <c:pt idx="2464" c:formatCode="yyyy/m/d">
                  <c:v>42600</c:v>
                </c:pt>
                <c:pt idx="2465" c:formatCode="yyyy/m/d">
                  <c:v>42599</c:v>
                </c:pt>
                <c:pt idx="2466" c:formatCode="yyyy/m/d">
                  <c:v>42598</c:v>
                </c:pt>
                <c:pt idx="2467" c:formatCode="yyyy/m/d">
                  <c:v>42597</c:v>
                </c:pt>
                <c:pt idx="2468" c:formatCode="yyyy/m/d">
                  <c:v>42594</c:v>
                </c:pt>
                <c:pt idx="2469" c:formatCode="yyyy/m/d">
                  <c:v>42593</c:v>
                </c:pt>
                <c:pt idx="2470" c:formatCode="yyyy/m/d">
                  <c:v>42592</c:v>
                </c:pt>
                <c:pt idx="2471" c:formatCode="yyyy/m/d">
                  <c:v>42591</c:v>
                </c:pt>
                <c:pt idx="2472" c:formatCode="yyyy/m/d">
                  <c:v>42590</c:v>
                </c:pt>
                <c:pt idx="2473" c:formatCode="yyyy/m/d">
                  <c:v>42587</c:v>
                </c:pt>
                <c:pt idx="2474" c:formatCode="yyyy/m/d">
                  <c:v>42586</c:v>
                </c:pt>
                <c:pt idx="2475" c:formatCode="yyyy/m/d">
                  <c:v>42585</c:v>
                </c:pt>
                <c:pt idx="2476" c:formatCode="yyyy/m/d">
                  <c:v>42584</c:v>
                </c:pt>
                <c:pt idx="2477" c:formatCode="yyyy/m/d">
                  <c:v>42583</c:v>
                </c:pt>
                <c:pt idx="2478" c:formatCode="yyyy/m/d">
                  <c:v>42580</c:v>
                </c:pt>
                <c:pt idx="2479" c:formatCode="yyyy/m/d">
                  <c:v>42579</c:v>
                </c:pt>
                <c:pt idx="2480" c:formatCode="yyyy/m/d">
                  <c:v>42578</c:v>
                </c:pt>
                <c:pt idx="2481" c:formatCode="yyyy/m/d">
                  <c:v>42577</c:v>
                </c:pt>
                <c:pt idx="2482" c:formatCode="yyyy/m/d">
                  <c:v>42576</c:v>
                </c:pt>
                <c:pt idx="2483" c:formatCode="yyyy/m/d">
                  <c:v>42573</c:v>
                </c:pt>
                <c:pt idx="2484" c:formatCode="yyyy/m/d">
                  <c:v>42572</c:v>
                </c:pt>
                <c:pt idx="2485" c:formatCode="yyyy/m/d">
                  <c:v>42571</c:v>
                </c:pt>
                <c:pt idx="2486" c:formatCode="yyyy/m/d">
                  <c:v>42570</c:v>
                </c:pt>
                <c:pt idx="2487" c:formatCode="yyyy/m/d">
                  <c:v>42569</c:v>
                </c:pt>
                <c:pt idx="2488" c:formatCode="yyyy/m/d">
                  <c:v>42566</c:v>
                </c:pt>
                <c:pt idx="2489" c:formatCode="yyyy/m/d">
                  <c:v>42565</c:v>
                </c:pt>
                <c:pt idx="2490" c:formatCode="yyyy/m/d">
                  <c:v>42564</c:v>
                </c:pt>
                <c:pt idx="2491" c:formatCode="yyyy/m/d">
                  <c:v>42563</c:v>
                </c:pt>
                <c:pt idx="2492" c:formatCode="yyyy/m/d">
                  <c:v>42562</c:v>
                </c:pt>
                <c:pt idx="2493" c:formatCode="yyyy/m/d">
                  <c:v>42559</c:v>
                </c:pt>
                <c:pt idx="2494" c:formatCode="yyyy/m/d">
                  <c:v>42558</c:v>
                </c:pt>
                <c:pt idx="2495" c:formatCode="yyyy/m/d">
                  <c:v>42557</c:v>
                </c:pt>
                <c:pt idx="2496" c:formatCode="yyyy/m/d">
                  <c:v>42556</c:v>
                </c:pt>
                <c:pt idx="2497" c:formatCode="yyyy/m/d">
                  <c:v>42555</c:v>
                </c:pt>
                <c:pt idx="2498" c:formatCode="yyyy/m/d">
                  <c:v>42552</c:v>
                </c:pt>
                <c:pt idx="2499" c:formatCode="yyyy/m/d">
                  <c:v>42551</c:v>
                </c:pt>
                <c:pt idx="2500" c:formatCode="yyyy/m/d">
                  <c:v>42550</c:v>
                </c:pt>
                <c:pt idx="2501" c:formatCode="yyyy/m/d">
                  <c:v>42549</c:v>
                </c:pt>
                <c:pt idx="2502" c:formatCode="yyyy/m/d">
                  <c:v>42548</c:v>
                </c:pt>
                <c:pt idx="2503" c:formatCode="yyyy/m/d">
                  <c:v>42545</c:v>
                </c:pt>
                <c:pt idx="2504" c:formatCode="yyyy/m/d">
                  <c:v>42544</c:v>
                </c:pt>
                <c:pt idx="2505" c:formatCode="yyyy/m/d">
                  <c:v>42543</c:v>
                </c:pt>
                <c:pt idx="2506" c:formatCode="yyyy/m/d">
                  <c:v>42542</c:v>
                </c:pt>
                <c:pt idx="2507" c:formatCode="yyyy/m/d">
                  <c:v>42541</c:v>
                </c:pt>
                <c:pt idx="2508" c:formatCode="yyyy/m/d">
                  <c:v>42538</c:v>
                </c:pt>
                <c:pt idx="2509" c:formatCode="yyyy/m/d">
                  <c:v>42537</c:v>
                </c:pt>
                <c:pt idx="2510" c:formatCode="yyyy/m/d">
                  <c:v>42536</c:v>
                </c:pt>
                <c:pt idx="2511" c:formatCode="yyyy/m/d">
                  <c:v>42535</c:v>
                </c:pt>
                <c:pt idx="2512" c:formatCode="yyyy/m/d">
                  <c:v>42534</c:v>
                </c:pt>
                <c:pt idx="2513" c:formatCode="yyyy/m/d">
                  <c:v>42531</c:v>
                </c:pt>
                <c:pt idx="2514" c:formatCode="yyyy/m/d">
                  <c:v>42530</c:v>
                </c:pt>
                <c:pt idx="2515" c:formatCode="yyyy/m/d">
                  <c:v>42529</c:v>
                </c:pt>
                <c:pt idx="2516" c:formatCode="yyyy/m/d">
                  <c:v>42528</c:v>
                </c:pt>
                <c:pt idx="2517" c:formatCode="yyyy/m/d">
                  <c:v>42527</c:v>
                </c:pt>
                <c:pt idx="2518" c:formatCode="yyyy/m/d">
                  <c:v>42524</c:v>
                </c:pt>
                <c:pt idx="2519" c:formatCode="yyyy/m/d">
                  <c:v>42523</c:v>
                </c:pt>
                <c:pt idx="2520" c:formatCode="yyyy/m/d">
                  <c:v>42522</c:v>
                </c:pt>
                <c:pt idx="2521" c:formatCode="yyyy/m/d">
                  <c:v>42521</c:v>
                </c:pt>
                <c:pt idx="2522" c:formatCode="yyyy/m/d">
                  <c:v>42520</c:v>
                </c:pt>
                <c:pt idx="2523" c:formatCode="yyyy/m/d">
                  <c:v>42517</c:v>
                </c:pt>
                <c:pt idx="2524" c:formatCode="yyyy/m/d">
                  <c:v>42516</c:v>
                </c:pt>
                <c:pt idx="2525" c:formatCode="yyyy/m/d">
                  <c:v>42515</c:v>
                </c:pt>
                <c:pt idx="2526" c:formatCode="yyyy/m/d">
                  <c:v>42514</c:v>
                </c:pt>
                <c:pt idx="2527" c:formatCode="yyyy/m/d">
                  <c:v>42513</c:v>
                </c:pt>
                <c:pt idx="2528" c:formatCode="yyyy/m/d">
                  <c:v>42510</c:v>
                </c:pt>
                <c:pt idx="2529" c:formatCode="yyyy/m/d">
                  <c:v>42509</c:v>
                </c:pt>
                <c:pt idx="2530" c:formatCode="yyyy/m/d">
                  <c:v>42508</c:v>
                </c:pt>
                <c:pt idx="2531" c:formatCode="yyyy/m/d">
                  <c:v>42507</c:v>
                </c:pt>
                <c:pt idx="2532" c:formatCode="yyyy/m/d">
                  <c:v>42506</c:v>
                </c:pt>
                <c:pt idx="2533" c:formatCode="yyyy/m/d">
                  <c:v>42503</c:v>
                </c:pt>
                <c:pt idx="2534" c:formatCode="yyyy/m/d">
                  <c:v>42502</c:v>
                </c:pt>
                <c:pt idx="2535" c:formatCode="yyyy/m/d">
                  <c:v>42501</c:v>
                </c:pt>
                <c:pt idx="2536" c:formatCode="yyyy/m/d">
                  <c:v>42500</c:v>
                </c:pt>
                <c:pt idx="2537" c:formatCode="yyyy/m/d">
                  <c:v>42499</c:v>
                </c:pt>
                <c:pt idx="2538" c:formatCode="yyyy/m/d">
                  <c:v>42496</c:v>
                </c:pt>
                <c:pt idx="2539" c:formatCode="yyyy/m/d">
                  <c:v>42495</c:v>
                </c:pt>
                <c:pt idx="2540" c:formatCode="yyyy/m/d">
                  <c:v>42494</c:v>
                </c:pt>
                <c:pt idx="2541" c:formatCode="yyyy/m/d">
                  <c:v>42493</c:v>
                </c:pt>
                <c:pt idx="2542" c:formatCode="yyyy/m/d">
                  <c:v>42492</c:v>
                </c:pt>
                <c:pt idx="2543" c:formatCode="yyyy/m/d">
                  <c:v>42489</c:v>
                </c:pt>
                <c:pt idx="2544" c:formatCode="yyyy/m/d">
                  <c:v>42488</c:v>
                </c:pt>
                <c:pt idx="2545" c:formatCode="yyyy/m/d">
                  <c:v>42487</c:v>
                </c:pt>
                <c:pt idx="2546" c:formatCode="yyyy/m/d">
                  <c:v>42486</c:v>
                </c:pt>
                <c:pt idx="2547" c:formatCode="yyyy/m/d">
                  <c:v>42485</c:v>
                </c:pt>
                <c:pt idx="2548" c:formatCode="yyyy/m/d">
                  <c:v>42482</c:v>
                </c:pt>
                <c:pt idx="2549" c:formatCode="yyyy/m/d">
                  <c:v>42481</c:v>
                </c:pt>
                <c:pt idx="2550" c:formatCode="yyyy/m/d">
                  <c:v>42480</c:v>
                </c:pt>
                <c:pt idx="2551" c:formatCode="yyyy/m/d">
                  <c:v>42479</c:v>
                </c:pt>
                <c:pt idx="2552" c:formatCode="yyyy/m/d">
                  <c:v>42478</c:v>
                </c:pt>
                <c:pt idx="2553" c:formatCode="yyyy/m/d">
                  <c:v>42475</c:v>
                </c:pt>
                <c:pt idx="2554" c:formatCode="yyyy/m/d">
                  <c:v>42474</c:v>
                </c:pt>
                <c:pt idx="2555" c:formatCode="yyyy/m/d">
                  <c:v>42473</c:v>
                </c:pt>
                <c:pt idx="2556" c:formatCode="yyyy/m/d">
                  <c:v>42472</c:v>
                </c:pt>
                <c:pt idx="2557" c:formatCode="yyyy/m/d">
                  <c:v>42471</c:v>
                </c:pt>
                <c:pt idx="2558" c:formatCode="yyyy/m/d">
                  <c:v>42468</c:v>
                </c:pt>
                <c:pt idx="2559" c:formatCode="yyyy/m/d">
                  <c:v>42467</c:v>
                </c:pt>
                <c:pt idx="2560" c:formatCode="yyyy/m/d">
                  <c:v>42466</c:v>
                </c:pt>
                <c:pt idx="2561" c:formatCode="yyyy/m/d">
                  <c:v>42465</c:v>
                </c:pt>
                <c:pt idx="2562" c:formatCode="yyyy/m/d">
                  <c:v>42464</c:v>
                </c:pt>
                <c:pt idx="2563" c:formatCode="yyyy/m/d">
                  <c:v>42461</c:v>
                </c:pt>
                <c:pt idx="2564" c:formatCode="yyyy/m/d">
                  <c:v>42460</c:v>
                </c:pt>
                <c:pt idx="2565" c:formatCode="yyyy/m/d">
                  <c:v>42459</c:v>
                </c:pt>
                <c:pt idx="2566" c:formatCode="yyyy/m/d">
                  <c:v>42458</c:v>
                </c:pt>
                <c:pt idx="2567" c:formatCode="yyyy/m/d">
                  <c:v>42457</c:v>
                </c:pt>
                <c:pt idx="2568" c:formatCode="yyyy/m/d">
                  <c:v>42454</c:v>
                </c:pt>
                <c:pt idx="2569" c:formatCode="yyyy/m/d">
                  <c:v>42453</c:v>
                </c:pt>
                <c:pt idx="2570" c:formatCode="yyyy/m/d">
                  <c:v>42452</c:v>
                </c:pt>
                <c:pt idx="2571" c:formatCode="yyyy/m/d">
                  <c:v>42451</c:v>
                </c:pt>
                <c:pt idx="2572" c:formatCode="yyyy/m/d">
                  <c:v>42450</c:v>
                </c:pt>
                <c:pt idx="2573" c:formatCode="yyyy/m/d">
                  <c:v>42447</c:v>
                </c:pt>
                <c:pt idx="2574" c:formatCode="yyyy/m/d">
                  <c:v>42446</c:v>
                </c:pt>
                <c:pt idx="2575" c:formatCode="yyyy/m/d">
                  <c:v>42445</c:v>
                </c:pt>
                <c:pt idx="2576" c:formatCode="yyyy/m/d">
                  <c:v>42444</c:v>
                </c:pt>
                <c:pt idx="2577" c:formatCode="yyyy/m/d">
                  <c:v>42443</c:v>
                </c:pt>
                <c:pt idx="2578" c:formatCode="yyyy/m/d">
                  <c:v>42440</c:v>
                </c:pt>
                <c:pt idx="2579" c:formatCode="yyyy/m/d">
                  <c:v>42439</c:v>
                </c:pt>
                <c:pt idx="2580" c:formatCode="yyyy/m/d">
                  <c:v>42438</c:v>
                </c:pt>
                <c:pt idx="2581" c:formatCode="yyyy/m/d">
                  <c:v>42437</c:v>
                </c:pt>
                <c:pt idx="2582" c:formatCode="yyyy/m/d">
                  <c:v>42436</c:v>
                </c:pt>
                <c:pt idx="2583" c:formatCode="yyyy/m/d">
                  <c:v>42433</c:v>
                </c:pt>
                <c:pt idx="2584" c:formatCode="yyyy/m/d">
                  <c:v>42432</c:v>
                </c:pt>
                <c:pt idx="2585" c:formatCode="yyyy/m/d">
                  <c:v>42431</c:v>
                </c:pt>
                <c:pt idx="2586" c:formatCode="yyyy/m/d">
                  <c:v>42430</c:v>
                </c:pt>
                <c:pt idx="2587" c:formatCode="yyyy/m/d">
                  <c:v>42429</c:v>
                </c:pt>
                <c:pt idx="2588" c:formatCode="yyyy/m/d">
                  <c:v>42426</c:v>
                </c:pt>
                <c:pt idx="2589" c:formatCode="yyyy/m/d">
                  <c:v>42425</c:v>
                </c:pt>
                <c:pt idx="2590" c:formatCode="yyyy/m/d">
                  <c:v>42424</c:v>
                </c:pt>
                <c:pt idx="2591" c:formatCode="yyyy/m/d">
                  <c:v>42423</c:v>
                </c:pt>
                <c:pt idx="2592" c:formatCode="yyyy/m/d">
                  <c:v>42422</c:v>
                </c:pt>
                <c:pt idx="2593" c:formatCode="yyyy/m/d">
                  <c:v>42419</c:v>
                </c:pt>
                <c:pt idx="2594" c:formatCode="yyyy/m/d">
                  <c:v>42418</c:v>
                </c:pt>
                <c:pt idx="2595" c:formatCode="yyyy/m/d">
                  <c:v>42417</c:v>
                </c:pt>
                <c:pt idx="2596" c:formatCode="yyyy/m/d">
                  <c:v>42416</c:v>
                </c:pt>
                <c:pt idx="2597" c:formatCode="yyyy/m/d">
                  <c:v>42415</c:v>
                </c:pt>
                <c:pt idx="2598" c:formatCode="yyyy/m/d">
                  <c:v>42412</c:v>
                </c:pt>
                <c:pt idx="2599" c:formatCode="yyyy/m/d">
                  <c:v>42411</c:v>
                </c:pt>
                <c:pt idx="2600" c:formatCode="yyyy/m/d">
                  <c:v>42410</c:v>
                </c:pt>
                <c:pt idx="2601" c:formatCode="yyyy/m/d">
                  <c:v>42409</c:v>
                </c:pt>
                <c:pt idx="2602" c:formatCode="yyyy/m/d">
                  <c:v>42408</c:v>
                </c:pt>
                <c:pt idx="2603" c:formatCode="yyyy/m/d">
                  <c:v>42405</c:v>
                </c:pt>
                <c:pt idx="2604" c:formatCode="yyyy/m/d">
                  <c:v>42404</c:v>
                </c:pt>
                <c:pt idx="2605" c:formatCode="yyyy/m/d">
                  <c:v>42403</c:v>
                </c:pt>
                <c:pt idx="2606" c:formatCode="yyyy/m/d">
                  <c:v>42402</c:v>
                </c:pt>
                <c:pt idx="2607" c:formatCode="yyyy/m/d">
                  <c:v>42401</c:v>
                </c:pt>
                <c:pt idx="2608" c:formatCode="yyyy/m/d">
                  <c:v>42398</c:v>
                </c:pt>
                <c:pt idx="2609" c:formatCode="yyyy/m/d">
                  <c:v>42397</c:v>
                </c:pt>
                <c:pt idx="2610" c:formatCode="yyyy/m/d">
                  <c:v>42396</c:v>
                </c:pt>
                <c:pt idx="2611" c:formatCode="yyyy/m/d">
                  <c:v>42395</c:v>
                </c:pt>
                <c:pt idx="2612" c:formatCode="yyyy/m/d">
                  <c:v>42394</c:v>
                </c:pt>
                <c:pt idx="2613" c:formatCode="yyyy/m/d">
                  <c:v>42391</c:v>
                </c:pt>
                <c:pt idx="2614" c:formatCode="yyyy/m/d">
                  <c:v>42390</c:v>
                </c:pt>
                <c:pt idx="2615" c:formatCode="yyyy/m/d">
                  <c:v>42389</c:v>
                </c:pt>
                <c:pt idx="2616" c:formatCode="yyyy/m/d">
                  <c:v>42388</c:v>
                </c:pt>
                <c:pt idx="2617" c:formatCode="yyyy/m/d">
                  <c:v>42387</c:v>
                </c:pt>
                <c:pt idx="2618" c:formatCode="yyyy/m/d">
                  <c:v>42384</c:v>
                </c:pt>
                <c:pt idx="2619" c:formatCode="yyyy/m/d">
                  <c:v>42383</c:v>
                </c:pt>
                <c:pt idx="2620" c:formatCode="yyyy/m/d">
                  <c:v>42382</c:v>
                </c:pt>
                <c:pt idx="2621" c:formatCode="yyyy/m/d">
                  <c:v>42381</c:v>
                </c:pt>
                <c:pt idx="2622" c:formatCode="yyyy/m/d">
                  <c:v>42380</c:v>
                </c:pt>
                <c:pt idx="2623" c:formatCode="yyyy/m/d">
                  <c:v>42377</c:v>
                </c:pt>
                <c:pt idx="2624" c:formatCode="yyyy/m/d">
                  <c:v>42376</c:v>
                </c:pt>
                <c:pt idx="2625" c:formatCode="yyyy/m/d">
                  <c:v>42375</c:v>
                </c:pt>
                <c:pt idx="2626" c:formatCode="yyyy/m/d">
                  <c:v>42374</c:v>
                </c:pt>
                <c:pt idx="2627" c:formatCode="yyyy/m/d">
                  <c:v>42373</c:v>
                </c:pt>
                <c:pt idx="2628" c:formatCode="yyyy/m/d">
                  <c:v>42370</c:v>
                </c:pt>
                <c:pt idx="2629" c:formatCode="yyyy/m/d">
                  <c:v>42369</c:v>
                </c:pt>
                <c:pt idx="2630" c:formatCode="yyyy/m/d">
                  <c:v>42368</c:v>
                </c:pt>
                <c:pt idx="2631" c:formatCode="yyyy/m/d">
                  <c:v>42367</c:v>
                </c:pt>
                <c:pt idx="2632" c:formatCode="yyyy/m/d">
                  <c:v>42366</c:v>
                </c:pt>
                <c:pt idx="2633" c:formatCode="yyyy/m/d">
                  <c:v>42363</c:v>
                </c:pt>
                <c:pt idx="2634" c:formatCode="yyyy/m/d">
                  <c:v>42362</c:v>
                </c:pt>
                <c:pt idx="2635" c:formatCode="yyyy/m/d">
                  <c:v>42361</c:v>
                </c:pt>
                <c:pt idx="2636" c:formatCode="yyyy/m/d">
                  <c:v>42360</c:v>
                </c:pt>
                <c:pt idx="2637" c:formatCode="yyyy/m/d">
                  <c:v>42359</c:v>
                </c:pt>
                <c:pt idx="2638" c:formatCode="yyyy/m/d">
                  <c:v>42356</c:v>
                </c:pt>
                <c:pt idx="2639" c:formatCode="yyyy/m/d">
                  <c:v>42355</c:v>
                </c:pt>
                <c:pt idx="2640" c:formatCode="yyyy/m/d">
                  <c:v>42354</c:v>
                </c:pt>
                <c:pt idx="2641" c:formatCode="yyyy/m/d">
                  <c:v>42353</c:v>
                </c:pt>
                <c:pt idx="2642" c:formatCode="yyyy/m/d">
                  <c:v>42352</c:v>
                </c:pt>
                <c:pt idx="2643" c:formatCode="yyyy/m/d">
                  <c:v>42349</c:v>
                </c:pt>
                <c:pt idx="2644" c:formatCode="yyyy/m/d">
                  <c:v>42348</c:v>
                </c:pt>
                <c:pt idx="2645" c:formatCode="yyyy/m/d">
                  <c:v>42347</c:v>
                </c:pt>
                <c:pt idx="2646" c:formatCode="yyyy/m/d">
                  <c:v>42346</c:v>
                </c:pt>
                <c:pt idx="2647" c:formatCode="yyyy/m/d">
                  <c:v>42345</c:v>
                </c:pt>
                <c:pt idx="2648" c:formatCode="yyyy/m/d">
                  <c:v>42342</c:v>
                </c:pt>
                <c:pt idx="2649" c:formatCode="yyyy/m/d">
                  <c:v>42341</c:v>
                </c:pt>
                <c:pt idx="2650" c:formatCode="yyyy/m/d">
                  <c:v>42340</c:v>
                </c:pt>
                <c:pt idx="2651" c:formatCode="yyyy/m/d">
                  <c:v>42339</c:v>
                </c:pt>
                <c:pt idx="2652" c:formatCode="yyyy/m/d">
                  <c:v>42338</c:v>
                </c:pt>
                <c:pt idx="2653" c:formatCode="yyyy/m/d">
                  <c:v>42335</c:v>
                </c:pt>
                <c:pt idx="2654" c:formatCode="yyyy/m/d">
                  <c:v>42334</c:v>
                </c:pt>
                <c:pt idx="2655" c:formatCode="yyyy/m/d">
                  <c:v>42333</c:v>
                </c:pt>
                <c:pt idx="2656" c:formatCode="yyyy/m/d">
                  <c:v>42332</c:v>
                </c:pt>
                <c:pt idx="2657" c:formatCode="yyyy/m/d">
                  <c:v>42331</c:v>
                </c:pt>
                <c:pt idx="2658" c:formatCode="yyyy/m/d">
                  <c:v>42328</c:v>
                </c:pt>
                <c:pt idx="2659" c:formatCode="yyyy/m/d">
                  <c:v>42327</c:v>
                </c:pt>
                <c:pt idx="2660" c:formatCode="yyyy/m/d">
                  <c:v>42326</c:v>
                </c:pt>
                <c:pt idx="2661" c:formatCode="yyyy/m/d">
                  <c:v>42325</c:v>
                </c:pt>
                <c:pt idx="2662" c:formatCode="yyyy/m/d">
                  <c:v>42324</c:v>
                </c:pt>
                <c:pt idx="2663" c:formatCode="yyyy/m/d">
                  <c:v>42321</c:v>
                </c:pt>
                <c:pt idx="2664" c:formatCode="yyyy/m/d">
                  <c:v>42320</c:v>
                </c:pt>
                <c:pt idx="2665" c:formatCode="yyyy/m/d">
                  <c:v>42319</c:v>
                </c:pt>
                <c:pt idx="2666" c:formatCode="yyyy/m/d">
                  <c:v>42318</c:v>
                </c:pt>
                <c:pt idx="2667" c:formatCode="yyyy/m/d">
                  <c:v>42317</c:v>
                </c:pt>
                <c:pt idx="2668" c:formatCode="yyyy/m/d">
                  <c:v>42314</c:v>
                </c:pt>
                <c:pt idx="2669" c:formatCode="yyyy/m/d">
                  <c:v>42313</c:v>
                </c:pt>
                <c:pt idx="2670" c:formatCode="yyyy/m/d">
                  <c:v>42312</c:v>
                </c:pt>
                <c:pt idx="2671" c:formatCode="yyyy/m/d">
                  <c:v>42311</c:v>
                </c:pt>
                <c:pt idx="2672" c:formatCode="yyyy/m/d">
                  <c:v>42310</c:v>
                </c:pt>
                <c:pt idx="2673" c:formatCode="yyyy/m/d">
                  <c:v>42307</c:v>
                </c:pt>
                <c:pt idx="2674" c:formatCode="yyyy/m/d">
                  <c:v>42306</c:v>
                </c:pt>
                <c:pt idx="2675" c:formatCode="yyyy/m/d">
                  <c:v>42305</c:v>
                </c:pt>
                <c:pt idx="2676" c:formatCode="yyyy/m/d">
                  <c:v>42304</c:v>
                </c:pt>
                <c:pt idx="2677" c:formatCode="yyyy/m/d">
                  <c:v>42303</c:v>
                </c:pt>
                <c:pt idx="2678" c:formatCode="yyyy/m/d">
                  <c:v>42300</c:v>
                </c:pt>
                <c:pt idx="2679" c:formatCode="yyyy/m/d">
                  <c:v>42299</c:v>
                </c:pt>
                <c:pt idx="2680" c:formatCode="yyyy/m/d">
                  <c:v>42298</c:v>
                </c:pt>
                <c:pt idx="2681" c:formatCode="yyyy/m/d">
                  <c:v>42297</c:v>
                </c:pt>
                <c:pt idx="2682" c:formatCode="yyyy/m/d">
                  <c:v>42296</c:v>
                </c:pt>
                <c:pt idx="2683" c:formatCode="yyyy/m/d">
                  <c:v>42293</c:v>
                </c:pt>
                <c:pt idx="2684" c:formatCode="yyyy/m/d">
                  <c:v>42292</c:v>
                </c:pt>
                <c:pt idx="2685" c:formatCode="yyyy/m/d">
                  <c:v>42291</c:v>
                </c:pt>
                <c:pt idx="2686" c:formatCode="yyyy/m/d">
                  <c:v>42290</c:v>
                </c:pt>
                <c:pt idx="2687" c:formatCode="yyyy/m/d">
                  <c:v>42289</c:v>
                </c:pt>
                <c:pt idx="2688" c:formatCode="yyyy/m/d">
                  <c:v>42286</c:v>
                </c:pt>
                <c:pt idx="2689" c:formatCode="yyyy/m/d">
                  <c:v>42285</c:v>
                </c:pt>
                <c:pt idx="2690" c:formatCode="yyyy/m/d">
                  <c:v>42284</c:v>
                </c:pt>
                <c:pt idx="2691" c:formatCode="yyyy/m/d">
                  <c:v>42283</c:v>
                </c:pt>
                <c:pt idx="2692" c:formatCode="yyyy/m/d">
                  <c:v>42282</c:v>
                </c:pt>
                <c:pt idx="2693" c:formatCode="yyyy/m/d">
                  <c:v>42279</c:v>
                </c:pt>
                <c:pt idx="2694" c:formatCode="yyyy/m/d">
                  <c:v>42278</c:v>
                </c:pt>
                <c:pt idx="2695" c:formatCode="yyyy/m/d">
                  <c:v>42277</c:v>
                </c:pt>
                <c:pt idx="2696" c:formatCode="yyyy/m/d">
                  <c:v>42276</c:v>
                </c:pt>
                <c:pt idx="2697" c:formatCode="yyyy/m/d">
                  <c:v>42275</c:v>
                </c:pt>
                <c:pt idx="2698" c:formatCode="yyyy/m/d">
                  <c:v>42272</c:v>
                </c:pt>
                <c:pt idx="2699" c:formatCode="yyyy/m/d">
                  <c:v>42271</c:v>
                </c:pt>
                <c:pt idx="2700" c:formatCode="yyyy/m/d">
                  <c:v>42270</c:v>
                </c:pt>
                <c:pt idx="2701" c:formatCode="yyyy/m/d">
                  <c:v>42269</c:v>
                </c:pt>
                <c:pt idx="2702" c:formatCode="yyyy/m/d">
                  <c:v>42268</c:v>
                </c:pt>
                <c:pt idx="2703" c:formatCode="yyyy/m/d">
                  <c:v>42265</c:v>
                </c:pt>
                <c:pt idx="2704" c:formatCode="yyyy/m/d">
                  <c:v>42264</c:v>
                </c:pt>
                <c:pt idx="2705" c:formatCode="yyyy/m/d">
                  <c:v>42263</c:v>
                </c:pt>
                <c:pt idx="2706" c:formatCode="yyyy/m/d">
                  <c:v>42262</c:v>
                </c:pt>
                <c:pt idx="2707" c:formatCode="yyyy/m/d">
                  <c:v>42261</c:v>
                </c:pt>
                <c:pt idx="2708" c:formatCode="yyyy/m/d">
                  <c:v>42258</c:v>
                </c:pt>
                <c:pt idx="2709" c:formatCode="yyyy/m/d">
                  <c:v>42257</c:v>
                </c:pt>
                <c:pt idx="2710" c:formatCode="yyyy/m/d">
                  <c:v>42256</c:v>
                </c:pt>
                <c:pt idx="2711" c:formatCode="yyyy/m/d">
                  <c:v>42255</c:v>
                </c:pt>
                <c:pt idx="2712" c:formatCode="yyyy/m/d">
                  <c:v>42254</c:v>
                </c:pt>
                <c:pt idx="2713" c:formatCode="yyyy/m/d">
                  <c:v>42251</c:v>
                </c:pt>
                <c:pt idx="2714" c:formatCode="yyyy/m/d">
                  <c:v>42250</c:v>
                </c:pt>
                <c:pt idx="2715" c:formatCode="yyyy/m/d">
                  <c:v>42249</c:v>
                </c:pt>
                <c:pt idx="2716" c:formatCode="yyyy/m/d">
                  <c:v>42248</c:v>
                </c:pt>
                <c:pt idx="2717" c:formatCode="yyyy/m/d">
                  <c:v>42247</c:v>
                </c:pt>
                <c:pt idx="2718" c:formatCode="yyyy/m/d">
                  <c:v>42244</c:v>
                </c:pt>
                <c:pt idx="2719" c:formatCode="yyyy/m/d">
                  <c:v>42243</c:v>
                </c:pt>
                <c:pt idx="2720" c:formatCode="yyyy/m/d">
                  <c:v>42242</c:v>
                </c:pt>
                <c:pt idx="2721" c:formatCode="yyyy/m/d">
                  <c:v>42241</c:v>
                </c:pt>
                <c:pt idx="2722" c:formatCode="yyyy/m/d">
                  <c:v>42240</c:v>
                </c:pt>
                <c:pt idx="2723" c:formatCode="yyyy/m/d">
                  <c:v>42237</c:v>
                </c:pt>
                <c:pt idx="2724" c:formatCode="yyyy/m/d">
                  <c:v>42236</c:v>
                </c:pt>
                <c:pt idx="2725" c:formatCode="yyyy/m/d">
                  <c:v>42235</c:v>
                </c:pt>
                <c:pt idx="2726" c:formatCode="yyyy/m/d">
                  <c:v>42234</c:v>
                </c:pt>
                <c:pt idx="2727" c:formatCode="yyyy/m/d">
                  <c:v>42233</c:v>
                </c:pt>
                <c:pt idx="2728" c:formatCode="yyyy/m/d">
                  <c:v>42230</c:v>
                </c:pt>
                <c:pt idx="2729" c:formatCode="yyyy/m/d">
                  <c:v>42229</c:v>
                </c:pt>
                <c:pt idx="2730" c:formatCode="yyyy/m/d">
                  <c:v>42228</c:v>
                </c:pt>
                <c:pt idx="2731" c:formatCode="yyyy/m/d">
                  <c:v>42227</c:v>
                </c:pt>
                <c:pt idx="2732" c:formatCode="yyyy/m/d">
                  <c:v>42226</c:v>
                </c:pt>
                <c:pt idx="2733" c:formatCode="yyyy/m/d">
                  <c:v>42223</c:v>
                </c:pt>
                <c:pt idx="2734" c:formatCode="yyyy/m/d">
                  <c:v>42222</c:v>
                </c:pt>
                <c:pt idx="2735" c:formatCode="yyyy/m/d">
                  <c:v>42221</c:v>
                </c:pt>
                <c:pt idx="2736" c:formatCode="yyyy/m/d">
                  <c:v>42220</c:v>
                </c:pt>
                <c:pt idx="2737" c:formatCode="yyyy/m/d">
                  <c:v>42219</c:v>
                </c:pt>
                <c:pt idx="2738" c:formatCode="yyyy/m/d">
                  <c:v>42216</c:v>
                </c:pt>
                <c:pt idx="2739" c:formatCode="yyyy/m/d">
                  <c:v>42215</c:v>
                </c:pt>
                <c:pt idx="2740" c:formatCode="yyyy/m/d">
                  <c:v>42214</c:v>
                </c:pt>
                <c:pt idx="2741" c:formatCode="yyyy/m/d">
                  <c:v>42213</c:v>
                </c:pt>
                <c:pt idx="2742" c:formatCode="yyyy/m/d">
                  <c:v>42212</c:v>
                </c:pt>
                <c:pt idx="2743" c:formatCode="yyyy/m/d">
                  <c:v>42209</c:v>
                </c:pt>
                <c:pt idx="2744" c:formatCode="yyyy/m/d">
                  <c:v>42208</c:v>
                </c:pt>
                <c:pt idx="2745" c:formatCode="yyyy/m/d">
                  <c:v>42207</c:v>
                </c:pt>
                <c:pt idx="2746" c:formatCode="yyyy/m/d">
                  <c:v>42206</c:v>
                </c:pt>
                <c:pt idx="2747" c:formatCode="yyyy/m/d">
                  <c:v>42205</c:v>
                </c:pt>
                <c:pt idx="2748" c:formatCode="yyyy/m/d">
                  <c:v>42202</c:v>
                </c:pt>
                <c:pt idx="2749" c:formatCode="yyyy/m/d">
                  <c:v>42201</c:v>
                </c:pt>
                <c:pt idx="2750" c:formatCode="yyyy/m/d">
                  <c:v>42200</c:v>
                </c:pt>
                <c:pt idx="2751" c:formatCode="yyyy/m/d">
                  <c:v>42199</c:v>
                </c:pt>
                <c:pt idx="2752" c:formatCode="yyyy/m/d">
                  <c:v>42198</c:v>
                </c:pt>
                <c:pt idx="2753" c:formatCode="yyyy/m/d">
                  <c:v>42195</c:v>
                </c:pt>
                <c:pt idx="2754" c:formatCode="yyyy/m/d">
                  <c:v>42194</c:v>
                </c:pt>
                <c:pt idx="2755" c:formatCode="yyyy/m/d">
                  <c:v>42193</c:v>
                </c:pt>
                <c:pt idx="2756" c:formatCode="yyyy/m/d">
                  <c:v>42192</c:v>
                </c:pt>
                <c:pt idx="2757" c:formatCode="yyyy/m/d">
                  <c:v>42191</c:v>
                </c:pt>
                <c:pt idx="2758" c:formatCode="yyyy/m/d">
                  <c:v>42188</c:v>
                </c:pt>
                <c:pt idx="2759" c:formatCode="yyyy/m/d">
                  <c:v>42187</c:v>
                </c:pt>
                <c:pt idx="2760" c:formatCode="yyyy/m/d">
                  <c:v>42186</c:v>
                </c:pt>
                <c:pt idx="2761" c:formatCode="yyyy/m/d">
                  <c:v>42185</c:v>
                </c:pt>
                <c:pt idx="2762" c:formatCode="yyyy/m/d">
                  <c:v>42184</c:v>
                </c:pt>
                <c:pt idx="2763" c:formatCode="yyyy/m/d">
                  <c:v>42181</c:v>
                </c:pt>
                <c:pt idx="2764" c:formatCode="yyyy/m/d">
                  <c:v>42180</c:v>
                </c:pt>
                <c:pt idx="2765" c:formatCode="yyyy/m/d">
                  <c:v>42179</c:v>
                </c:pt>
                <c:pt idx="2766" c:formatCode="yyyy/m/d">
                  <c:v>42178</c:v>
                </c:pt>
                <c:pt idx="2767" c:formatCode="yyyy/m/d">
                  <c:v>42177</c:v>
                </c:pt>
                <c:pt idx="2768" c:formatCode="yyyy/m/d">
                  <c:v>42174</c:v>
                </c:pt>
                <c:pt idx="2769" c:formatCode="yyyy/m/d">
                  <c:v>42173</c:v>
                </c:pt>
                <c:pt idx="2770" c:formatCode="yyyy/m/d">
                  <c:v>42172</c:v>
                </c:pt>
                <c:pt idx="2771" c:formatCode="yyyy/m/d">
                  <c:v>42171</c:v>
                </c:pt>
                <c:pt idx="2772" c:formatCode="yyyy/m/d">
                  <c:v>42170</c:v>
                </c:pt>
                <c:pt idx="2773" c:formatCode="yyyy/m/d">
                  <c:v>42167</c:v>
                </c:pt>
                <c:pt idx="2774" c:formatCode="yyyy/m/d">
                  <c:v>42166</c:v>
                </c:pt>
                <c:pt idx="2775" c:formatCode="yyyy/m/d">
                  <c:v>42165</c:v>
                </c:pt>
                <c:pt idx="2776" c:formatCode="yyyy/m/d">
                  <c:v>42164</c:v>
                </c:pt>
                <c:pt idx="2777" c:formatCode="yyyy/m/d">
                  <c:v>42163</c:v>
                </c:pt>
                <c:pt idx="2778" c:formatCode="yyyy/m/d">
                  <c:v>42160</c:v>
                </c:pt>
                <c:pt idx="2779" c:formatCode="yyyy/m/d">
                  <c:v>42159</c:v>
                </c:pt>
                <c:pt idx="2780" c:formatCode="yyyy/m/d">
                  <c:v>42158</c:v>
                </c:pt>
                <c:pt idx="2781" c:formatCode="yyyy/m/d">
                  <c:v>42157</c:v>
                </c:pt>
                <c:pt idx="2782" c:formatCode="yyyy/m/d">
                  <c:v>42156</c:v>
                </c:pt>
                <c:pt idx="2783" c:formatCode="yyyy/m/d">
                  <c:v>42153</c:v>
                </c:pt>
                <c:pt idx="2784" c:formatCode="yyyy/m/d">
                  <c:v>42152</c:v>
                </c:pt>
                <c:pt idx="2785" c:formatCode="yyyy/m/d">
                  <c:v>42151</c:v>
                </c:pt>
                <c:pt idx="2786" c:formatCode="yyyy/m/d">
                  <c:v>42150</c:v>
                </c:pt>
                <c:pt idx="2787" c:formatCode="yyyy/m/d">
                  <c:v>42149</c:v>
                </c:pt>
                <c:pt idx="2788" c:formatCode="yyyy/m/d">
                  <c:v>42146</c:v>
                </c:pt>
                <c:pt idx="2789" c:formatCode="yyyy/m/d">
                  <c:v>42145</c:v>
                </c:pt>
                <c:pt idx="2790" c:formatCode="yyyy/m/d">
                  <c:v>42144</c:v>
                </c:pt>
                <c:pt idx="2791" c:formatCode="yyyy/m/d">
                  <c:v>42143</c:v>
                </c:pt>
                <c:pt idx="2792" c:formatCode="yyyy/m/d">
                  <c:v>42142</c:v>
                </c:pt>
                <c:pt idx="2793" c:formatCode="yyyy/m/d">
                  <c:v>42139</c:v>
                </c:pt>
                <c:pt idx="2794" c:formatCode="yyyy/m/d">
                  <c:v>42138</c:v>
                </c:pt>
                <c:pt idx="2795" c:formatCode="yyyy/m/d">
                  <c:v>42137</c:v>
                </c:pt>
                <c:pt idx="2796" c:formatCode="yyyy/m/d">
                  <c:v>42136</c:v>
                </c:pt>
                <c:pt idx="2797" c:formatCode="yyyy/m/d">
                  <c:v>42135</c:v>
                </c:pt>
                <c:pt idx="2798" c:formatCode="yyyy/m/d">
                  <c:v>42132</c:v>
                </c:pt>
                <c:pt idx="2799" c:formatCode="yyyy/m/d">
                  <c:v>42131</c:v>
                </c:pt>
                <c:pt idx="2800" c:formatCode="yyyy/m/d">
                  <c:v>42130</c:v>
                </c:pt>
                <c:pt idx="2801" c:formatCode="yyyy/m/d">
                  <c:v>42129</c:v>
                </c:pt>
                <c:pt idx="2802" c:formatCode="yyyy/m/d">
                  <c:v>42128</c:v>
                </c:pt>
                <c:pt idx="2803" c:formatCode="yyyy/m/d">
                  <c:v>42125</c:v>
                </c:pt>
                <c:pt idx="2804" c:formatCode="yyyy/m/d">
                  <c:v>42124</c:v>
                </c:pt>
                <c:pt idx="2805" c:formatCode="yyyy/m/d">
                  <c:v>42123</c:v>
                </c:pt>
                <c:pt idx="2806" c:formatCode="yyyy/m/d">
                  <c:v>42122</c:v>
                </c:pt>
                <c:pt idx="2807" c:formatCode="yyyy/m/d">
                  <c:v>42121</c:v>
                </c:pt>
                <c:pt idx="2808" c:formatCode="yyyy/m/d">
                  <c:v>42118</c:v>
                </c:pt>
                <c:pt idx="2809" c:formatCode="yyyy/m/d">
                  <c:v>42117</c:v>
                </c:pt>
                <c:pt idx="2810" c:formatCode="yyyy/m/d">
                  <c:v>42116</c:v>
                </c:pt>
                <c:pt idx="2811" c:formatCode="yyyy/m/d">
                  <c:v>42115</c:v>
                </c:pt>
                <c:pt idx="2812" c:formatCode="yyyy/m/d">
                  <c:v>42114</c:v>
                </c:pt>
                <c:pt idx="2813" c:formatCode="yyyy/m/d">
                  <c:v>42111</c:v>
                </c:pt>
                <c:pt idx="2814" c:formatCode="yyyy/m/d">
                  <c:v>42110</c:v>
                </c:pt>
                <c:pt idx="2815" c:formatCode="yyyy/m/d">
                  <c:v>42109</c:v>
                </c:pt>
                <c:pt idx="2816" c:formatCode="yyyy/m/d">
                  <c:v>42108</c:v>
                </c:pt>
                <c:pt idx="2817" c:formatCode="yyyy/m/d">
                  <c:v>42107</c:v>
                </c:pt>
                <c:pt idx="2818" c:formatCode="yyyy/m/d">
                  <c:v>42104</c:v>
                </c:pt>
                <c:pt idx="2819" c:formatCode="yyyy/m/d">
                  <c:v>42103</c:v>
                </c:pt>
                <c:pt idx="2820" c:formatCode="yyyy/m/d">
                  <c:v>42102</c:v>
                </c:pt>
                <c:pt idx="2821" c:formatCode="yyyy/m/d">
                  <c:v>42101</c:v>
                </c:pt>
                <c:pt idx="2822" c:formatCode="yyyy/m/d">
                  <c:v>42100</c:v>
                </c:pt>
                <c:pt idx="2823" c:formatCode="yyyy/m/d">
                  <c:v>42097</c:v>
                </c:pt>
                <c:pt idx="2824" c:formatCode="yyyy/m/d">
                  <c:v>42096</c:v>
                </c:pt>
                <c:pt idx="2825" c:formatCode="yyyy/m/d">
                  <c:v>42095</c:v>
                </c:pt>
                <c:pt idx="2826" c:formatCode="yyyy/m/d">
                  <c:v>42094</c:v>
                </c:pt>
                <c:pt idx="2827" c:formatCode="yyyy/m/d">
                  <c:v>42093</c:v>
                </c:pt>
                <c:pt idx="2828" c:formatCode="yyyy/m/d">
                  <c:v>42090</c:v>
                </c:pt>
                <c:pt idx="2829" c:formatCode="yyyy/m/d">
                  <c:v>42089</c:v>
                </c:pt>
                <c:pt idx="2830" c:formatCode="yyyy/m/d">
                  <c:v>42088</c:v>
                </c:pt>
                <c:pt idx="2831" c:formatCode="yyyy/m/d">
                  <c:v>42087</c:v>
                </c:pt>
                <c:pt idx="2832" c:formatCode="yyyy/m/d">
                  <c:v>42086</c:v>
                </c:pt>
                <c:pt idx="2833" c:formatCode="yyyy/m/d">
                  <c:v>42083</c:v>
                </c:pt>
                <c:pt idx="2834" c:formatCode="yyyy/m/d">
                  <c:v>42082</c:v>
                </c:pt>
                <c:pt idx="2835" c:formatCode="yyyy/m/d">
                  <c:v>42081</c:v>
                </c:pt>
                <c:pt idx="2836" c:formatCode="yyyy/m/d">
                  <c:v>42080</c:v>
                </c:pt>
                <c:pt idx="2837" c:formatCode="yyyy/m/d">
                  <c:v>42079</c:v>
                </c:pt>
                <c:pt idx="2838" c:formatCode="yyyy/m/d">
                  <c:v>42076</c:v>
                </c:pt>
                <c:pt idx="2839" c:formatCode="yyyy/m/d">
                  <c:v>42075</c:v>
                </c:pt>
                <c:pt idx="2840" c:formatCode="yyyy/m/d">
                  <c:v>42074</c:v>
                </c:pt>
                <c:pt idx="2841" c:formatCode="yyyy/m/d">
                  <c:v>42073</c:v>
                </c:pt>
                <c:pt idx="2842" c:formatCode="yyyy/m/d">
                  <c:v>42072</c:v>
                </c:pt>
                <c:pt idx="2843" c:formatCode="yyyy/m/d">
                  <c:v>42069</c:v>
                </c:pt>
                <c:pt idx="2844" c:formatCode="yyyy/m/d">
                  <c:v>42068</c:v>
                </c:pt>
                <c:pt idx="2845" c:formatCode="yyyy/m/d">
                  <c:v>42067</c:v>
                </c:pt>
                <c:pt idx="2846" c:formatCode="yyyy/m/d">
                  <c:v>42066</c:v>
                </c:pt>
                <c:pt idx="2847" c:formatCode="yyyy/m/d">
                  <c:v>42065</c:v>
                </c:pt>
                <c:pt idx="2848" c:formatCode="yyyy/m/d">
                  <c:v>42062</c:v>
                </c:pt>
                <c:pt idx="2849" c:formatCode="yyyy/m/d">
                  <c:v>42061</c:v>
                </c:pt>
                <c:pt idx="2850" c:formatCode="yyyy/m/d">
                  <c:v>42060</c:v>
                </c:pt>
                <c:pt idx="2851" c:formatCode="yyyy/m/d">
                  <c:v>42059</c:v>
                </c:pt>
                <c:pt idx="2852" c:formatCode="yyyy/m/d">
                  <c:v>42058</c:v>
                </c:pt>
                <c:pt idx="2853" c:formatCode="yyyy/m/d">
                  <c:v>42055</c:v>
                </c:pt>
                <c:pt idx="2854" c:formatCode="yyyy/m/d">
                  <c:v>42054</c:v>
                </c:pt>
                <c:pt idx="2855" c:formatCode="yyyy/m/d">
                  <c:v>42053</c:v>
                </c:pt>
                <c:pt idx="2856" c:formatCode="yyyy/m/d">
                  <c:v>42052</c:v>
                </c:pt>
                <c:pt idx="2857" c:formatCode="yyyy/m/d">
                  <c:v>42051</c:v>
                </c:pt>
                <c:pt idx="2858" c:formatCode="yyyy/m/d">
                  <c:v>42048</c:v>
                </c:pt>
                <c:pt idx="2859" c:formatCode="yyyy/m/d">
                  <c:v>42047</c:v>
                </c:pt>
                <c:pt idx="2860" c:formatCode="yyyy/m/d">
                  <c:v>42046</c:v>
                </c:pt>
                <c:pt idx="2861" c:formatCode="yyyy/m/d">
                  <c:v>42045</c:v>
                </c:pt>
                <c:pt idx="2862" c:formatCode="yyyy/m/d">
                  <c:v>42044</c:v>
                </c:pt>
                <c:pt idx="2863" c:formatCode="yyyy/m/d">
                  <c:v>42041</c:v>
                </c:pt>
                <c:pt idx="2864" c:formatCode="yyyy/m/d">
                  <c:v>42040</c:v>
                </c:pt>
                <c:pt idx="2865" c:formatCode="yyyy/m/d">
                  <c:v>42039</c:v>
                </c:pt>
                <c:pt idx="2866" c:formatCode="yyyy/m/d">
                  <c:v>42038</c:v>
                </c:pt>
                <c:pt idx="2867" c:formatCode="yyyy/m/d">
                  <c:v>42037</c:v>
                </c:pt>
                <c:pt idx="2868" c:formatCode="yyyy/m/d">
                  <c:v>42034</c:v>
                </c:pt>
                <c:pt idx="2869" c:formatCode="yyyy/m/d">
                  <c:v>42033</c:v>
                </c:pt>
                <c:pt idx="2870" c:formatCode="yyyy/m/d">
                  <c:v>42032</c:v>
                </c:pt>
                <c:pt idx="2871" c:formatCode="yyyy/m/d">
                  <c:v>42031</c:v>
                </c:pt>
                <c:pt idx="2872" c:formatCode="yyyy/m/d">
                  <c:v>42030</c:v>
                </c:pt>
                <c:pt idx="2873" c:formatCode="yyyy/m/d">
                  <c:v>42027</c:v>
                </c:pt>
                <c:pt idx="2874" c:formatCode="yyyy/m/d">
                  <c:v>42026</c:v>
                </c:pt>
                <c:pt idx="2875" c:formatCode="yyyy/m/d">
                  <c:v>42025</c:v>
                </c:pt>
                <c:pt idx="2876" c:formatCode="yyyy/m/d">
                  <c:v>42024</c:v>
                </c:pt>
                <c:pt idx="2877" c:formatCode="yyyy/m/d">
                  <c:v>42023</c:v>
                </c:pt>
                <c:pt idx="2878" c:formatCode="yyyy/m/d">
                  <c:v>42020</c:v>
                </c:pt>
                <c:pt idx="2879" c:formatCode="yyyy/m/d">
                  <c:v>42019</c:v>
                </c:pt>
                <c:pt idx="2880" c:formatCode="yyyy/m/d">
                  <c:v>42018</c:v>
                </c:pt>
                <c:pt idx="2881" c:formatCode="yyyy/m/d">
                  <c:v>42017</c:v>
                </c:pt>
                <c:pt idx="2882" c:formatCode="yyyy/m/d">
                  <c:v>42016</c:v>
                </c:pt>
                <c:pt idx="2883" c:formatCode="yyyy/m/d">
                  <c:v>42013</c:v>
                </c:pt>
                <c:pt idx="2884" c:formatCode="yyyy/m/d">
                  <c:v>42012</c:v>
                </c:pt>
                <c:pt idx="2885" c:formatCode="yyyy/m/d">
                  <c:v>42011</c:v>
                </c:pt>
                <c:pt idx="2886" c:formatCode="yyyy/m/d">
                  <c:v>42010</c:v>
                </c:pt>
                <c:pt idx="2887" c:formatCode="yyyy/m/d">
                  <c:v>42009</c:v>
                </c:pt>
                <c:pt idx="2888" c:formatCode="yyyy/m/d">
                  <c:v>42006</c:v>
                </c:pt>
                <c:pt idx="2889" c:formatCode="yyyy/m/d">
                  <c:v>42005</c:v>
                </c:pt>
                <c:pt idx="2890" c:formatCode="yyyy/m/d">
                  <c:v>42004</c:v>
                </c:pt>
                <c:pt idx="2891" c:formatCode="yyyy/m/d">
                  <c:v>42003</c:v>
                </c:pt>
                <c:pt idx="2892" c:formatCode="yyyy/m/d">
                  <c:v>42002</c:v>
                </c:pt>
                <c:pt idx="2893" c:formatCode="yyyy/m/d">
                  <c:v>41999</c:v>
                </c:pt>
                <c:pt idx="2894" c:formatCode="yyyy/m/d">
                  <c:v>41998</c:v>
                </c:pt>
                <c:pt idx="2895" c:formatCode="yyyy/m/d">
                  <c:v>41997</c:v>
                </c:pt>
                <c:pt idx="2896" c:formatCode="yyyy/m/d">
                  <c:v>41996</c:v>
                </c:pt>
                <c:pt idx="2897" c:formatCode="yyyy/m/d">
                  <c:v>41995</c:v>
                </c:pt>
                <c:pt idx="2898" c:formatCode="yyyy/m/d">
                  <c:v>41992</c:v>
                </c:pt>
                <c:pt idx="2899" c:formatCode="yyyy/m/d">
                  <c:v>41991</c:v>
                </c:pt>
                <c:pt idx="2900" c:formatCode="yyyy/m/d">
                  <c:v>41990</c:v>
                </c:pt>
                <c:pt idx="2901" c:formatCode="yyyy/m/d">
                  <c:v>41989</c:v>
                </c:pt>
                <c:pt idx="2902" c:formatCode="yyyy/m/d">
                  <c:v>41988</c:v>
                </c:pt>
                <c:pt idx="2903" c:formatCode="yyyy/m/d">
                  <c:v>41985</c:v>
                </c:pt>
                <c:pt idx="2904" c:formatCode="yyyy/m/d">
                  <c:v>41984</c:v>
                </c:pt>
                <c:pt idx="2905" c:formatCode="yyyy/m/d">
                  <c:v>41983</c:v>
                </c:pt>
                <c:pt idx="2906" c:formatCode="yyyy/m/d">
                  <c:v>41982</c:v>
                </c:pt>
                <c:pt idx="2907" c:formatCode="yyyy/m/d">
                  <c:v>41981</c:v>
                </c:pt>
                <c:pt idx="2908" c:formatCode="yyyy/m/d">
                  <c:v>41978</c:v>
                </c:pt>
                <c:pt idx="2909" c:formatCode="yyyy/m/d">
                  <c:v>41977</c:v>
                </c:pt>
                <c:pt idx="2910" c:formatCode="yyyy/m/d">
                  <c:v>41976</c:v>
                </c:pt>
                <c:pt idx="2911" c:formatCode="yyyy/m/d">
                  <c:v>41975</c:v>
                </c:pt>
                <c:pt idx="2912" c:formatCode="yyyy/m/d">
                  <c:v>41974</c:v>
                </c:pt>
                <c:pt idx="2913" c:formatCode="yyyy/m/d">
                  <c:v>41971</c:v>
                </c:pt>
                <c:pt idx="2914" c:formatCode="yyyy/m/d">
                  <c:v>41970</c:v>
                </c:pt>
                <c:pt idx="2915" c:formatCode="yyyy/m/d">
                  <c:v>41969</c:v>
                </c:pt>
                <c:pt idx="2916" c:formatCode="yyyy/m/d">
                  <c:v>41968</c:v>
                </c:pt>
                <c:pt idx="2917" c:formatCode="yyyy/m/d">
                  <c:v>41967</c:v>
                </c:pt>
                <c:pt idx="2918" c:formatCode="yyyy/m/d">
                  <c:v>41964</c:v>
                </c:pt>
                <c:pt idx="2919" c:formatCode="yyyy/m/d">
                  <c:v>41963</c:v>
                </c:pt>
                <c:pt idx="2920" c:formatCode="yyyy/m/d">
                  <c:v>41962</c:v>
                </c:pt>
                <c:pt idx="2921" c:formatCode="yyyy/m/d">
                  <c:v>41961</c:v>
                </c:pt>
                <c:pt idx="2922" c:formatCode="yyyy/m/d">
                  <c:v>41960</c:v>
                </c:pt>
                <c:pt idx="2923" c:formatCode="yyyy/m/d">
                  <c:v>41957</c:v>
                </c:pt>
                <c:pt idx="2924" c:formatCode="yyyy/m/d">
                  <c:v>41956</c:v>
                </c:pt>
                <c:pt idx="2925" c:formatCode="yyyy/m/d">
                  <c:v>41955</c:v>
                </c:pt>
                <c:pt idx="2926" c:formatCode="yyyy/m/d">
                  <c:v>41954</c:v>
                </c:pt>
                <c:pt idx="2927" c:formatCode="yyyy/m/d">
                  <c:v>41953</c:v>
                </c:pt>
                <c:pt idx="2928" c:formatCode="yyyy/m/d">
                  <c:v>41950</c:v>
                </c:pt>
                <c:pt idx="2929" c:formatCode="yyyy/m/d">
                  <c:v>41949</c:v>
                </c:pt>
                <c:pt idx="2930" c:formatCode="yyyy/m/d">
                  <c:v>41948</c:v>
                </c:pt>
                <c:pt idx="2931" c:formatCode="yyyy/m/d">
                  <c:v>41947</c:v>
                </c:pt>
                <c:pt idx="2932" c:formatCode="yyyy/m/d">
                  <c:v>41946</c:v>
                </c:pt>
                <c:pt idx="2933" c:formatCode="yyyy/m/d">
                  <c:v>41943</c:v>
                </c:pt>
                <c:pt idx="2934" c:formatCode="yyyy/m/d">
                  <c:v>41942</c:v>
                </c:pt>
                <c:pt idx="2935" c:formatCode="yyyy/m/d">
                  <c:v>41941</c:v>
                </c:pt>
                <c:pt idx="2936" c:formatCode="yyyy/m/d">
                  <c:v>41940</c:v>
                </c:pt>
                <c:pt idx="2937" c:formatCode="yyyy/m/d">
                  <c:v>41939</c:v>
                </c:pt>
                <c:pt idx="2938" c:formatCode="yyyy/m/d">
                  <c:v>41936</c:v>
                </c:pt>
                <c:pt idx="2939" c:formatCode="yyyy/m/d">
                  <c:v>41935</c:v>
                </c:pt>
                <c:pt idx="2940" c:formatCode="yyyy/m/d">
                  <c:v>41934</c:v>
                </c:pt>
                <c:pt idx="2941" c:formatCode="yyyy/m/d">
                  <c:v>41933</c:v>
                </c:pt>
                <c:pt idx="2942" c:formatCode="yyyy/m/d">
                  <c:v>41932</c:v>
                </c:pt>
                <c:pt idx="2943" c:formatCode="yyyy/m/d">
                  <c:v>41929</c:v>
                </c:pt>
                <c:pt idx="2944" c:formatCode="yyyy/m/d">
                  <c:v>41928</c:v>
                </c:pt>
                <c:pt idx="2945" c:formatCode="yyyy/m/d">
                  <c:v>41927</c:v>
                </c:pt>
                <c:pt idx="2946" c:formatCode="yyyy/m/d">
                  <c:v>41926</c:v>
                </c:pt>
                <c:pt idx="2947" c:formatCode="yyyy/m/d">
                  <c:v>41925</c:v>
                </c:pt>
                <c:pt idx="2948" c:formatCode="yyyy/m/d">
                  <c:v>41922</c:v>
                </c:pt>
                <c:pt idx="2949" c:formatCode="yyyy/m/d">
                  <c:v>41921</c:v>
                </c:pt>
                <c:pt idx="2950" c:formatCode="yyyy/m/d">
                  <c:v>41920</c:v>
                </c:pt>
                <c:pt idx="2951" c:formatCode="yyyy/m/d">
                  <c:v>41919</c:v>
                </c:pt>
                <c:pt idx="2952" c:formatCode="yyyy/m/d">
                  <c:v>41918</c:v>
                </c:pt>
                <c:pt idx="2953" c:formatCode="yyyy/m/d">
                  <c:v>41915</c:v>
                </c:pt>
                <c:pt idx="2954" c:formatCode="yyyy/m/d">
                  <c:v>41914</c:v>
                </c:pt>
                <c:pt idx="2955" c:formatCode="yyyy/m/d">
                  <c:v>41913</c:v>
                </c:pt>
                <c:pt idx="2956" c:formatCode="yyyy/m/d">
                  <c:v>41912</c:v>
                </c:pt>
                <c:pt idx="2957" c:formatCode="yyyy/m/d">
                  <c:v>41911</c:v>
                </c:pt>
                <c:pt idx="2958" c:formatCode="yyyy/m/d">
                  <c:v>41908</c:v>
                </c:pt>
                <c:pt idx="2959" c:formatCode="yyyy/m/d">
                  <c:v>41907</c:v>
                </c:pt>
                <c:pt idx="2960" c:formatCode="yyyy/m/d">
                  <c:v>41906</c:v>
                </c:pt>
                <c:pt idx="2961" c:formatCode="yyyy/m/d">
                  <c:v>41905</c:v>
                </c:pt>
                <c:pt idx="2962" c:formatCode="yyyy/m/d">
                  <c:v>41904</c:v>
                </c:pt>
                <c:pt idx="2963" c:formatCode="yyyy/m/d">
                  <c:v>41901</c:v>
                </c:pt>
                <c:pt idx="2964" c:formatCode="yyyy/m/d">
                  <c:v>41900</c:v>
                </c:pt>
                <c:pt idx="2965" c:formatCode="yyyy/m/d">
                  <c:v>41899</c:v>
                </c:pt>
                <c:pt idx="2966" c:formatCode="yyyy/m/d">
                  <c:v>41898</c:v>
                </c:pt>
                <c:pt idx="2967" c:formatCode="yyyy/m/d">
                  <c:v>41897</c:v>
                </c:pt>
                <c:pt idx="2968" c:formatCode="yyyy/m/d">
                  <c:v>41894</c:v>
                </c:pt>
                <c:pt idx="2969" c:formatCode="yyyy/m/d">
                  <c:v>41893</c:v>
                </c:pt>
                <c:pt idx="2970" c:formatCode="yyyy/m/d">
                  <c:v>41892</c:v>
                </c:pt>
                <c:pt idx="2971" c:formatCode="yyyy/m/d">
                  <c:v>41891</c:v>
                </c:pt>
                <c:pt idx="2972" c:formatCode="yyyy/m/d">
                  <c:v>41890</c:v>
                </c:pt>
                <c:pt idx="2973" c:formatCode="yyyy/m/d">
                  <c:v>41887</c:v>
                </c:pt>
                <c:pt idx="2974" c:formatCode="yyyy/m/d">
                  <c:v>41886</c:v>
                </c:pt>
                <c:pt idx="2975" c:formatCode="yyyy/m/d">
                  <c:v>41885</c:v>
                </c:pt>
                <c:pt idx="2976" c:formatCode="yyyy/m/d">
                  <c:v>41884</c:v>
                </c:pt>
                <c:pt idx="2977" c:formatCode="yyyy/m/d">
                  <c:v>41883</c:v>
                </c:pt>
                <c:pt idx="2978" c:formatCode="yyyy/m/d">
                  <c:v>41880</c:v>
                </c:pt>
                <c:pt idx="2979" c:formatCode="yyyy/m/d">
                  <c:v>41879</c:v>
                </c:pt>
                <c:pt idx="2980" c:formatCode="yyyy/m/d">
                  <c:v>41878</c:v>
                </c:pt>
                <c:pt idx="2981" c:formatCode="yyyy/m/d">
                  <c:v>41877</c:v>
                </c:pt>
                <c:pt idx="2982" c:formatCode="yyyy/m/d">
                  <c:v>41876</c:v>
                </c:pt>
                <c:pt idx="2983" c:formatCode="yyyy/m/d">
                  <c:v>41873</c:v>
                </c:pt>
                <c:pt idx="2984" c:formatCode="yyyy/m/d">
                  <c:v>41872</c:v>
                </c:pt>
                <c:pt idx="2985" c:formatCode="yyyy/m/d">
                  <c:v>41871</c:v>
                </c:pt>
                <c:pt idx="2986" c:formatCode="yyyy/m/d">
                  <c:v>41870</c:v>
                </c:pt>
                <c:pt idx="2987" c:formatCode="yyyy/m/d">
                  <c:v>41869</c:v>
                </c:pt>
                <c:pt idx="2988" c:formatCode="yyyy/m/d">
                  <c:v>41866</c:v>
                </c:pt>
                <c:pt idx="2989" c:formatCode="yyyy/m/d">
                  <c:v>41865</c:v>
                </c:pt>
                <c:pt idx="2990" c:formatCode="yyyy/m/d">
                  <c:v>41864</c:v>
                </c:pt>
                <c:pt idx="2991" c:formatCode="yyyy/m/d">
                  <c:v>41863</c:v>
                </c:pt>
                <c:pt idx="2992" c:formatCode="yyyy/m/d">
                  <c:v>41862</c:v>
                </c:pt>
                <c:pt idx="2993" c:formatCode="yyyy/m/d">
                  <c:v>41859</c:v>
                </c:pt>
                <c:pt idx="2994" c:formatCode="yyyy/m/d">
                  <c:v>41858</c:v>
                </c:pt>
                <c:pt idx="2995" c:formatCode="yyyy/m/d">
                  <c:v>41857</c:v>
                </c:pt>
                <c:pt idx="2996" c:formatCode="yyyy/m/d">
                  <c:v>41856</c:v>
                </c:pt>
                <c:pt idx="2997" c:formatCode="yyyy/m/d">
                  <c:v>41855</c:v>
                </c:pt>
                <c:pt idx="2998" c:formatCode="yyyy/m/d">
                  <c:v>41852</c:v>
                </c:pt>
                <c:pt idx="2999" c:formatCode="yyyy/m/d">
                  <c:v>41851</c:v>
                </c:pt>
                <c:pt idx="3000" c:formatCode="yyyy/m/d">
                  <c:v>41850</c:v>
                </c:pt>
                <c:pt idx="3001" c:formatCode="yyyy/m/d">
                  <c:v>41849</c:v>
                </c:pt>
                <c:pt idx="3002" c:formatCode="yyyy/m/d">
                  <c:v>41848</c:v>
                </c:pt>
                <c:pt idx="3003" c:formatCode="yyyy/m/d">
                  <c:v>41845</c:v>
                </c:pt>
                <c:pt idx="3004" c:formatCode="yyyy/m/d">
                  <c:v>41844</c:v>
                </c:pt>
                <c:pt idx="3005" c:formatCode="yyyy/m/d">
                  <c:v>41843</c:v>
                </c:pt>
                <c:pt idx="3006" c:formatCode="yyyy/m/d">
                  <c:v>41842</c:v>
                </c:pt>
                <c:pt idx="3007" c:formatCode="yyyy/m/d">
                  <c:v>41841</c:v>
                </c:pt>
                <c:pt idx="3008" c:formatCode="yyyy/m/d">
                  <c:v>41838</c:v>
                </c:pt>
                <c:pt idx="3009" c:formatCode="yyyy/m/d">
                  <c:v>41837</c:v>
                </c:pt>
                <c:pt idx="3010" c:formatCode="yyyy/m/d">
                  <c:v>41836</c:v>
                </c:pt>
                <c:pt idx="3011" c:formatCode="yyyy/m/d">
                  <c:v>41835</c:v>
                </c:pt>
                <c:pt idx="3012" c:formatCode="yyyy/m/d">
                  <c:v>41834</c:v>
                </c:pt>
                <c:pt idx="3013" c:formatCode="yyyy/m/d">
                  <c:v>41831</c:v>
                </c:pt>
                <c:pt idx="3014" c:formatCode="yyyy/m/d">
                  <c:v>41830</c:v>
                </c:pt>
                <c:pt idx="3015" c:formatCode="yyyy/m/d">
                  <c:v>41829</c:v>
                </c:pt>
                <c:pt idx="3016" c:formatCode="yyyy/m/d">
                  <c:v>41828</c:v>
                </c:pt>
                <c:pt idx="3017" c:formatCode="yyyy/m/d">
                  <c:v>41827</c:v>
                </c:pt>
                <c:pt idx="3018" c:formatCode="yyyy/m/d">
                  <c:v>41824</c:v>
                </c:pt>
                <c:pt idx="3019" c:formatCode="yyyy/m/d">
                  <c:v>41823</c:v>
                </c:pt>
                <c:pt idx="3020" c:formatCode="yyyy/m/d">
                  <c:v>41822</c:v>
                </c:pt>
                <c:pt idx="3021" c:formatCode="yyyy/m/d">
                  <c:v>41821</c:v>
                </c:pt>
                <c:pt idx="3022" c:formatCode="yyyy/m/d">
                  <c:v>41820</c:v>
                </c:pt>
                <c:pt idx="3023" c:formatCode="yyyy/m/d">
                  <c:v>41817</c:v>
                </c:pt>
                <c:pt idx="3024" c:formatCode="yyyy/m/d">
                  <c:v>41816</c:v>
                </c:pt>
                <c:pt idx="3025" c:formatCode="yyyy/m/d">
                  <c:v>41815</c:v>
                </c:pt>
                <c:pt idx="3026" c:formatCode="yyyy/m/d">
                  <c:v>41814</c:v>
                </c:pt>
                <c:pt idx="3027" c:formatCode="yyyy/m/d">
                  <c:v>41813</c:v>
                </c:pt>
                <c:pt idx="3028" c:formatCode="yyyy/m/d">
                  <c:v>41810</c:v>
                </c:pt>
                <c:pt idx="3029" c:formatCode="yyyy/m/d">
                  <c:v>41809</c:v>
                </c:pt>
                <c:pt idx="3030" c:formatCode="yyyy/m/d">
                  <c:v>41808</c:v>
                </c:pt>
                <c:pt idx="3031" c:formatCode="yyyy/m/d">
                  <c:v>41807</c:v>
                </c:pt>
                <c:pt idx="3032" c:formatCode="yyyy/m/d">
                  <c:v>41806</c:v>
                </c:pt>
                <c:pt idx="3033" c:formatCode="yyyy/m/d">
                  <c:v>41803</c:v>
                </c:pt>
                <c:pt idx="3034" c:formatCode="yyyy/m/d">
                  <c:v>41802</c:v>
                </c:pt>
                <c:pt idx="3035" c:formatCode="yyyy/m/d">
                  <c:v>41801</c:v>
                </c:pt>
                <c:pt idx="3036" c:formatCode="yyyy/m/d">
                  <c:v>41800</c:v>
                </c:pt>
                <c:pt idx="3037" c:formatCode="yyyy/m/d">
                  <c:v>41799</c:v>
                </c:pt>
                <c:pt idx="3038" c:formatCode="yyyy/m/d">
                  <c:v>41796</c:v>
                </c:pt>
                <c:pt idx="3039" c:formatCode="yyyy/m/d">
                  <c:v>41795</c:v>
                </c:pt>
                <c:pt idx="3040" c:formatCode="yyyy/m/d">
                  <c:v>41794</c:v>
                </c:pt>
                <c:pt idx="3041" c:formatCode="yyyy/m/d">
                  <c:v>41793</c:v>
                </c:pt>
                <c:pt idx="3042" c:formatCode="yyyy/m/d">
                  <c:v>41792</c:v>
                </c:pt>
                <c:pt idx="3043" c:formatCode="yyyy/m/d">
                  <c:v>41789</c:v>
                </c:pt>
                <c:pt idx="3044" c:formatCode="yyyy/m/d">
                  <c:v>41788</c:v>
                </c:pt>
                <c:pt idx="3045" c:formatCode="yyyy/m/d">
                  <c:v>41787</c:v>
                </c:pt>
                <c:pt idx="3046" c:formatCode="yyyy/m/d">
                  <c:v>41786</c:v>
                </c:pt>
                <c:pt idx="3047" c:formatCode="yyyy/m/d">
                  <c:v>41785</c:v>
                </c:pt>
                <c:pt idx="3048" c:formatCode="yyyy/m/d">
                  <c:v>41782</c:v>
                </c:pt>
                <c:pt idx="3049" c:formatCode="yyyy/m/d">
                  <c:v>41781</c:v>
                </c:pt>
                <c:pt idx="3050" c:formatCode="yyyy/m/d">
                  <c:v>41780</c:v>
                </c:pt>
                <c:pt idx="3051" c:formatCode="yyyy/m/d">
                  <c:v>41779</c:v>
                </c:pt>
                <c:pt idx="3052" c:formatCode="yyyy/m/d">
                  <c:v>41778</c:v>
                </c:pt>
                <c:pt idx="3053" c:formatCode="yyyy/m/d">
                  <c:v>41775</c:v>
                </c:pt>
                <c:pt idx="3054" c:formatCode="yyyy/m/d">
                  <c:v>41774</c:v>
                </c:pt>
                <c:pt idx="3055" c:formatCode="yyyy/m/d">
                  <c:v>41773</c:v>
                </c:pt>
                <c:pt idx="3056" c:formatCode="yyyy/m/d">
                  <c:v>41772</c:v>
                </c:pt>
                <c:pt idx="3057" c:formatCode="yyyy/m/d">
                  <c:v>41771</c:v>
                </c:pt>
                <c:pt idx="3058" c:formatCode="yyyy/m/d">
                  <c:v>41768</c:v>
                </c:pt>
                <c:pt idx="3059" c:formatCode="yyyy/m/d">
                  <c:v>41767</c:v>
                </c:pt>
                <c:pt idx="3060" c:formatCode="yyyy/m/d">
                  <c:v>41766</c:v>
                </c:pt>
                <c:pt idx="3061" c:formatCode="yyyy/m/d">
                  <c:v>41765</c:v>
                </c:pt>
                <c:pt idx="3062" c:formatCode="yyyy/m/d">
                  <c:v>41764</c:v>
                </c:pt>
                <c:pt idx="3063" c:formatCode="yyyy/m/d">
                  <c:v>41761</c:v>
                </c:pt>
                <c:pt idx="3064" c:formatCode="yyyy/m/d">
                  <c:v>41760</c:v>
                </c:pt>
                <c:pt idx="3065" c:formatCode="yyyy/m/d">
                  <c:v>41759</c:v>
                </c:pt>
                <c:pt idx="3066" c:formatCode="yyyy/m/d">
                  <c:v>41758</c:v>
                </c:pt>
                <c:pt idx="3067" c:formatCode="yyyy/m/d">
                  <c:v>41757</c:v>
                </c:pt>
                <c:pt idx="3068" c:formatCode="yyyy/m/d">
                  <c:v>41754</c:v>
                </c:pt>
                <c:pt idx="3069" c:formatCode="yyyy/m/d">
                  <c:v>41753</c:v>
                </c:pt>
                <c:pt idx="3070" c:formatCode="yyyy/m/d">
                  <c:v>41752</c:v>
                </c:pt>
                <c:pt idx="3071" c:formatCode="yyyy/m/d">
                  <c:v>41751</c:v>
                </c:pt>
                <c:pt idx="3072" c:formatCode="yyyy/m/d">
                  <c:v>41750</c:v>
                </c:pt>
                <c:pt idx="3073" c:formatCode="yyyy/m/d">
                  <c:v>41747</c:v>
                </c:pt>
                <c:pt idx="3074" c:formatCode="yyyy/m/d">
                  <c:v>41746</c:v>
                </c:pt>
                <c:pt idx="3075" c:formatCode="yyyy/m/d">
                  <c:v>41745</c:v>
                </c:pt>
                <c:pt idx="3076" c:formatCode="yyyy/m/d">
                  <c:v>41744</c:v>
                </c:pt>
                <c:pt idx="3077" c:formatCode="yyyy/m/d">
                  <c:v>41743</c:v>
                </c:pt>
                <c:pt idx="3078" c:formatCode="yyyy/m/d">
                  <c:v>41740</c:v>
                </c:pt>
                <c:pt idx="3079" c:formatCode="yyyy/m/d">
                  <c:v>41739</c:v>
                </c:pt>
                <c:pt idx="3080" c:formatCode="yyyy/m/d">
                  <c:v>41738</c:v>
                </c:pt>
                <c:pt idx="3081" c:formatCode="yyyy/m/d">
                  <c:v>41737</c:v>
                </c:pt>
                <c:pt idx="3082" c:formatCode="yyyy/m/d">
                  <c:v>41736</c:v>
                </c:pt>
                <c:pt idx="3083" c:formatCode="yyyy/m/d">
                  <c:v>41733</c:v>
                </c:pt>
                <c:pt idx="3084" c:formatCode="yyyy/m/d">
                  <c:v>41732</c:v>
                </c:pt>
                <c:pt idx="3085" c:formatCode="yyyy/m/d">
                  <c:v>41731</c:v>
                </c:pt>
                <c:pt idx="3086" c:formatCode="yyyy/m/d">
                  <c:v>41730</c:v>
                </c:pt>
                <c:pt idx="3087" c:formatCode="yyyy/m/d">
                  <c:v>41729</c:v>
                </c:pt>
                <c:pt idx="3088" c:formatCode="yyyy/m/d">
                  <c:v>41726</c:v>
                </c:pt>
                <c:pt idx="3089" c:formatCode="yyyy/m/d">
                  <c:v>41725</c:v>
                </c:pt>
                <c:pt idx="3090" c:formatCode="yyyy/m/d">
                  <c:v>41724</c:v>
                </c:pt>
                <c:pt idx="3091" c:formatCode="yyyy/m/d">
                  <c:v>41723</c:v>
                </c:pt>
                <c:pt idx="3092" c:formatCode="yyyy/m/d">
                  <c:v>41722</c:v>
                </c:pt>
                <c:pt idx="3093" c:formatCode="yyyy/m/d">
                  <c:v>41719</c:v>
                </c:pt>
                <c:pt idx="3094" c:formatCode="yyyy/m/d">
                  <c:v>41718</c:v>
                </c:pt>
                <c:pt idx="3095" c:formatCode="yyyy/m/d">
                  <c:v>41717</c:v>
                </c:pt>
                <c:pt idx="3096" c:formatCode="yyyy/m/d">
                  <c:v>41716</c:v>
                </c:pt>
                <c:pt idx="3097" c:formatCode="yyyy/m/d">
                  <c:v>41715</c:v>
                </c:pt>
                <c:pt idx="3098" c:formatCode="yyyy/m/d">
                  <c:v>41712</c:v>
                </c:pt>
                <c:pt idx="3099" c:formatCode="yyyy/m/d">
                  <c:v>41711</c:v>
                </c:pt>
                <c:pt idx="3100" c:formatCode="yyyy/m/d">
                  <c:v>41710</c:v>
                </c:pt>
                <c:pt idx="3101" c:formatCode="yyyy/m/d">
                  <c:v>41709</c:v>
                </c:pt>
                <c:pt idx="3102" c:formatCode="yyyy/m/d">
                  <c:v>41708</c:v>
                </c:pt>
                <c:pt idx="3103" c:formatCode="yyyy/m/d">
                  <c:v>41705</c:v>
                </c:pt>
                <c:pt idx="3104" c:formatCode="yyyy/m/d">
                  <c:v>41704</c:v>
                </c:pt>
                <c:pt idx="3105" c:formatCode="yyyy/m/d">
                  <c:v>41703</c:v>
                </c:pt>
                <c:pt idx="3106" c:formatCode="yyyy/m/d">
                  <c:v>41702</c:v>
                </c:pt>
                <c:pt idx="3107" c:formatCode="yyyy/m/d">
                  <c:v>41701</c:v>
                </c:pt>
                <c:pt idx="3108" c:formatCode="yyyy/m/d">
                  <c:v>41698</c:v>
                </c:pt>
                <c:pt idx="3109" c:formatCode="yyyy/m/d">
                  <c:v>41697</c:v>
                </c:pt>
                <c:pt idx="3110" c:formatCode="yyyy/m/d">
                  <c:v>41696</c:v>
                </c:pt>
                <c:pt idx="3111" c:formatCode="yyyy/m/d">
                  <c:v>41695</c:v>
                </c:pt>
                <c:pt idx="3112" c:formatCode="yyyy/m/d">
                  <c:v>41694</c:v>
                </c:pt>
                <c:pt idx="3113" c:formatCode="yyyy/m/d">
                  <c:v>41691</c:v>
                </c:pt>
                <c:pt idx="3114" c:formatCode="yyyy/m/d">
                  <c:v>41690</c:v>
                </c:pt>
                <c:pt idx="3115" c:formatCode="yyyy/m/d">
                  <c:v>41689</c:v>
                </c:pt>
                <c:pt idx="3116" c:formatCode="yyyy/m/d">
                  <c:v>41688</c:v>
                </c:pt>
                <c:pt idx="3117" c:formatCode="yyyy/m/d">
                  <c:v>41687</c:v>
                </c:pt>
                <c:pt idx="3118" c:formatCode="yyyy/m/d">
                  <c:v>41684</c:v>
                </c:pt>
                <c:pt idx="3119" c:formatCode="yyyy/m/d">
                  <c:v>41683</c:v>
                </c:pt>
                <c:pt idx="3120" c:formatCode="yyyy/m/d">
                  <c:v>41682</c:v>
                </c:pt>
                <c:pt idx="3121" c:formatCode="yyyy/m/d">
                  <c:v>41681</c:v>
                </c:pt>
                <c:pt idx="3122" c:formatCode="yyyy/m/d">
                  <c:v>41680</c:v>
                </c:pt>
                <c:pt idx="3123" c:formatCode="yyyy/m/d">
                  <c:v>41677</c:v>
                </c:pt>
                <c:pt idx="3124" c:formatCode="yyyy/m/d">
                  <c:v>41676</c:v>
                </c:pt>
                <c:pt idx="3125" c:formatCode="yyyy/m/d">
                  <c:v>41675</c:v>
                </c:pt>
                <c:pt idx="3126" c:formatCode="yyyy/m/d">
                  <c:v>41674</c:v>
                </c:pt>
                <c:pt idx="3127" c:formatCode="yyyy/m/d">
                  <c:v>41673</c:v>
                </c:pt>
                <c:pt idx="3128" c:formatCode="yyyy/m/d">
                  <c:v>41670</c:v>
                </c:pt>
                <c:pt idx="3129" c:formatCode="yyyy/m/d">
                  <c:v>41669</c:v>
                </c:pt>
                <c:pt idx="3130" c:formatCode="yyyy/m/d">
                  <c:v>41668</c:v>
                </c:pt>
                <c:pt idx="3131" c:formatCode="yyyy/m/d">
                  <c:v>41667</c:v>
                </c:pt>
                <c:pt idx="3132" c:formatCode="yyyy/m/d">
                  <c:v>41666</c:v>
                </c:pt>
                <c:pt idx="3133" c:formatCode="yyyy/m/d">
                  <c:v>41663</c:v>
                </c:pt>
                <c:pt idx="3134" c:formatCode="yyyy/m/d">
                  <c:v>41662</c:v>
                </c:pt>
                <c:pt idx="3135" c:formatCode="yyyy/m/d">
                  <c:v>41661</c:v>
                </c:pt>
                <c:pt idx="3136" c:formatCode="yyyy/m/d">
                  <c:v>41660</c:v>
                </c:pt>
                <c:pt idx="3137" c:formatCode="yyyy/m/d">
                  <c:v>41659</c:v>
                </c:pt>
                <c:pt idx="3138" c:formatCode="yyyy/m/d">
                  <c:v>41656</c:v>
                </c:pt>
                <c:pt idx="3139" c:formatCode="yyyy/m/d">
                  <c:v>41655</c:v>
                </c:pt>
                <c:pt idx="3140" c:formatCode="yyyy/m/d">
                  <c:v>41654</c:v>
                </c:pt>
                <c:pt idx="3141" c:formatCode="yyyy/m/d">
                  <c:v>41653</c:v>
                </c:pt>
                <c:pt idx="3142" c:formatCode="yyyy/m/d">
                  <c:v>41652</c:v>
                </c:pt>
                <c:pt idx="3143" c:formatCode="yyyy/m/d">
                  <c:v>41649</c:v>
                </c:pt>
                <c:pt idx="3144" c:formatCode="yyyy/m/d">
                  <c:v>41648</c:v>
                </c:pt>
                <c:pt idx="3145" c:formatCode="yyyy/m/d">
                  <c:v>41647</c:v>
                </c:pt>
                <c:pt idx="3146" c:formatCode="yyyy/m/d">
                  <c:v>41646</c:v>
                </c:pt>
                <c:pt idx="3147" c:formatCode="yyyy/m/d">
                  <c:v>41645</c:v>
                </c:pt>
                <c:pt idx="3148" c:formatCode="yyyy/m/d">
                  <c:v>41642</c:v>
                </c:pt>
                <c:pt idx="3149" c:formatCode="yyyy/m/d">
                  <c:v>41641</c:v>
                </c:pt>
                <c:pt idx="3150" c:formatCode="yyyy/m/d">
                  <c:v>41640</c:v>
                </c:pt>
                <c:pt idx="3151" c:formatCode="yyyy/m/d">
                  <c:v>41639</c:v>
                </c:pt>
                <c:pt idx="3152" c:formatCode="yyyy/m/d">
                  <c:v>41638</c:v>
                </c:pt>
                <c:pt idx="3153" c:formatCode="yyyy/m/d">
                  <c:v>41635</c:v>
                </c:pt>
                <c:pt idx="3154" c:formatCode="yyyy/m/d">
                  <c:v>41634</c:v>
                </c:pt>
                <c:pt idx="3155" c:formatCode="yyyy/m/d">
                  <c:v>41633</c:v>
                </c:pt>
                <c:pt idx="3156" c:formatCode="yyyy/m/d">
                  <c:v>41632</c:v>
                </c:pt>
                <c:pt idx="3157" c:formatCode="yyyy/m/d">
                  <c:v>41631</c:v>
                </c:pt>
                <c:pt idx="3158" c:formatCode="yyyy/m/d">
                  <c:v>41628</c:v>
                </c:pt>
                <c:pt idx="3159" c:formatCode="yyyy/m/d">
                  <c:v>41627</c:v>
                </c:pt>
                <c:pt idx="3160" c:formatCode="yyyy/m/d">
                  <c:v>41626</c:v>
                </c:pt>
                <c:pt idx="3161" c:formatCode="yyyy/m/d">
                  <c:v>41625</c:v>
                </c:pt>
                <c:pt idx="3162" c:formatCode="yyyy/m/d">
                  <c:v>41624</c:v>
                </c:pt>
                <c:pt idx="3163" c:formatCode="yyyy/m/d">
                  <c:v>41621</c:v>
                </c:pt>
                <c:pt idx="3164" c:formatCode="yyyy/m/d">
                  <c:v>41620</c:v>
                </c:pt>
                <c:pt idx="3165" c:formatCode="yyyy/m/d">
                  <c:v>41619</c:v>
                </c:pt>
                <c:pt idx="3166" c:formatCode="yyyy/m/d">
                  <c:v>41618</c:v>
                </c:pt>
                <c:pt idx="3167" c:formatCode="yyyy/m/d">
                  <c:v>41617</c:v>
                </c:pt>
                <c:pt idx="3168" c:formatCode="yyyy/m/d">
                  <c:v>41614</c:v>
                </c:pt>
                <c:pt idx="3169" c:formatCode="yyyy/m/d">
                  <c:v>41613</c:v>
                </c:pt>
                <c:pt idx="3170" c:formatCode="yyyy/m/d">
                  <c:v>41612</c:v>
                </c:pt>
                <c:pt idx="3171" c:formatCode="yyyy/m/d">
                  <c:v>41611</c:v>
                </c:pt>
                <c:pt idx="3172" c:formatCode="yyyy/m/d">
                  <c:v>41610</c:v>
                </c:pt>
                <c:pt idx="3173" c:formatCode="yyyy/m/d">
                  <c:v>41607</c:v>
                </c:pt>
                <c:pt idx="3174" c:formatCode="yyyy/m/d">
                  <c:v>41606</c:v>
                </c:pt>
                <c:pt idx="3175" c:formatCode="yyyy/m/d">
                  <c:v>41605</c:v>
                </c:pt>
                <c:pt idx="3176" c:formatCode="yyyy/m/d">
                  <c:v>41604</c:v>
                </c:pt>
                <c:pt idx="3177" c:formatCode="yyyy/m/d">
                  <c:v>41603</c:v>
                </c:pt>
                <c:pt idx="3178" c:formatCode="yyyy/m/d">
                  <c:v>41600</c:v>
                </c:pt>
                <c:pt idx="3179" c:formatCode="yyyy/m/d">
                  <c:v>41599</c:v>
                </c:pt>
                <c:pt idx="3180" c:formatCode="yyyy/m/d">
                  <c:v>41598</c:v>
                </c:pt>
                <c:pt idx="3181" c:formatCode="yyyy/m/d">
                  <c:v>41597</c:v>
                </c:pt>
                <c:pt idx="3182" c:formatCode="yyyy/m/d">
                  <c:v>41596</c:v>
                </c:pt>
                <c:pt idx="3183" c:formatCode="yyyy/m/d">
                  <c:v>41593</c:v>
                </c:pt>
                <c:pt idx="3184" c:formatCode="yyyy/m/d">
                  <c:v>41592</c:v>
                </c:pt>
                <c:pt idx="3185" c:formatCode="yyyy/m/d">
                  <c:v>41591</c:v>
                </c:pt>
                <c:pt idx="3186" c:formatCode="yyyy/m/d">
                  <c:v>41590</c:v>
                </c:pt>
                <c:pt idx="3187" c:formatCode="yyyy/m/d">
                  <c:v>41589</c:v>
                </c:pt>
                <c:pt idx="3188" c:formatCode="yyyy/m/d">
                  <c:v>41586</c:v>
                </c:pt>
                <c:pt idx="3189" c:formatCode="yyyy/m/d">
                  <c:v>41585</c:v>
                </c:pt>
                <c:pt idx="3190" c:formatCode="yyyy/m/d">
                  <c:v>41584</c:v>
                </c:pt>
                <c:pt idx="3191" c:formatCode="yyyy/m/d">
                  <c:v>41583</c:v>
                </c:pt>
                <c:pt idx="3192" c:formatCode="yyyy/m/d">
                  <c:v>41582</c:v>
                </c:pt>
                <c:pt idx="3193" c:formatCode="yyyy/m/d">
                  <c:v>41579</c:v>
                </c:pt>
                <c:pt idx="3194" c:formatCode="yyyy/m/d">
                  <c:v>41578</c:v>
                </c:pt>
                <c:pt idx="3195" c:formatCode="yyyy/m/d">
                  <c:v>41577</c:v>
                </c:pt>
                <c:pt idx="3196" c:formatCode="yyyy/m/d">
                  <c:v>41576</c:v>
                </c:pt>
                <c:pt idx="3197" c:formatCode="yyyy/m/d">
                  <c:v>41575</c:v>
                </c:pt>
                <c:pt idx="3198" c:formatCode="yyyy/m/d">
                  <c:v>41572</c:v>
                </c:pt>
                <c:pt idx="3199" c:formatCode="yyyy/m/d">
                  <c:v>41571</c:v>
                </c:pt>
                <c:pt idx="3200" c:formatCode="yyyy/m/d">
                  <c:v>41570</c:v>
                </c:pt>
                <c:pt idx="3201" c:formatCode="yyyy/m/d">
                  <c:v>41569</c:v>
                </c:pt>
                <c:pt idx="3202" c:formatCode="yyyy/m/d">
                  <c:v>41568</c:v>
                </c:pt>
                <c:pt idx="3203" c:formatCode="yyyy/m/d">
                  <c:v>41565</c:v>
                </c:pt>
                <c:pt idx="3204" c:formatCode="yyyy/m/d">
                  <c:v>41564</c:v>
                </c:pt>
                <c:pt idx="3205" c:formatCode="yyyy/m/d">
                  <c:v>41563</c:v>
                </c:pt>
                <c:pt idx="3206" c:formatCode="yyyy/m/d">
                  <c:v>41562</c:v>
                </c:pt>
                <c:pt idx="3207" c:formatCode="yyyy/m/d">
                  <c:v>41561</c:v>
                </c:pt>
                <c:pt idx="3208" c:formatCode="yyyy/m/d">
                  <c:v>41558</c:v>
                </c:pt>
                <c:pt idx="3209" c:formatCode="yyyy/m/d">
                  <c:v>41557</c:v>
                </c:pt>
                <c:pt idx="3210" c:formatCode="yyyy/m/d">
                  <c:v>41556</c:v>
                </c:pt>
                <c:pt idx="3211" c:formatCode="yyyy/m/d">
                  <c:v>41555</c:v>
                </c:pt>
                <c:pt idx="3212" c:formatCode="yyyy/m/d">
                  <c:v>41554</c:v>
                </c:pt>
                <c:pt idx="3213" c:formatCode="yyyy/m/d">
                  <c:v>41551</c:v>
                </c:pt>
                <c:pt idx="3214" c:formatCode="yyyy/m/d">
                  <c:v>41550</c:v>
                </c:pt>
                <c:pt idx="3215" c:formatCode="yyyy/m/d">
                  <c:v>41549</c:v>
                </c:pt>
                <c:pt idx="3216" c:formatCode="yyyy/m/d">
                  <c:v>41548</c:v>
                </c:pt>
                <c:pt idx="3217" c:formatCode="yyyy/m/d">
                  <c:v>41547</c:v>
                </c:pt>
                <c:pt idx="3218" c:formatCode="yyyy/m/d">
                  <c:v>41544</c:v>
                </c:pt>
                <c:pt idx="3219" c:formatCode="yyyy/m/d">
                  <c:v>41543</c:v>
                </c:pt>
                <c:pt idx="3220" c:formatCode="yyyy/m/d">
                  <c:v>41542</c:v>
                </c:pt>
                <c:pt idx="3221" c:formatCode="yyyy/m/d">
                  <c:v>41541</c:v>
                </c:pt>
                <c:pt idx="3222" c:formatCode="yyyy/m/d">
                  <c:v>41540</c:v>
                </c:pt>
                <c:pt idx="3223" c:formatCode="yyyy/m/d">
                  <c:v>41537</c:v>
                </c:pt>
                <c:pt idx="3224" c:formatCode="yyyy/m/d">
                  <c:v>41536</c:v>
                </c:pt>
                <c:pt idx="3225" c:formatCode="yyyy/m/d">
                  <c:v>41535</c:v>
                </c:pt>
                <c:pt idx="3226" c:formatCode="yyyy/m/d">
                  <c:v>41534</c:v>
                </c:pt>
                <c:pt idx="3227" c:formatCode="yyyy/m/d">
                  <c:v>41533</c:v>
                </c:pt>
                <c:pt idx="3228" c:formatCode="yyyy/m/d">
                  <c:v>41530</c:v>
                </c:pt>
                <c:pt idx="3229" c:formatCode="yyyy/m/d">
                  <c:v>41529</c:v>
                </c:pt>
                <c:pt idx="3230" c:formatCode="yyyy/m/d">
                  <c:v>41528</c:v>
                </c:pt>
                <c:pt idx="3231" c:formatCode="yyyy/m/d">
                  <c:v>41527</c:v>
                </c:pt>
                <c:pt idx="3232" c:formatCode="yyyy/m/d">
                  <c:v>41526</c:v>
                </c:pt>
                <c:pt idx="3233" c:formatCode="yyyy/m/d">
                  <c:v>41523</c:v>
                </c:pt>
                <c:pt idx="3234" c:formatCode="yyyy/m/d">
                  <c:v>41522</c:v>
                </c:pt>
                <c:pt idx="3235" c:formatCode="yyyy/m/d">
                  <c:v>41521</c:v>
                </c:pt>
                <c:pt idx="3236" c:formatCode="yyyy/m/d">
                  <c:v>41520</c:v>
                </c:pt>
                <c:pt idx="3237" c:formatCode="yyyy/m/d">
                  <c:v>41519</c:v>
                </c:pt>
                <c:pt idx="3238" c:formatCode="yyyy/m/d">
                  <c:v>41516</c:v>
                </c:pt>
                <c:pt idx="3239" c:formatCode="yyyy/m/d">
                  <c:v>41515</c:v>
                </c:pt>
                <c:pt idx="3240" c:formatCode="yyyy/m/d">
                  <c:v>41514</c:v>
                </c:pt>
                <c:pt idx="3241" c:formatCode="yyyy/m/d">
                  <c:v>41513</c:v>
                </c:pt>
                <c:pt idx="3242" c:formatCode="yyyy/m/d">
                  <c:v>41512</c:v>
                </c:pt>
                <c:pt idx="3243" c:formatCode="yyyy/m/d">
                  <c:v>41509</c:v>
                </c:pt>
                <c:pt idx="3244" c:formatCode="yyyy/m/d">
                  <c:v>41508</c:v>
                </c:pt>
                <c:pt idx="3245" c:formatCode="yyyy/m/d">
                  <c:v>41507</c:v>
                </c:pt>
                <c:pt idx="3246" c:formatCode="yyyy/m/d">
                  <c:v>41506</c:v>
                </c:pt>
                <c:pt idx="3247" c:formatCode="yyyy/m/d">
                  <c:v>41505</c:v>
                </c:pt>
                <c:pt idx="3248" c:formatCode="yyyy/m/d">
                  <c:v>41502</c:v>
                </c:pt>
                <c:pt idx="3249" c:formatCode="yyyy/m/d">
                  <c:v>41501</c:v>
                </c:pt>
                <c:pt idx="3250" c:formatCode="yyyy/m/d">
                  <c:v>41500</c:v>
                </c:pt>
                <c:pt idx="3251" c:formatCode="yyyy/m/d">
                  <c:v>41499</c:v>
                </c:pt>
                <c:pt idx="3252" c:formatCode="yyyy/m/d">
                  <c:v>41498</c:v>
                </c:pt>
                <c:pt idx="3253" c:formatCode="yyyy/m/d">
                  <c:v>41495</c:v>
                </c:pt>
                <c:pt idx="3254" c:formatCode="yyyy/m/d">
                  <c:v>41494</c:v>
                </c:pt>
                <c:pt idx="3255" c:formatCode="yyyy/m/d">
                  <c:v>41493</c:v>
                </c:pt>
                <c:pt idx="3256" c:formatCode="yyyy/m/d">
                  <c:v>41492</c:v>
                </c:pt>
                <c:pt idx="3257" c:formatCode="yyyy/m/d">
                  <c:v>41491</c:v>
                </c:pt>
                <c:pt idx="3258" c:formatCode="yyyy/m/d">
                  <c:v>41488</c:v>
                </c:pt>
                <c:pt idx="3259" c:formatCode="yyyy/m/d">
                  <c:v>41487</c:v>
                </c:pt>
                <c:pt idx="3260" c:formatCode="yyyy/m/d">
                  <c:v>41486</c:v>
                </c:pt>
                <c:pt idx="3261" c:formatCode="yyyy/m/d">
                  <c:v>41485</c:v>
                </c:pt>
                <c:pt idx="3262" c:formatCode="yyyy/m/d">
                  <c:v>41484</c:v>
                </c:pt>
                <c:pt idx="3263" c:formatCode="yyyy/m/d">
                  <c:v>41481</c:v>
                </c:pt>
                <c:pt idx="3264" c:formatCode="yyyy/m/d">
                  <c:v>41480</c:v>
                </c:pt>
                <c:pt idx="3265" c:formatCode="yyyy/m/d">
                  <c:v>41479</c:v>
                </c:pt>
                <c:pt idx="3266" c:formatCode="yyyy/m/d">
                  <c:v>41478</c:v>
                </c:pt>
                <c:pt idx="3267" c:formatCode="yyyy/m/d">
                  <c:v>41477</c:v>
                </c:pt>
                <c:pt idx="3268" c:formatCode="yyyy/m/d">
                  <c:v>41474</c:v>
                </c:pt>
                <c:pt idx="3269" c:formatCode="yyyy/m/d">
                  <c:v>41473</c:v>
                </c:pt>
                <c:pt idx="3270" c:formatCode="yyyy/m/d">
                  <c:v>41472</c:v>
                </c:pt>
                <c:pt idx="3271" c:formatCode="yyyy/m/d">
                  <c:v>41471</c:v>
                </c:pt>
                <c:pt idx="3272" c:formatCode="yyyy/m/d">
                  <c:v>41470</c:v>
                </c:pt>
                <c:pt idx="3273" c:formatCode="yyyy/m/d">
                  <c:v>41467</c:v>
                </c:pt>
                <c:pt idx="3274" c:formatCode="yyyy/m/d">
                  <c:v>41466</c:v>
                </c:pt>
                <c:pt idx="3275" c:formatCode="yyyy/m/d">
                  <c:v>41465</c:v>
                </c:pt>
                <c:pt idx="3276" c:formatCode="yyyy/m/d">
                  <c:v>41464</c:v>
                </c:pt>
                <c:pt idx="3277" c:formatCode="yyyy/m/d">
                  <c:v>41463</c:v>
                </c:pt>
                <c:pt idx="3278" c:formatCode="yyyy/m/d">
                  <c:v>41460</c:v>
                </c:pt>
                <c:pt idx="3279" c:formatCode="yyyy/m/d">
                  <c:v>41459</c:v>
                </c:pt>
                <c:pt idx="3280" c:formatCode="yyyy/m/d">
                  <c:v>41458</c:v>
                </c:pt>
                <c:pt idx="3281" c:formatCode="yyyy/m/d">
                  <c:v>41457</c:v>
                </c:pt>
                <c:pt idx="3282" c:formatCode="yyyy/m/d">
                  <c:v>41456</c:v>
                </c:pt>
                <c:pt idx="3283" c:formatCode="yyyy/m/d">
                  <c:v>41453</c:v>
                </c:pt>
                <c:pt idx="3284" c:formatCode="yyyy/m/d">
                  <c:v>41452</c:v>
                </c:pt>
                <c:pt idx="3285" c:formatCode="yyyy/m/d">
                  <c:v>41451</c:v>
                </c:pt>
                <c:pt idx="3286" c:formatCode="yyyy/m/d">
                  <c:v>41450</c:v>
                </c:pt>
                <c:pt idx="3287" c:formatCode="yyyy/m/d">
                  <c:v>41449</c:v>
                </c:pt>
                <c:pt idx="3288" c:formatCode="yyyy/m/d">
                  <c:v>41446</c:v>
                </c:pt>
                <c:pt idx="3289" c:formatCode="yyyy/m/d">
                  <c:v>41445</c:v>
                </c:pt>
                <c:pt idx="3290" c:formatCode="yyyy/m/d">
                  <c:v>41444</c:v>
                </c:pt>
                <c:pt idx="3291" c:formatCode="yyyy/m/d">
                  <c:v>41443</c:v>
                </c:pt>
                <c:pt idx="3292" c:formatCode="yyyy/m/d">
                  <c:v>41442</c:v>
                </c:pt>
                <c:pt idx="3293" c:formatCode="yyyy/m/d">
                  <c:v>41439</c:v>
                </c:pt>
                <c:pt idx="3294" c:formatCode="yyyy/m/d">
                  <c:v>41438</c:v>
                </c:pt>
                <c:pt idx="3295" c:formatCode="yyyy/m/d">
                  <c:v>41437</c:v>
                </c:pt>
                <c:pt idx="3296" c:formatCode="yyyy/m/d">
                  <c:v>41436</c:v>
                </c:pt>
                <c:pt idx="3297" c:formatCode="yyyy/m/d">
                  <c:v>41435</c:v>
                </c:pt>
                <c:pt idx="3298" c:formatCode="yyyy/m/d">
                  <c:v>41432</c:v>
                </c:pt>
                <c:pt idx="3299" c:formatCode="yyyy/m/d">
                  <c:v>41431</c:v>
                </c:pt>
                <c:pt idx="3300" c:formatCode="yyyy/m/d">
                  <c:v>41430</c:v>
                </c:pt>
                <c:pt idx="3301" c:formatCode="yyyy/m/d">
                  <c:v>41429</c:v>
                </c:pt>
                <c:pt idx="3302" c:formatCode="yyyy/m/d">
                  <c:v>41428</c:v>
                </c:pt>
                <c:pt idx="3303" c:formatCode="yyyy/m/d">
                  <c:v>41425</c:v>
                </c:pt>
                <c:pt idx="3304" c:formatCode="yyyy/m/d">
                  <c:v>41424</c:v>
                </c:pt>
                <c:pt idx="3305" c:formatCode="yyyy/m/d">
                  <c:v>41423</c:v>
                </c:pt>
                <c:pt idx="3306" c:formatCode="yyyy/m/d">
                  <c:v>41422</c:v>
                </c:pt>
                <c:pt idx="3307" c:formatCode="yyyy/m/d">
                  <c:v>41421</c:v>
                </c:pt>
                <c:pt idx="3308" c:formatCode="yyyy/m/d">
                  <c:v>41418</c:v>
                </c:pt>
                <c:pt idx="3309" c:formatCode="yyyy/m/d">
                  <c:v>41417</c:v>
                </c:pt>
                <c:pt idx="3310" c:formatCode="yyyy/m/d">
                  <c:v>41416</c:v>
                </c:pt>
                <c:pt idx="3311" c:formatCode="yyyy/m/d">
                  <c:v>41415</c:v>
                </c:pt>
                <c:pt idx="3312" c:formatCode="yyyy/m/d">
                  <c:v>41414</c:v>
                </c:pt>
                <c:pt idx="3313" c:formatCode="yyyy/m/d">
                  <c:v>41411</c:v>
                </c:pt>
                <c:pt idx="3314" c:formatCode="yyyy/m/d">
                  <c:v>41410</c:v>
                </c:pt>
                <c:pt idx="3315" c:formatCode="yyyy/m/d">
                  <c:v>41409</c:v>
                </c:pt>
                <c:pt idx="3316" c:formatCode="yyyy/m/d">
                  <c:v>41408</c:v>
                </c:pt>
                <c:pt idx="3317" c:formatCode="yyyy/m/d">
                  <c:v>41407</c:v>
                </c:pt>
                <c:pt idx="3318" c:formatCode="yyyy/m/d">
                  <c:v>41404</c:v>
                </c:pt>
                <c:pt idx="3319" c:formatCode="yyyy/m/d">
                  <c:v>41403</c:v>
                </c:pt>
                <c:pt idx="3320" c:formatCode="yyyy/m/d">
                  <c:v>41402</c:v>
                </c:pt>
                <c:pt idx="3321" c:formatCode="yyyy/m/d">
                  <c:v>41401</c:v>
                </c:pt>
                <c:pt idx="3322" c:formatCode="yyyy/m/d">
                  <c:v>41400</c:v>
                </c:pt>
                <c:pt idx="3323" c:formatCode="yyyy/m/d">
                  <c:v>41397</c:v>
                </c:pt>
                <c:pt idx="3324" c:formatCode="yyyy/m/d">
                  <c:v>41396</c:v>
                </c:pt>
                <c:pt idx="3325" c:formatCode="yyyy/m/d">
                  <c:v>41395</c:v>
                </c:pt>
                <c:pt idx="3326" c:formatCode="yyyy/m/d">
                  <c:v>41394</c:v>
                </c:pt>
                <c:pt idx="3327" c:formatCode="yyyy/m/d">
                  <c:v>41393</c:v>
                </c:pt>
                <c:pt idx="3328" c:formatCode="yyyy/m/d">
                  <c:v>41390</c:v>
                </c:pt>
                <c:pt idx="3329" c:formatCode="yyyy/m/d">
                  <c:v>41389</c:v>
                </c:pt>
                <c:pt idx="3330" c:formatCode="yyyy/m/d">
                  <c:v>41388</c:v>
                </c:pt>
                <c:pt idx="3331" c:formatCode="yyyy/m/d">
                  <c:v>41387</c:v>
                </c:pt>
                <c:pt idx="3332" c:formatCode="yyyy/m/d">
                  <c:v>41386</c:v>
                </c:pt>
                <c:pt idx="3333" c:formatCode="yyyy/m/d">
                  <c:v>41383</c:v>
                </c:pt>
                <c:pt idx="3334" c:formatCode="yyyy/m/d">
                  <c:v>41382</c:v>
                </c:pt>
                <c:pt idx="3335" c:formatCode="yyyy/m/d">
                  <c:v>41381</c:v>
                </c:pt>
                <c:pt idx="3336" c:formatCode="yyyy/m/d">
                  <c:v>41380</c:v>
                </c:pt>
                <c:pt idx="3337" c:formatCode="yyyy/m/d">
                  <c:v>41379</c:v>
                </c:pt>
                <c:pt idx="3338" c:formatCode="yyyy/m/d">
                  <c:v>41376</c:v>
                </c:pt>
                <c:pt idx="3339" c:formatCode="yyyy/m/d">
                  <c:v>41375</c:v>
                </c:pt>
                <c:pt idx="3340" c:formatCode="yyyy/m/d">
                  <c:v>41374</c:v>
                </c:pt>
                <c:pt idx="3341" c:formatCode="yyyy/m/d">
                  <c:v>41373</c:v>
                </c:pt>
                <c:pt idx="3342" c:formatCode="yyyy/m/d">
                  <c:v>41372</c:v>
                </c:pt>
                <c:pt idx="3343" c:formatCode="yyyy/m/d">
                  <c:v>41369</c:v>
                </c:pt>
                <c:pt idx="3344" c:formatCode="yyyy/m/d">
                  <c:v>41368</c:v>
                </c:pt>
                <c:pt idx="3345" c:formatCode="yyyy/m/d">
                  <c:v>41367</c:v>
                </c:pt>
                <c:pt idx="3346" c:formatCode="yyyy/m/d">
                  <c:v>41366</c:v>
                </c:pt>
                <c:pt idx="3347" c:formatCode="yyyy/m/d">
                  <c:v>41365</c:v>
                </c:pt>
                <c:pt idx="3348" c:formatCode="yyyy/m/d">
                  <c:v>41362</c:v>
                </c:pt>
                <c:pt idx="3349" c:formatCode="yyyy/m/d">
                  <c:v>41361</c:v>
                </c:pt>
                <c:pt idx="3350" c:formatCode="yyyy/m/d">
                  <c:v>41360</c:v>
                </c:pt>
                <c:pt idx="3351" c:formatCode="yyyy/m/d">
                  <c:v>41359</c:v>
                </c:pt>
                <c:pt idx="3352" c:formatCode="yyyy/m/d">
                  <c:v>41358</c:v>
                </c:pt>
                <c:pt idx="3353" c:formatCode="yyyy/m/d">
                  <c:v>41355</c:v>
                </c:pt>
                <c:pt idx="3354" c:formatCode="yyyy/m/d">
                  <c:v>41354</c:v>
                </c:pt>
                <c:pt idx="3355" c:formatCode="yyyy/m/d">
                  <c:v>41353</c:v>
                </c:pt>
                <c:pt idx="3356" c:formatCode="yyyy/m/d">
                  <c:v>41352</c:v>
                </c:pt>
                <c:pt idx="3357" c:formatCode="yyyy/m/d">
                  <c:v>41351</c:v>
                </c:pt>
                <c:pt idx="3358" c:formatCode="yyyy/m/d">
                  <c:v>41348</c:v>
                </c:pt>
                <c:pt idx="3359" c:formatCode="yyyy/m/d">
                  <c:v>41347</c:v>
                </c:pt>
                <c:pt idx="3360" c:formatCode="yyyy/m/d">
                  <c:v>41346</c:v>
                </c:pt>
                <c:pt idx="3361" c:formatCode="yyyy/m/d">
                  <c:v>41345</c:v>
                </c:pt>
                <c:pt idx="3362" c:formatCode="yyyy/m/d">
                  <c:v>41344</c:v>
                </c:pt>
                <c:pt idx="3363" c:formatCode="yyyy/m/d">
                  <c:v>41341</c:v>
                </c:pt>
                <c:pt idx="3364" c:formatCode="yyyy/m/d">
                  <c:v>41340</c:v>
                </c:pt>
                <c:pt idx="3365" c:formatCode="yyyy/m/d">
                  <c:v>41339</c:v>
                </c:pt>
                <c:pt idx="3366" c:formatCode="yyyy/m/d">
                  <c:v>41338</c:v>
                </c:pt>
                <c:pt idx="3367" c:formatCode="yyyy/m/d">
                  <c:v>41337</c:v>
                </c:pt>
                <c:pt idx="3368" c:formatCode="yyyy/m/d">
                  <c:v>41334</c:v>
                </c:pt>
                <c:pt idx="3369" c:formatCode="yyyy/m/d">
                  <c:v>41333</c:v>
                </c:pt>
                <c:pt idx="3370" c:formatCode="yyyy/m/d">
                  <c:v>41332</c:v>
                </c:pt>
                <c:pt idx="3371" c:formatCode="yyyy/m/d">
                  <c:v>41331</c:v>
                </c:pt>
                <c:pt idx="3372" c:formatCode="yyyy/m/d">
                  <c:v>41330</c:v>
                </c:pt>
                <c:pt idx="3373" c:formatCode="yyyy/m/d">
                  <c:v>41327</c:v>
                </c:pt>
                <c:pt idx="3374" c:formatCode="yyyy/m/d">
                  <c:v>41326</c:v>
                </c:pt>
                <c:pt idx="3375" c:formatCode="yyyy/m/d">
                  <c:v>41325</c:v>
                </c:pt>
                <c:pt idx="3376" c:formatCode="yyyy/m/d">
                  <c:v>41324</c:v>
                </c:pt>
                <c:pt idx="3377" c:formatCode="yyyy/m/d">
                  <c:v>41323</c:v>
                </c:pt>
                <c:pt idx="3378" c:formatCode="yyyy/m/d">
                  <c:v>41320</c:v>
                </c:pt>
                <c:pt idx="3379" c:formatCode="yyyy/m/d">
                  <c:v>41319</c:v>
                </c:pt>
                <c:pt idx="3380" c:formatCode="yyyy/m/d">
                  <c:v>41318</c:v>
                </c:pt>
                <c:pt idx="3381" c:formatCode="yyyy/m/d">
                  <c:v>41317</c:v>
                </c:pt>
                <c:pt idx="3382" c:formatCode="yyyy/m/d">
                  <c:v>41316</c:v>
                </c:pt>
                <c:pt idx="3383" c:formatCode="yyyy/m/d">
                  <c:v>41313</c:v>
                </c:pt>
                <c:pt idx="3384" c:formatCode="yyyy/m/d">
                  <c:v>41312</c:v>
                </c:pt>
                <c:pt idx="3385" c:formatCode="yyyy/m/d">
                  <c:v>41311</c:v>
                </c:pt>
                <c:pt idx="3386" c:formatCode="yyyy/m/d">
                  <c:v>41310</c:v>
                </c:pt>
                <c:pt idx="3387" c:formatCode="yyyy/m/d">
                  <c:v>41309</c:v>
                </c:pt>
                <c:pt idx="3388" c:formatCode="yyyy/m/d">
                  <c:v>41306</c:v>
                </c:pt>
                <c:pt idx="3389" c:formatCode="yyyy/m/d">
                  <c:v>41305</c:v>
                </c:pt>
                <c:pt idx="3390" c:formatCode="yyyy/m/d">
                  <c:v>41304</c:v>
                </c:pt>
                <c:pt idx="3391" c:formatCode="yyyy/m/d">
                  <c:v>41303</c:v>
                </c:pt>
                <c:pt idx="3392" c:formatCode="yyyy/m/d">
                  <c:v>41302</c:v>
                </c:pt>
                <c:pt idx="3393" c:formatCode="yyyy/m/d">
                  <c:v>41299</c:v>
                </c:pt>
                <c:pt idx="3394" c:formatCode="yyyy/m/d">
                  <c:v>41298</c:v>
                </c:pt>
                <c:pt idx="3395" c:formatCode="yyyy/m/d">
                  <c:v>41297</c:v>
                </c:pt>
                <c:pt idx="3396" c:formatCode="yyyy/m/d">
                  <c:v>41296</c:v>
                </c:pt>
                <c:pt idx="3397" c:formatCode="yyyy/m/d">
                  <c:v>41295</c:v>
                </c:pt>
                <c:pt idx="3398" c:formatCode="yyyy/m/d">
                  <c:v>41292</c:v>
                </c:pt>
                <c:pt idx="3399" c:formatCode="yyyy/m/d">
                  <c:v>41291</c:v>
                </c:pt>
                <c:pt idx="3400" c:formatCode="yyyy/m/d">
                  <c:v>41290</c:v>
                </c:pt>
                <c:pt idx="3401" c:formatCode="yyyy/m/d">
                  <c:v>41289</c:v>
                </c:pt>
                <c:pt idx="3402" c:formatCode="yyyy/m/d">
                  <c:v>41288</c:v>
                </c:pt>
                <c:pt idx="3403" c:formatCode="yyyy/m/d">
                  <c:v>41285</c:v>
                </c:pt>
                <c:pt idx="3404" c:formatCode="yyyy/m/d">
                  <c:v>41284</c:v>
                </c:pt>
                <c:pt idx="3405" c:formatCode="yyyy/m/d">
                  <c:v>41283</c:v>
                </c:pt>
                <c:pt idx="3406" c:formatCode="yyyy/m/d">
                  <c:v>41282</c:v>
                </c:pt>
                <c:pt idx="3407" c:formatCode="yyyy/m/d">
                  <c:v>41281</c:v>
                </c:pt>
                <c:pt idx="3408" c:formatCode="yyyy/m/d">
                  <c:v>41278</c:v>
                </c:pt>
                <c:pt idx="3409" c:formatCode="yyyy/m/d">
                  <c:v>41277</c:v>
                </c:pt>
                <c:pt idx="3410" c:formatCode="yyyy/m/d">
                  <c:v>41276</c:v>
                </c:pt>
                <c:pt idx="3411" c:formatCode="yyyy/m/d">
                  <c:v>41275</c:v>
                </c:pt>
                <c:pt idx="3412" c:formatCode="yyyy/m/d">
                  <c:v>41274</c:v>
                </c:pt>
                <c:pt idx="3413" c:formatCode="yyyy/m/d">
                  <c:v>41271</c:v>
                </c:pt>
                <c:pt idx="3414" c:formatCode="yyyy/m/d">
                  <c:v>41270</c:v>
                </c:pt>
                <c:pt idx="3415" c:formatCode="yyyy/m/d">
                  <c:v>41269</c:v>
                </c:pt>
                <c:pt idx="3416" c:formatCode="yyyy/m/d">
                  <c:v>41268</c:v>
                </c:pt>
                <c:pt idx="3417" c:formatCode="yyyy/m/d">
                  <c:v>41267</c:v>
                </c:pt>
                <c:pt idx="3418" c:formatCode="yyyy/m/d">
                  <c:v>41264</c:v>
                </c:pt>
                <c:pt idx="3419" c:formatCode="yyyy/m/d">
                  <c:v>41263</c:v>
                </c:pt>
                <c:pt idx="3420" c:formatCode="yyyy/m/d">
                  <c:v>41262</c:v>
                </c:pt>
                <c:pt idx="3421" c:formatCode="yyyy/m/d">
                  <c:v>41261</c:v>
                </c:pt>
                <c:pt idx="3422" c:formatCode="yyyy/m/d">
                  <c:v>41260</c:v>
                </c:pt>
                <c:pt idx="3423" c:formatCode="yyyy/m/d">
                  <c:v>41257</c:v>
                </c:pt>
                <c:pt idx="3424" c:formatCode="yyyy/m/d">
                  <c:v>41256</c:v>
                </c:pt>
                <c:pt idx="3425" c:formatCode="yyyy/m/d">
                  <c:v>41255</c:v>
                </c:pt>
                <c:pt idx="3426" c:formatCode="yyyy/m/d">
                  <c:v>41254</c:v>
                </c:pt>
                <c:pt idx="3427" c:formatCode="yyyy/m/d">
                  <c:v>41253</c:v>
                </c:pt>
                <c:pt idx="3428" c:formatCode="yyyy/m/d">
                  <c:v>41250</c:v>
                </c:pt>
                <c:pt idx="3429" c:formatCode="yyyy/m/d">
                  <c:v>41249</c:v>
                </c:pt>
                <c:pt idx="3430" c:formatCode="yyyy/m/d">
                  <c:v>41248</c:v>
                </c:pt>
                <c:pt idx="3431" c:formatCode="yyyy/m/d">
                  <c:v>41247</c:v>
                </c:pt>
                <c:pt idx="3432" c:formatCode="yyyy/m/d">
                  <c:v>41246</c:v>
                </c:pt>
                <c:pt idx="3433" c:formatCode="yyyy/m/d">
                  <c:v>41243</c:v>
                </c:pt>
                <c:pt idx="3434" c:formatCode="yyyy/m/d">
                  <c:v>41242</c:v>
                </c:pt>
                <c:pt idx="3435" c:formatCode="yyyy/m/d">
                  <c:v>41241</c:v>
                </c:pt>
                <c:pt idx="3436" c:formatCode="yyyy/m/d">
                  <c:v>41240</c:v>
                </c:pt>
                <c:pt idx="3437" c:formatCode="yyyy/m/d">
                  <c:v>41239</c:v>
                </c:pt>
                <c:pt idx="3438" c:formatCode="yyyy/m/d">
                  <c:v>41236</c:v>
                </c:pt>
                <c:pt idx="3439" c:formatCode="yyyy/m/d">
                  <c:v>41235</c:v>
                </c:pt>
                <c:pt idx="3440" c:formatCode="yyyy/m/d">
                  <c:v>41234</c:v>
                </c:pt>
                <c:pt idx="3441" c:formatCode="yyyy/m/d">
                  <c:v>41233</c:v>
                </c:pt>
                <c:pt idx="3442" c:formatCode="yyyy/m/d">
                  <c:v>41232</c:v>
                </c:pt>
                <c:pt idx="3443" c:formatCode="yyyy/m/d">
                  <c:v>41229</c:v>
                </c:pt>
                <c:pt idx="3444" c:formatCode="yyyy/m/d">
                  <c:v>41228</c:v>
                </c:pt>
                <c:pt idx="3445" c:formatCode="yyyy/m/d">
                  <c:v>41227</c:v>
                </c:pt>
                <c:pt idx="3446" c:formatCode="yyyy/m/d">
                  <c:v>41226</c:v>
                </c:pt>
                <c:pt idx="3447" c:formatCode="yyyy/m/d">
                  <c:v>41225</c:v>
                </c:pt>
                <c:pt idx="3448" c:formatCode="yyyy/m/d">
                  <c:v>41222</c:v>
                </c:pt>
                <c:pt idx="3449" c:formatCode="yyyy/m/d">
                  <c:v>41221</c:v>
                </c:pt>
                <c:pt idx="3450" c:formatCode="yyyy/m/d">
                  <c:v>41220</c:v>
                </c:pt>
                <c:pt idx="3451" c:formatCode="yyyy/m/d">
                  <c:v>41219</c:v>
                </c:pt>
                <c:pt idx="3452" c:formatCode="yyyy/m/d">
                  <c:v>41218</c:v>
                </c:pt>
                <c:pt idx="3453" c:formatCode="yyyy/m/d">
                  <c:v>41215</c:v>
                </c:pt>
                <c:pt idx="3454" c:formatCode="yyyy/m/d">
                  <c:v>41214</c:v>
                </c:pt>
                <c:pt idx="3455" c:formatCode="yyyy/m/d">
                  <c:v>41213</c:v>
                </c:pt>
                <c:pt idx="3456" c:formatCode="yyyy/m/d">
                  <c:v>41212</c:v>
                </c:pt>
                <c:pt idx="3457" c:formatCode="yyyy/m/d">
                  <c:v>41211</c:v>
                </c:pt>
                <c:pt idx="3458" c:formatCode="yyyy/m/d">
                  <c:v>41208</c:v>
                </c:pt>
                <c:pt idx="3459" c:formatCode="yyyy/m/d">
                  <c:v>41207</c:v>
                </c:pt>
                <c:pt idx="3460" c:formatCode="yyyy/m/d">
                  <c:v>41206</c:v>
                </c:pt>
                <c:pt idx="3461" c:formatCode="yyyy/m/d">
                  <c:v>41205</c:v>
                </c:pt>
                <c:pt idx="3462" c:formatCode="yyyy/m/d">
                  <c:v>41204</c:v>
                </c:pt>
                <c:pt idx="3463" c:formatCode="yyyy/m/d">
                  <c:v>41201</c:v>
                </c:pt>
                <c:pt idx="3464" c:formatCode="yyyy/m/d">
                  <c:v>41200</c:v>
                </c:pt>
                <c:pt idx="3465" c:formatCode="yyyy/m/d">
                  <c:v>41199</c:v>
                </c:pt>
                <c:pt idx="3466" c:formatCode="yyyy/m/d">
                  <c:v>41198</c:v>
                </c:pt>
                <c:pt idx="3467" c:formatCode="yyyy/m/d">
                  <c:v>41197</c:v>
                </c:pt>
                <c:pt idx="3468" c:formatCode="yyyy/m/d">
                  <c:v>41194</c:v>
                </c:pt>
                <c:pt idx="3469" c:formatCode="yyyy/m/d">
                  <c:v>41193</c:v>
                </c:pt>
                <c:pt idx="3470" c:formatCode="yyyy/m/d">
                  <c:v>41192</c:v>
                </c:pt>
                <c:pt idx="3471" c:formatCode="yyyy/m/d">
                  <c:v>41191</c:v>
                </c:pt>
                <c:pt idx="3472" c:formatCode="yyyy/m/d">
                  <c:v>41190</c:v>
                </c:pt>
                <c:pt idx="3473" c:formatCode="yyyy/m/d">
                  <c:v>41187</c:v>
                </c:pt>
                <c:pt idx="3474" c:formatCode="yyyy/m/d">
                  <c:v>41186</c:v>
                </c:pt>
                <c:pt idx="3475" c:formatCode="yyyy/m/d">
                  <c:v>41185</c:v>
                </c:pt>
                <c:pt idx="3476" c:formatCode="yyyy/m/d">
                  <c:v>41184</c:v>
                </c:pt>
                <c:pt idx="3477" c:formatCode="yyyy/m/d">
                  <c:v>41183</c:v>
                </c:pt>
                <c:pt idx="3478" c:formatCode="yyyy/m/d">
                  <c:v>41180</c:v>
                </c:pt>
                <c:pt idx="3479" c:formatCode="yyyy/m/d">
                  <c:v>41179</c:v>
                </c:pt>
                <c:pt idx="3480" c:formatCode="yyyy/m/d">
                  <c:v>41178</c:v>
                </c:pt>
                <c:pt idx="3481" c:formatCode="yyyy/m/d">
                  <c:v>41177</c:v>
                </c:pt>
                <c:pt idx="3482" c:formatCode="yyyy/m/d">
                  <c:v>41176</c:v>
                </c:pt>
                <c:pt idx="3483" c:formatCode="yyyy/m/d">
                  <c:v>41173</c:v>
                </c:pt>
                <c:pt idx="3484" c:formatCode="yyyy/m/d">
                  <c:v>41172</c:v>
                </c:pt>
                <c:pt idx="3485" c:formatCode="yyyy/m/d">
                  <c:v>41171</c:v>
                </c:pt>
                <c:pt idx="3486" c:formatCode="yyyy/m/d">
                  <c:v>41170</c:v>
                </c:pt>
                <c:pt idx="3487" c:formatCode="yyyy/m/d">
                  <c:v>41169</c:v>
                </c:pt>
                <c:pt idx="3488" c:formatCode="yyyy/m/d">
                  <c:v>41166</c:v>
                </c:pt>
                <c:pt idx="3489" c:formatCode="yyyy/m/d">
                  <c:v>41165</c:v>
                </c:pt>
                <c:pt idx="3490" c:formatCode="yyyy/m/d">
                  <c:v>41164</c:v>
                </c:pt>
                <c:pt idx="3491" c:formatCode="yyyy/m/d">
                  <c:v>41163</c:v>
                </c:pt>
                <c:pt idx="3492" c:formatCode="yyyy/m/d">
                  <c:v>41162</c:v>
                </c:pt>
                <c:pt idx="3493" c:formatCode="yyyy/m/d">
                  <c:v>41159</c:v>
                </c:pt>
                <c:pt idx="3494" c:formatCode="yyyy/m/d">
                  <c:v>41158</c:v>
                </c:pt>
                <c:pt idx="3495" c:formatCode="yyyy/m/d">
                  <c:v>41157</c:v>
                </c:pt>
                <c:pt idx="3496" c:formatCode="yyyy/m/d">
                  <c:v>41156</c:v>
                </c:pt>
                <c:pt idx="3497" c:formatCode="yyyy/m/d">
                  <c:v>41155</c:v>
                </c:pt>
                <c:pt idx="3498" c:formatCode="yyyy/m/d">
                  <c:v>41152</c:v>
                </c:pt>
                <c:pt idx="3499" c:formatCode="yyyy/m/d">
                  <c:v>41151</c:v>
                </c:pt>
                <c:pt idx="3500" c:formatCode="yyyy/m/d">
                  <c:v>41150</c:v>
                </c:pt>
                <c:pt idx="3501" c:formatCode="yyyy/m/d">
                  <c:v>41149</c:v>
                </c:pt>
                <c:pt idx="3502" c:formatCode="yyyy/m/d">
                  <c:v>41148</c:v>
                </c:pt>
                <c:pt idx="3503" c:formatCode="yyyy/m/d">
                  <c:v>41145</c:v>
                </c:pt>
                <c:pt idx="3504" c:formatCode="yyyy/m/d">
                  <c:v>41144</c:v>
                </c:pt>
                <c:pt idx="3505" c:formatCode="yyyy/m/d">
                  <c:v>41143</c:v>
                </c:pt>
                <c:pt idx="3506" c:formatCode="yyyy/m/d">
                  <c:v>41142</c:v>
                </c:pt>
                <c:pt idx="3507" c:formatCode="yyyy/m/d">
                  <c:v>41141</c:v>
                </c:pt>
                <c:pt idx="3508" c:formatCode="yyyy/m/d">
                  <c:v>41138</c:v>
                </c:pt>
                <c:pt idx="3509" c:formatCode="yyyy/m/d">
                  <c:v>41137</c:v>
                </c:pt>
                <c:pt idx="3510" c:formatCode="yyyy/m/d">
                  <c:v>41136</c:v>
                </c:pt>
                <c:pt idx="3511" c:formatCode="yyyy/m/d">
                  <c:v>41135</c:v>
                </c:pt>
                <c:pt idx="3512" c:formatCode="yyyy/m/d">
                  <c:v>41134</c:v>
                </c:pt>
                <c:pt idx="3513" c:formatCode="yyyy/m/d">
                  <c:v>41131</c:v>
                </c:pt>
                <c:pt idx="3514" c:formatCode="yyyy/m/d">
                  <c:v>41130</c:v>
                </c:pt>
                <c:pt idx="3515" c:formatCode="yyyy/m/d">
                  <c:v>41129</c:v>
                </c:pt>
                <c:pt idx="3516" c:formatCode="yyyy/m/d">
                  <c:v>41128</c:v>
                </c:pt>
                <c:pt idx="3517" c:formatCode="yyyy/m/d">
                  <c:v>41127</c:v>
                </c:pt>
                <c:pt idx="3518" c:formatCode="yyyy/m/d">
                  <c:v>41124</c:v>
                </c:pt>
                <c:pt idx="3519" c:formatCode="yyyy/m/d">
                  <c:v>41123</c:v>
                </c:pt>
                <c:pt idx="3520" c:formatCode="yyyy/m/d">
                  <c:v>41122</c:v>
                </c:pt>
                <c:pt idx="3521" c:formatCode="yyyy/m/d">
                  <c:v>41121</c:v>
                </c:pt>
                <c:pt idx="3522" c:formatCode="yyyy/m/d">
                  <c:v>41120</c:v>
                </c:pt>
                <c:pt idx="3523" c:formatCode="yyyy/m/d">
                  <c:v>41117</c:v>
                </c:pt>
                <c:pt idx="3524" c:formatCode="yyyy/m/d">
                  <c:v>41116</c:v>
                </c:pt>
                <c:pt idx="3525" c:formatCode="yyyy/m/d">
                  <c:v>41115</c:v>
                </c:pt>
                <c:pt idx="3526" c:formatCode="yyyy/m/d">
                  <c:v>41114</c:v>
                </c:pt>
                <c:pt idx="3527" c:formatCode="yyyy/m/d">
                  <c:v>41113</c:v>
                </c:pt>
                <c:pt idx="3528" c:formatCode="yyyy/m/d">
                  <c:v>41110</c:v>
                </c:pt>
                <c:pt idx="3529" c:formatCode="yyyy/m/d">
                  <c:v>41109</c:v>
                </c:pt>
                <c:pt idx="3530" c:formatCode="yyyy/m/d">
                  <c:v>41108</c:v>
                </c:pt>
                <c:pt idx="3531" c:formatCode="yyyy/m/d">
                  <c:v>41107</c:v>
                </c:pt>
                <c:pt idx="3532" c:formatCode="yyyy/m/d">
                  <c:v>41106</c:v>
                </c:pt>
                <c:pt idx="3533" c:formatCode="yyyy/m/d">
                  <c:v>41103</c:v>
                </c:pt>
                <c:pt idx="3534" c:formatCode="yyyy/m/d">
                  <c:v>41102</c:v>
                </c:pt>
                <c:pt idx="3535" c:formatCode="yyyy/m/d">
                  <c:v>41101</c:v>
                </c:pt>
                <c:pt idx="3536" c:formatCode="yyyy/m/d">
                  <c:v>41100</c:v>
                </c:pt>
                <c:pt idx="3537" c:formatCode="yyyy/m/d">
                  <c:v>41099</c:v>
                </c:pt>
                <c:pt idx="3538" c:formatCode="yyyy/m/d">
                  <c:v>41096</c:v>
                </c:pt>
                <c:pt idx="3539" c:formatCode="yyyy/m/d">
                  <c:v>41095</c:v>
                </c:pt>
                <c:pt idx="3540" c:formatCode="yyyy/m/d">
                  <c:v>41094</c:v>
                </c:pt>
                <c:pt idx="3541" c:formatCode="yyyy/m/d">
                  <c:v>41093</c:v>
                </c:pt>
                <c:pt idx="3542" c:formatCode="yyyy/m/d">
                  <c:v>41092</c:v>
                </c:pt>
                <c:pt idx="3543" c:formatCode="yyyy/m/d">
                  <c:v>41089</c:v>
                </c:pt>
                <c:pt idx="3544" c:formatCode="yyyy/m/d">
                  <c:v>41088</c:v>
                </c:pt>
                <c:pt idx="3545" c:formatCode="yyyy/m/d">
                  <c:v>41087</c:v>
                </c:pt>
                <c:pt idx="3546" c:formatCode="yyyy/m/d">
                  <c:v>41086</c:v>
                </c:pt>
                <c:pt idx="3547" c:formatCode="yyyy/m/d">
                  <c:v>41085</c:v>
                </c:pt>
                <c:pt idx="3548" c:formatCode="yyyy/m/d">
                  <c:v>41082</c:v>
                </c:pt>
                <c:pt idx="3549" c:formatCode="yyyy/m/d">
                  <c:v>41081</c:v>
                </c:pt>
                <c:pt idx="3550" c:formatCode="yyyy/m/d">
                  <c:v>41080</c:v>
                </c:pt>
                <c:pt idx="3551" c:formatCode="yyyy/m/d">
                  <c:v>41079</c:v>
                </c:pt>
                <c:pt idx="3552" c:formatCode="yyyy/m/d">
                  <c:v>41078</c:v>
                </c:pt>
                <c:pt idx="3553" c:formatCode="yyyy/m/d">
                  <c:v>41075</c:v>
                </c:pt>
                <c:pt idx="3554" c:formatCode="yyyy/m/d">
                  <c:v>41074</c:v>
                </c:pt>
                <c:pt idx="3555" c:formatCode="yyyy/m/d">
                  <c:v>41073</c:v>
                </c:pt>
                <c:pt idx="3556" c:formatCode="yyyy/m/d">
                  <c:v>41072</c:v>
                </c:pt>
                <c:pt idx="3557" c:formatCode="yyyy/m/d">
                  <c:v>41071</c:v>
                </c:pt>
                <c:pt idx="3558" c:formatCode="yyyy/m/d">
                  <c:v>41068</c:v>
                </c:pt>
                <c:pt idx="3559" c:formatCode="yyyy/m/d">
                  <c:v>41067</c:v>
                </c:pt>
                <c:pt idx="3560" c:formatCode="yyyy/m/d">
                  <c:v>41066</c:v>
                </c:pt>
                <c:pt idx="3561" c:formatCode="yyyy/m/d">
                  <c:v>41065</c:v>
                </c:pt>
                <c:pt idx="3562" c:formatCode="yyyy/m/d">
                  <c:v>41064</c:v>
                </c:pt>
                <c:pt idx="3563" c:formatCode="yyyy/m/d">
                  <c:v>41061</c:v>
                </c:pt>
                <c:pt idx="3564" c:formatCode="yyyy/m/d">
                  <c:v>41060</c:v>
                </c:pt>
                <c:pt idx="3565" c:formatCode="yyyy/m/d">
                  <c:v>41059</c:v>
                </c:pt>
                <c:pt idx="3566" c:formatCode="yyyy/m/d">
                  <c:v>41058</c:v>
                </c:pt>
                <c:pt idx="3567" c:formatCode="yyyy/m/d">
                  <c:v>41057</c:v>
                </c:pt>
                <c:pt idx="3568" c:formatCode="yyyy/m/d">
                  <c:v>41054</c:v>
                </c:pt>
                <c:pt idx="3569" c:formatCode="yyyy/m/d">
                  <c:v>41053</c:v>
                </c:pt>
                <c:pt idx="3570" c:formatCode="yyyy/m/d">
                  <c:v>41052</c:v>
                </c:pt>
                <c:pt idx="3571" c:formatCode="yyyy/m/d">
                  <c:v>41051</c:v>
                </c:pt>
                <c:pt idx="3572" c:formatCode="yyyy/m/d">
                  <c:v>41050</c:v>
                </c:pt>
                <c:pt idx="3573" c:formatCode="yyyy/m/d">
                  <c:v>41047</c:v>
                </c:pt>
                <c:pt idx="3574" c:formatCode="yyyy/m/d">
                  <c:v>41046</c:v>
                </c:pt>
                <c:pt idx="3575" c:formatCode="yyyy/m/d">
                  <c:v>41045</c:v>
                </c:pt>
                <c:pt idx="3576" c:formatCode="yyyy/m/d">
                  <c:v>41044</c:v>
                </c:pt>
                <c:pt idx="3577" c:formatCode="yyyy/m/d">
                  <c:v>41043</c:v>
                </c:pt>
                <c:pt idx="3578" c:formatCode="yyyy/m/d">
                  <c:v>41040</c:v>
                </c:pt>
                <c:pt idx="3579" c:formatCode="yyyy/m/d">
                  <c:v>41039</c:v>
                </c:pt>
                <c:pt idx="3580" c:formatCode="yyyy/m/d">
                  <c:v>41038</c:v>
                </c:pt>
                <c:pt idx="3581" c:formatCode="yyyy/m/d">
                  <c:v>41037</c:v>
                </c:pt>
                <c:pt idx="3582" c:formatCode="yyyy/m/d">
                  <c:v>41036</c:v>
                </c:pt>
                <c:pt idx="3583" c:formatCode="yyyy/m/d">
                  <c:v>41033</c:v>
                </c:pt>
                <c:pt idx="3584" c:formatCode="yyyy/m/d">
                  <c:v>41032</c:v>
                </c:pt>
                <c:pt idx="3585" c:formatCode="yyyy/m/d">
                  <c:v>41031</c:v>
                </c:pt>
                <c:pt idx="3586" c:formatCode="yyyy/m/d">
                  <c:v>41030</c:v>
                </c:pt>
                <c:pt idx="3587" c:formatCode="yyyy/m/d">
                  <c:v>41029</c:v>
                </c:pt>
                <c:pt idx="3588" c:formatCode="yyyy/m/d">
                  <c:v>41026</c:v>
                </c:pt>
                <c:pt idx="3589" c:formatCode="yyyy/m/d">
                  <c:v>41025</c:v>
                </c:pt>
                <c:pt idx="3590" c:formatCode="yyyy/m/d">
                  <c:v>41024</c:v>
                </c:pt>
                <c:pt idx="3591" c:formatCode="yyyy/m/d">
                  <c:v>41023</c:v>
                </c:pt>
                <c:pt idx="3592" c:formatCode="yyyy/m/d">
                  <c:v>41022</c:v>
                </c:pt>
                <c:pt idx="3593" c:formatCode="yyyy/m/d">
                  <c:v>41019</c:v>
                </c:pt>
                <c:pt idx="3594" c:formatCode="yyyy/m/d">
                  <c:v>41018</c:v>
                </c:pt>
                <c:pt idx="3595" c:formatCode="yyyy/m/d">
                  <c:v>41017</c:v>
                </c:pt>
                <c:pt idx="3596" c:formatCode="yyyy/m/d">
                  <c:v>41016</c:v>
                </c:pt>
                <c:pt idx="3597" c:formatCode="yyyy/m/d">
                  <c:v>41015</c:v>
                </c:pt>
                <c:pt idx="3598" c:formatCode="yyyy/m/d">
                  <c:v>41012</c:v>
                </c:pt>
                <c:pt idx="3599" c:formatCode="yyyy/m/d">
                  <c:v>41011</c:v>
                </c:pt>
                <c:pt idx="3600" c:formatCode="yyyy/m/d">
                  <c:v>41010</c:v>
                </c:pt>
                <c:pt idx="3601" c:formatCode="yyyy/m/d">
                  <c:v>41009</c:v>
                </c:pt>
                <c:pt idx="3602" c:formatCode="yyyy/m/d">
                  <c:v>41008</c:v>
                </c:pt>
                <c:pt idx="3603" c:formatCode="yyyy/m/d">
                  <c:v>41005</c:v>
                </c:pt>
                <c:pt idx="3604" c:formatCode="yyyy/m/d">
                  <c:v>41004</c:v>
                </c:pt>
                <c:pt idx="3605" c:formatCode="yyyy/m/d">
                  <c:v>41003</c:v>
                </c:pt>
                <c:pt idx="3606" c:formatCode="yyyy/m/d">
                  <c:v>41002</c:v>
                </c:pt>
                <c:pt idx="3607" c:formatCode="yyyy/m/d">
                  <c:v>41001</c:v>
                </c:pt>
                <c:pt idx="3608" c:formatCode="yyyy/m/d">
                  <c:v>40998</c:v>
                </c:pt>
                <c:pt idx="3609" c:formatCode="yyyy/m/d">
                  <c:v>40997</c:v>
                </c:pt>
                <c:pt idx="3610" c:formatCode="yyyy/m/d">
                  <c:v>40996</c:v>
                </c:pt>
                <c:pt idx="3611" c:formatCode="yyyy/m/d">
                  <c:v>40995</c:v>
                </c:pt>
                <c:pt idx="3612" c:formatCode="yyyy/m/d">
                  <c:v>40994</c:v>
                </c:pt>
                <c:pt idx="3613" c:formatCode="yyyy/m/d">
                  <c:v>40991</c:v>
                </c:pt>
                <c:pt idx="3614" c:formatCode="yyyy/m/d">
                  <c:v>40990</c:v>
                </c:pt>
                <c:pt idx="3615" c:formatCode="yyyy/m/d">
                  <c:v>40989</c:v>
                </c:pt>
                <c:pt idx="3616" c:formatCode="yyyy/m/d">
                  <c:v>40988</c:v>
                </c:pt>
                <c:pt idx="3617" c:formatCode="yyyy/m/d">
                  <c:v>40987</c:v>
                </c:pt>
                <c:pt idx="3618" c:formatCode="yyyy/m/d">
                  <c:v>40984</c:v>
                </c:pt>
                <c:pt idx="3619" c:formatCode="yyyy/m/d">
                  <c:v>40983</c:v>
                </c:pt>
                <c:pt idx="3620" c:formatCode="yyyy/m/d">
                  <c:v>40982</c:v>
                </c:pt>
                <c:pt idx="3621" c:formatCode="yyyy/m/d">
                  <c:v>40981</c:v>
                </c:pt>
                <c:pt idx="3622" c:formatCode="yyyy/m/d">
                  <c:v>40980</c:v>
                </c:pt>
                <c:pt idx="3623" c:formatCode="yyyy/m/d">
                  <c:v>40977</c:v>
                </c:pt>
                <c:pt idx="3624" c:formatCode="yyyy/m/d">
                  <c:v>40976</c:v>
                </c:pt>
                <c:pt idx="3625" c:formatCode="yyyy/m/d">
                  <c:v>40975</c:v>
                </c:pt>
                <c:pt idx="3626" c:formatCode="yyyy/m/d">
                  <c:v>40974</c:v>
                </c:pt>
                <c:pt idx="3627" c:formatCode="yyyy/m/d">
                  <c:v>40973</c:v>
                </c:pt>
                <c:pt idx="3628" c:formatCode="yyyy/m/d">
                  <c:v>40970</c:v>
                </c:pt>
                <c:pt idx="3629" c:formatCode="yyyy/m/d">
                  <c:v>40969</c:v>
                </c:pt>
                <c:pt idx="3630" c:formatCode="yyyy/m/d">
                  <c:v>40968</c:v>
                </c:pt>
                <c:pt idx="3631" c:formatCode="yyyy/m/d">
                  <c:v>40967</c:v>
                </c:pt>
                <c:pt idx="3632" c:formatCode="yyyy/m/d">
                  <c:v>40966</c:v>
                </c:pt>
                <c:pt idx="3633" c:formatCode="yyyy/m/d">
                  <c:v>40963</c:v>
                </c:pt>
                <c:pt idx="3634" c:formatCode="yyyy/m/d">
                  <c:v>40962</c:v>
                </c:pt>
                <c:pt idx="3635" c:formatCode="yyyy/m/d">
                  <c:v>40961</c:v>
                </c:pt>
                <c:pt idx="3636" c:formatCode="yyyy/m/d">
                  <c:v>40960</c:v>
                </c:pt>
                <c:pt idx="3637" c:formatCode="yyyy/m/d">
                  <c:v>40959</c:v>
                </c:pt>
                <c:pt idx="3638" c:formatCode="yyyy/m/d">
                  <c:v>40956</c:v>
                </c:pt>
                <c:pt idx="3639" c:formatCode="yyyy/m/d">
                  <c:v>40955</c:v>
                </c:pt>
                <c:pt idx="3640" c:formatCode="yyyy/m/d">
                  <c:v>40954</c:v>
                </c:pt>
                <c:pt idx="3641" c:formatCode="yyyy/m/d">
                  <c:v>40953</c:v>
                </c:pt>
                <c:pt idx="3642" c:formatCode="yyyy/m/d">
                  <c:v>40952</c:v>
                </c:pt>
                <c:pt idx="3643" c:formatCode="yyyy/m/d">
                  <c:v>40949</c:v>
                </c:pt>
                <c:pt idx="3644" c:formatCode="yyyy/m/d">
                  <c:v>40948</c:v>
                </c:pt>
                <c:pt idx="3645" c:formatCode="yyyy/m/d">
                  <c:v>40947</c:v>
                </c:pt>
                <c:pt idx="3646" c:formatCode="yyyy/m/d">
                  <c:v>40946</c:v>
                </c:pt>
                <c:pt idx="3647" c:formatCode="yyyy/m/d">
                  <c:v>40945</c:v>
                </c:pt>
                <c:pt idx="3648" c:formatCode="yyyy/m/d">
                  <c:v>40942</c:v>
                </c:pt>
                <c:pt idx="3649" c:formatCode="yyyy/m/d">
                  <c:v>40941</c:v>
                </c:pt>
                <c:pt idx="3650" c:formatCode="yyyy/m/d">
                  <c:v>40940</c:v>
                </c:pt>
                <c:pt idx="3651" c:formatCode="yyyy/m/d">
                  <c:v>40939</c:v>
                </c:pt>
                <c:pt idx="3652" c:formatCode="yyyy/m/d">
                  <c:v>40938</c:v>
                </c:pt>
                <c:pt idx="3653" c:formatCode="yyyy/m/d">
                  <c:v>40935</c:v>
                </c:pt>
                <c:pt idx="3654" c:formatCode="yyyy/m/d">
                  <c:v>40934</c:v>
                </c:pt>
                <c:pt idx="3655" c:formatCode="yyyy/m/d">
                  <c:v>40933</c:v>
                </c:pt>
                <c:pt idx="3656" c:formatCode="yyyy/m/d">
                  <c:v>40932</c:v>
                </c:pt>
                <c:pt idx="3657" c:formatCode="yyyy/m/d">
                  <c:v>40931</c:v>
                </c:pt>
                <c:pt idx="3658" c:formatCode="yyyy/m/d">
                  <c:v>40928</c:v>
                </c:pt>
                <c:pt idx="3659" c:formatCode="yyyy/m/d">
                  <c:v>40927</c:v>
                </c:pt>
                <c:pt idx="3660" c:formatCode="yyyy/m/d">
                  <c:v>40926</c:v>
                </c:pt>
                <c:pt idx="3661" c:formatCode="yyyy/m/d">
                  <c:v>40925</c:v>
                </c:pt>
                <c:pt idx="3662" c:formatCode="yyyy/m/d">
                  <c:v>40924</c:v>
                </c:pt>
                <c:pt idx="3663" c:formatCode="yyyy/m/d">
                  <c:v>40921</c:v>
                </c:pt>
                <c:pt idx="3664" c:formatCode="yyyy/m/d">
                  <c:v>40920</c:v>
                </c:pt>
                <c:pt idx="3665" c:formatCode="yyyy/m/d">
                  <c:v>40919</c:v>
                </c:pt>
                <c:pt idx="3666" c:formatCode="yyyy/m/d">
                  <c:v>40918</c:v>
                </c:pt>
                <c:pt idx="3667" c:formatCode="yyyy/m/d">
                  <c:v>40917</c:v>
                </c:pt>
                <c:pt idx="3668" c:formatCode="yyyy/m/d">
                  <c:v>40914</c:v>
                </c:pt>
                <c:pt idx="3669" c:formatCode="yyyy/m/d">
                  <c:v>40913</c:v>
                </c:pt>
                <c:pt idx="3670" c:formatCode="yyyy/m/d">
                  <c:v>40912</c:v>
                </c:pt>
                <c:pt idx="3671" c:formatCode="yyyy/m/d">
                  <c:v>40911</c:v>
                </c:pt>
                <c:pt idx="3672" c:formatCode="yyyy/m/d">
                  <c:v>40910</c:v>
                </c:pt>
                <c:pt idx="3673" c:formatCode="yyyy/m/d">
                  <c:v>40907</c:v>
                </c:pt>
                <c:pt idx="3674" c:formatCode="yyyy/m/d">
                  <c:v>40906</c:v>
                </c:pt>
                <c:pt idx="3675" c:formatCode="yyyy/m/d">
                  <c:v>40905</c:v>
                </c:pt>
                <c:pt idx="3676" c:formatCode="yyyy/m/d">
                  <c:v>40904</c:v>
                </c:pt>
                <c:pt idx="3677" c:formatCode="yyyy/m/d">
                  <c:v>40903</c:v>
                </c:pt>
                <c:pt idx="3678" c:formatCode="yyyy/m/d">
                  <c:v>40900</c:v>
                </c:pt>
                <c:pt idx="3679" c:formatCode="yyyy/m/d">
                  <c:v>40899</c:v>
                </c:pt>
                <c:pt idx="3680" c:formatCode="yyyy/m/d">
                  <c:v>40898</c:v>
                </c:pt>
                <c:pt idx="3681" c:formatCode="yyyy/m/d">
                  <c:v>40897</c:v>
                </c:pt>
                <c:pt idx="3682" c:formatCode="yyyy/m/d">
                  <c:v>40896</c:v>
                </c:pt>
                <c:pt idx="3683" c:formatCode="yyyy/m/d">
                  <c:v>40893</c:v>
                </c:pt>
                <c:pt idx="3684" c:formatCode="yyyy/m/d">
                  <c:v>40892</c:v>
                </c:pt>
                <c:pt idx="3685" c:formatCode="yyyy/m/d">
                  <c:v>40891</c:v>
                </c:pt>
                <c:pt idx="3686" c:formatCode="yyyy/m/d">
                  <c:v>40890</c:v>
                </c:pt>
                <c:pt idx="3687" c:formatCode="yyyy/m/d">
                  <c:v>40889</c:v>
                </c:pt>
                <c:pt idx="3688" c:formatCode="yyyy/m/d">
                  <c:v>40886</c:v>
                </c:pt>
                <c:pt idx="3689" c:formatCode="yyyy/m/d">
                  <c:v>40885</c:v>
                </c:pt>
                <c:pt idx="3690" c:formatCode="yyyy/m/d">
                  <c:v>40884</c:v>
                </c:pt>
                <c:pt idx="3691" c:formatCode="yyyy/m/d">
                  <c:v>40883</c:v>
                </c:pt>
                <c:pt idx="3692" c:formatCode="yyyy/m/d">
                  <c:v>40882</c:v>
                </c:pt>
                <c:pt idx="3693" c:formatCode="yyyy/m/d">
                  <c:v>40879</c:v>
                </c:pt>
                <c:pt idx="3694" c:formatCode="yyyy/m/d">
                  <c:v>40878</c:v>
                </c:pt>
                <c:pt idx="3695" c:formatCode="yyyy/m/d">
                  <c:v>40877</c:v>
                </c:pt>
                <c:pt idx="3696" c:formatCode="yyyy/m/d">
                  <c:v>40876</c:v>
                </c:pt>
                <c:pt idx="3697" c:formatCode="yyyy/m/d">
                  <c:v>40875</c:v>
                </c:pt>
                <c:pt idx="3698" c:formatCode="yyyy/m/d">
                  <c:v>40872</c:v>
                </c:pt>
                <c:pt idx="3699" c:formatCode="yyyy/m/d">
                  <c:v>40871</c:v>
                </c:pt>
                <c:pt idx="3700" c:formatCode="yyyy/m/d">
                  <c:v>40870</c:v>
                </c:pt>
                <c:pt idx="3701" c:formatCode="yyyy/m/d">
                  <c:v>40869</c:v>
                </c:pt>
                <c:pt idx="3702" c:formatCode="yyyy/m/d">
                  <c:v>40868</c:v>
                </c:pt>
                <c:pt idx="3703" c:formatCode="yyyy/m/d">
                  <c:v>40865</c:v>
                </c:pt>
                <c:pt idx="3704" c:formatCode="yyyy/m/d">
                  <c:v>40864</c:v>
                </c:pt>
                <c:pt idx="3705" c:formatCode="yyyy/m/d">
                  <c:v>40863</c:v>
                </c:pt>
                <c:pt idx="3706" c:formatCode="yyyy/m/d">
                  <c:v>40862</c:v>
                </c:pt>
                <c:pt idx="3707" c:formatCode="yyyy/m/d">
                  <c:v>40861</c:v>
                </c:pt>
                <c:pt idx="3708" c:formatCode="yyyy/m/d">
                  <c:v>40858</c:v>
                </c:pt>
                <c:pt idx="3709" c:formatCode="yyyy/m/d">
                  <c:v>40857</c:v>
                </c:pt>
                <c:pt idx="3710" c:formatCode="yyyy/m/d">
                  <c:v>40856</c:v>
                </c:pt>
                <c:pt idx="3711" c:formatCode="yyyy/m/d">
                  <c:v>40855</c:v>
                </c:pt>
                <c:pt idx="3712" c:formatCode="yyyy/m/d">
                  <c:v>40854</c:v>
                </c:pt>
                <c:pt idx="3713" c:formatCode="yyyy/m/d">
                  <c:v>40851</c:v>
                </c:pt>
                <c:pt idx="3714" c:formatCode="yyyy/m/d">
                  <c:v>40850</c:v>
                </c:pt>
                <c:pt idx="3715" c:formatCode="yyyy/m/d">
                  <c:v>40849</c:v>
                </c:pt>
                <c:pt idx="3716" c:formatCode="yyyy/m/d">
                  <c:v>40848</c:v>
                </c:pt>
                <c:pt idx="3717" c:formatCode="yyyy/m/d">
                  <c:v>40847</c:v>
                </c:pt>
                <c:pt idx="3718" c:formatCode="yyyy/m/d">
                  <c:v>40844</c:v>
                </c:pt>
                <c:pt idx="3719" c:formatCode="yyyy/m/d">
                  <c:v>40843</c:v>
                </c:pt>
                <c:pt idx="3720" c:formatCode="yyyy/m/d">
                  <c:v>40842</c:v>
                </c:pt>
                <c:pt idx="3721" c:formatCode="yyyy/m/d">
                  <c:v>40841</c:v>
                </c:pt>
                <c:pt idx="3722" c:formatCode="yyyy/m/d">
                  <c:v>40840</c:v>
                </c:pt>
                <c:pt idx="3723" c:formatCode="yyyy/m/d">
                  <c:v>40837</c:v>
                </c:pt>
                <c:pt idx="3724" c:formatCode="yyyy/m/d">
                  <c:v>40836</c:v>
                </c:pt>
                <c:pt idx="3725" c:formatCode="yyyy/m/d">
                  <c:v>40835</c:v>
                </c:pt>
                <c:pt idx="3726" c:formatCode="yyyy/m/d">
                  <c:v>40834</c:v>
                </c:pt>
                <c:pt idx="3727" c:formatCode="yyyy/m/d">
                  <c:v>40833</c:v>
                </c:pt>
                <c:pt idx="3728" c:formatCode="yyyy/m/d">
                  <c:v>40830</c:v>
                </c:pt>
                <c:pt idx="3729" c:formatCode="yyyy/m/d">
                  <c:v>40829</c:v>
                </c:pt>
                <c:pt idx="3730" c:formatCode="yyyy/m/d">
                  <c:v>40828</c:v>
                </c:pt>
                <c:pt idx="3731" c:formatCode="yyyy/m/d">
                  <c:v>40827</c:v>
                </c:pt>
                <c:pt idx="3732" c:formatCode="yyyy/m/d">
                  <c:v>40826</c:v>
                </c:pt>
                <c:pt idx="3733" c:formatCode="yyyy/m/d">
                  <c:v>40823</c:v>
                </c:pt>
                <c:pt idx="3734" c:formatCode="yyyy/m/d">
                  <c:v>40822</c:v>
                </c:pt>
                <c:pt idx="3735" c:formatCode="yyyy/m/d">
                  <c:v>40821</c:v>
                </c:pt>
                <c:pt idx="3736" c:formatCode="yyyy/m/d">
                  <c:v>40820</c:v>
                </c:pt>
                <c:pt idx="3737" c:formatCode="yyyy/m/d">
                  <c:v>40819</c:v>
                </c:pt>
                <c:pt idx="3738" c:formatCode="yyyy/m/d">
                  <c:v>40816</c:v>
                </c:pt>
                <c:pt idx="3739" c:formatCode="yyyy/m/d">
                  <c:v>40815</c:v>
                </c:pt>
                <c:pt idx="3740" c:formatCode="yyyy/m/d">
                  <c:v>40814</c:v>
                </c:pt>
                <c:pt idx="3741" c:formatCode="yyyy/m/d">
                  <c:v>40813</c:v>
                </c:pt>
                <c:pt idx="3742" c:formatCode="yyyy/m/d">
                  <c:v>40812</c:v>
                </c:pt>
                <c:pt idx="3743" c:formatCode="yyyy/m/d">
                  <c:v>40809</c:v>
                </c:pt>
                <c:pt idx="3744" c:formatCode="yyyy/m/d">
                  <c:v>40808</c:v>
                </c:pt>
                <c:pt idx="3745" c:formatCode="yyyy/m/d">
                  <c:v>40807</c:v>
                </c:pt>
                <c:pt idx="3746" c:formatCode="yyyy/m/d">
                  <c:v>40806</c:v>
                </c:pt>
                <c:pt idx="3747" c:formatCode="yyyy/m/d">
                  <c:v>40805</c:v>
                </c:pt>
                <c:pt idx="3748" c:formatCode="yyyy/m/d">
                  <c:v>40802</c:v>
                </c:pt>
                <c:pt idx="3749" c:formatCode="yyyy/m/d">
                  <c:v>40801</c:v>
                </c:pt>
                <c:pt idx="3750" c:formatCode="yyyy/m/d">
                  <c:v>40800</c:v>
                </c:pt>
                <c:pt idx="3751" c:formatCode="yyyy/m/d">
                  <c:v>40799</c:v>
                </c:pt>
                <c:pt idx="3752" c:formatCode="yyyy/m/d">
                  <c:v>40798</c:v>
                </c:pt>
                <c:pt idx="3753" c:formatCode="yyyy/m/d">
                  <c:v>40795</c:v>
                </c:pt>
                <c:pt idx="3754" c:formatCode="yyyy/m/d">
                  <c:v>40794</c:v>
                </c:pt>
                <c:pt idx="3755" c:formatCode="yyyy/m/d">
                  <c:v>40793</c:v>
                </c:pt>
                <c:pt idx="3756" c:formatCode="yyyy/m/d">
                  <c:v>40792</c:v>
                </c:pt>
                <c:pt idx="3757" c:formatCode="yyyy/m/d">
                  <c:v>40791</c:v>
                </c:pt>
                <c:pt idx="3758" c:formatCode="yyyy/m/d">
                  <c:v>40788</c:v>
                </c:pt>
                <c:pt idx="3759" c:formatCode="yyyy/m/d">
                  <c:v>40787</c:v>
                </c:pt>
                <c:pt idx="3760" c:formatCode="yyyy/m/d">
                  <c:v>40786</c:v>
                </c:pt>
                <c:pt idx="3761" c:formatCode="yyyy/m/d">
                  <c:v>40785</c:v>
                </c:pt>
                <c:pt idx="3762" c:formatCode="yyyy/m/d">
                  <c:v>40784</c:v>
                </c:pt>
                <c:pt idx="3763" c:formatCode="yyyy/m/d">
                  <c:v>40781</c:v>
                </c:pt>
                <c:pt idx="3764" c:formatCode="yyyy/m/d">
                  <c:v>40780</c:v>
                </c:pt>
                <c:pt idx="3765" c:formatCode="yyyy/m/d">
                  <c:v>40779</c:v>
                </c:pt>
                <c:pt idx="3766" c:formatCode="yyyy/m/d">
                  <c:v>40778</c:v>
                </c:pt>
                <c:pt idx="3767" c:formatCode="yyyy/m/d">
                  <c:v>40777</c:v>
                </c:pt>
                <c:pt idx="3768" c:formatCode="yyyy/m/d">
                  <c:v>40774</c:v>
                </c:pt>
                <c:pt idx="3769" c:formatCode="yyyy/m/d">
                  <c:v>40773</c:v>
                </c:pt>
                <c:pt idx="3770" c:formatCode="yyyy/m/d">
                  <c:v>40772</c:v>
                </c:pt>
                <c:pt idx="3771" c:formatCode="yyyy/m/d">
                  <c:v>40771</c:v>
                </c:pt>
                <c:pt idx="3772" c:formatCode="yyyy/m/d">
                  <c:v>40770</c:v>
                </c:pt>
                <c:pt idx="3773" c:formatCode="yyyy/m/d">
                  <c:v>40767</c:v>
                </c:pt>
                <c:pt idx="3774" c:formatCode="yyyy/m/d">
                  <c:v>40766</c:v>
                </c:pt>
                <c:pt idx="3775" c:formatCode="yyyy/m/d">
                  <c:v>40765</c:v>
                </c:pt>
                <c:pt idx="3776" c:formatCode="yyyy/m/d">
                  <c:v>40764</c:v>
                </c:pt>
                <c:pt idx="3777" c:formatCode="yyyy/m/d">
                  <c:v>40763</c:v>
                </c:pt>
                <c:pt idx="3778" c:formatCode="yyyy/m/d">
                  <c:v>40760</c:v>
                </c:pt>
                <c:pt idx="3779" c:formatCode="yyyy/m/d">
                  <c:v>40759</c:v>
                </c:pt>
                <c:pt idx="3780" c:formatCode="yyyy/m/d">
                  <c:v>40758</c:v>
                </c:pt>
                <c:pt idx="3781" c:formatCode="yyyy/m/d">
                  <c:v>40757</c:v>
                </c:pt>
                <c:pt idx="3782" c:formatCode="yyyy/m/d">
                  <c:v>40756</c:v>
                </c:pt>
                <c:pt idx="3783" c:formatCode="yyyy/m/d">
                  <c:v>40753</c:v>
                </c:pt>
                <c:pt idx="3784" c:formatCode="yyyy/m/d">
                  <c:v>40752</c:v>
                </c:pt>
                <c:pt idx="3785" c:formatCode="yyyy/m/d">
                  <c:v>40751</c:v>
                </c:pt>
                <c:pt idx="3786" c:formatCode="yyyy/m/d">
                  <c:v>40750</c:v>
                </c:pt>
                <c:pt idx="3787" c:formatCode="yyyy/m/d">
                  <c:v>40749</c:v>
                </c:pt>
                <c:pt idx="3788" c:formatCode="yyyy/m/d">
                  <c:v>40746</c:v>
                </c:pt>
                <c:pt idx="3789" c:formatCode="yyyy/m/d">
                  <c:v>40745</c:v>
                </c:pt>
                <c:pt idx="3790" c:formatCode="yyyy/m/d">
                  <c:v>40744</c:v>
                </c:pt>
                <c:pt idx="3791" c:formatCode="yyyy/m/d">
                  <c:v>40743</c:v>
                </c:pt>
                <c:pt idx="3792" c:formatCode="yyyy/m/d">
                  <c:v>40742</c:v>
                </c:pt>
                <c:pt idx="3793" c:formatCode="yyyy/m/d">
                  <c:v>40739</c:v>
                </c:pt>
                <c:pt idx="3794" c:formatCode="yyyy/m/d">
                  <c:v>40738</c:v>
                </c:pt>
                <c:pt idx="3795" c:formatCode="yyyy/m/d">
                  <c:v>40737</c:v>
                </c:pt>
                <c:pt idx="3796" c:formatCode="yyyy/m/d">
                  <c:v>40736</c:v>
                </c:pt>
                <c:pt idx="3797" c:formatCode="yyyy/m/d">
                  <c:v>40735</c:v>
                </c:pt>
                <c:pt idx="3798" c:formatCode="yyyy/m/d">
                  <c:v>40732</c:v>
                </c:pt>
                <c:pt idx="3799" c:formatCode="yyyy/m/d">
                  <c:v>40731</c:v>
                </c:pt>
                <c:pt idx="3800" c:formatCode="yyyy/m/d">
                  <c:v>40730</c:v>
                </c:pt>
                <c:pt idx="3801" c:formatCode="yyyy/m/d">
                  <c:v>40729</c:v>
                </c:pt>
                <c:pt idx="3802" c:formatCode="yyyy/m/d">
                  <c:v>40728</c:v>
                </c:pt>
                <c:pt idx="3803" c:formatCode="yyyy/m/d">
                  <c:v>40725</c:v>
                </c:pt>
                <c:pt idx="3804" c:formatCode="yyyy/m/d">
                  <c:v>40724</c:v>
                </c:pt>
                <c:pt idx="3805" c:formatCode="yyyy/m/d">
                  <c:v>40723</c:v>
                </c:pt>
                <c:pt idx="3806" c:formatCode="yyyy/m/d">
                  <c:v>40722</c:v>
                </c:pt>
                <c:pt idx="3807" c:formatCode="yyyy/m/d">
                  <c:v>40721</c:v>
                </c:pt>
                <c:pt idx="3808" c:formatCode="yyyy/m/d">
                  <c:v>40718</c:v>
                </c:pt>
                <c:pt idx="3809" c:formatCode="yyyy/m/d">
                  <c:v>40717</c:v>
                </c:pt>
                <c:pt idx="3810" c:formatCode="yyyy/m/d">
                  <c:v>40716</c:v>
                </c:pt>
                <c:pt idx="3811" c:formatCode="yyyy/m/d">
                  <c:v>40715</c:v>
                </c:pt>
                <c:pt idx="3812" c:formatCode="yyyy/m/d">
                  <c:v>40714</c:v>
                </c:pt>
                <c:pt idx="3813" c:formatCode="yyyy/m/d">
                  <c:v>40711</c:v>
                </c:pt>
                <c:pt idx="3814" c:formatCode="yyyy/m/d">
                  <c:v>40710</c:v>
                </c:pt>
                <c:pt idx="3815" c:formatCode="yyyy/m/d">
                  <c:v>40709</c:v>
                </c:pt>
                <c:pt idx="3816" c:formatCode="yyyy/m/d">
                  <c:v>40708</c:v>
                </c:pt>
                <c:pt idx="3817" c:formatCode="yyyy/m/d">
                  <c:v>40707</c:v>
                </c:pt>
                <c:pt idx="3818" c:formatCode="yyyy/m/d">
                  <c:v>40704</c:v>
                </c:pt>
                <c:pt idx="3819" c:formatCode="yyyy/m/d">
                  <c:v>40703</c:v>
                </c:pt>
                <c:pt idx="3820" c:formatCode="yyyy/m/d">
                  <c:v>40702</c:v>
                </c:pt>
                <c:pt idx="3821" c:formatCode="yyyy/m/d">
                  <c:v>40701</c:v>
                </c:pt>
                <c:pt idx="3822" c:formatCode="yyyy/m/d">
                  <c:v>40700</c:v>
                </c:pt>
                <c:pt idx="3823" c:formatCode="yyyy/m/d">
                  <c:v>40697</c:v>
                </c:pt>
                <c:pt idx="3824" c:formatCode="yyyy/m/d">
                  <c:v>40696</c:v>
                </c:pt>
                <c:pt idx="3825" c:formatCode="yyyy/m/d">
                  <c:v>40695</c:v>
                </c:pt>
                <c:pt idx="3826" c:formatCode="yyyy/m/d">
                  <c:v>40694</c:v>
                </c:pt>
                <c:pt idx="3827" c:formatCode="yyyy/m/d">
                  <c:v>40693</c:v>
                </c:pt>
                <c:pt idx="3828" c:formatCode="yyyy/m/d">
                  <c:v>40690</c:v>
                </c:pt>
                <c:pt idx="3829" c:formatCode="yyyy/m/d">
                  <c:v>40689</c:v>
                </c:pt>
                <c:pt idx="3830" c:formatCode="yyyy/m/d">
                  <c:v>40688</c:v>
                </c:pt>
                <c:pt idx="3831" c:formatCode="yyyy/m/d">
                  <c:v>40687</c:v>
                </c:pt>
                <c:pt idx="3832" c:formatCode="yyyy/m/d">
                  <c:v>40686</c:v>
                </c:pt>
                <c:pt idx="3833" c:formatCode="yyyy/m/d">
                  <c:v>40683</c:v>
                </c:pt>
                <c:pt idx="3834" c:formatCode="yyyy/m/d">
                  <c:v>40682</c:v>
                </c:pt>
                <c:pt idx="3835" c:formatCode="yyyy/m/d">
                  <c:v>40681</c:v>
                </c:pt>
                <c:pt idx="3836" c:formatCode="yyyy/m/d">
                  <c:v>40680</c:v>
                </c:pt>
                <c:pt idx="3837" c:formatCode="yyyy/m/d">
                  <c:v>40679</c:v>
                </c:pt>
                <c:pt idx="3838" c:formatCode="yyyy/m/d">
                  <c:v>40676</c:v>
                </c:pt>
                <c:pt idx="3839" c:formatCode="yyyy/m/d">
                  <c:v>40675</c:v>
                </c:pt>
                <c:pt idx="3840" c:formatCode="yyyy/m/d">
                  <c:v>40674</c:v>
                </c:pt>
                <c:pt idx="3841" c:formatCode="yyyy/m/d">
                  <c:v>40673</c:v>
                </c:pt>
                <c:pt idx="3842" c:formatCode="yyyy/m/d">
                  <c:v>40672</c:v>
                </c:pt>
                <c:pt idx="3843" c:formatCode="yyyy/m/d">
                  <c:v>40669</c:v>
                </c:pt>
                <c:pt idx="3844" c:formatCode="yyyy/m/d">
                  <c:v>40668</c:v>
                </c:pt>
                <c:pt idx="3845" c:formatCode="yyyy/m/d">
                  <c:v>40667</c:v>
                </c:pt>
                <c:pt idx="3846" c:formatCode="yyyy/m/d">
                  <c:v>40666</c:v>
                </c:pt>
                <c:pt idx="3847" c:formatCode="yyyy/m/d">
                  <c:v>40665</c:v>
                </c:pt>
                <c:pt idx="3848" c:formatCode="yyyy/m/d">
                  <c:v>40662</c:v>
                </c:pt>
                <c:pt idx="3849" c:formatCode="yyyy/m/d">
                  <c:v>40661</c:v>
                </c:pt>
                <c:pt idx="3850" c:formatCode="yyyy/m/d">
                  <c:v>40660</c:v>
                </c:pt>
                <c:pt idx="3851" c:formatCode="yyyy/m/d">
                  <c:v>40659</c:v>
                </c:pt>
                <c:pt idx="3852" c:formatCode="yyyy/m/d">
                  <c:v>40658</c:v>
                </c:pt>
                <c:pt idx="3853" c:formatCode="yyyy/m/d">
                  <c:v>40655</c:v>
                </c:pt>
                <c:pt idx="3854" c:formatCode="yyyy/m/d">
                  <c:v>40654</c:v>
                </c:pt>
                <c:pt idx="3855" c:formatCode="yyyy/m/d">
                  <c:v>40653</c:v>
                </c:pt>
                <c:pt idx="3856" c:formatCode="yyyy/m/d">
                  <c:v>40652</c:v>
                </c:pt>
                <c:pt idx="3857" c:formatCode="yyyy/m/d">
                  <c:v>40651</c:v>
                </c:pt>
                <c:pt idx="3858" c:formatCode="yyyy/m/d">
                  <c:v>40648</c:v>
                </c:pt>
                <c:pt idx="3859" c:formatCode="yyyy/m/d">
                  <c:v>40647</c:v>
                </c:pt>
                <c:pt idx="3860" c:formatCode="yyyy/m/d">
                  <c:v>40646</c:v>
                </c:pt>
                <c:pt idx="3861" c:formatCode="yyyy/m/d">
                  <c:v>40645</c:v>
                </c:pt>
                <c:pt idx="3862" c:formatCode="yyyy/m/d">
                  <c:v>40644</c:v>
                </c:pt>
                <c:pt idx="3863" c:formatCode="yyyy/m/d">
                  <c:v>40641</c:v>
                </c:pt>
                <c:pt idx="3864" c:formatCode="yyyy/m/d">
                  <c:v>40640</c:v>
                </c:pt>
                <c:pt idx="3865" c:formatCode="yyyy/m/d">
                  <c:v>40639</c:v>
                </c:pt>
                <c:pt idx="3866" c:formatCode="yyyy/m/d">
                  <c:v>40638</c:v>
                </c:pt>
                <c:pt idx="3867" c:formatCode="yyyy/m/d">
                  <c:v>40637</c:v>
                </c:pt>
                <c:pt idx="3868" c:formatCode="yyyy/m/d">
                  <c:v>40634</c:v>
                </c:pt>
                <c:pt idx="3869" c:formatCode="yyyy/m/d">
                  <c:v>40633</c:v>
                </c:pt>
                <c:pt idx="3870" c:formatCode="yyyy/m/d">
                  <c:v>40632</c:v>
                </c:pt>
                <c:pt idx="3871" c:formatCode="yyyy/m/d">
                  <c:v>40631</c:v>
                </c:pt>
                <c:pt idx="3872" c:formatCode="yyyy/m/d">
                  <c:v>40630</c:v>
                </c:pt>
                <c:pt idx="3873" c:formatCode="yyyy/m/d">
                  <c:v>40627</c:v>
                </c:pt>
                <c:pt idx="3874" c:formatCode="yyyy/m/d">
                  <c:v>40626</c:v>
                </c:pt>
                <c:pt idx="3875" c:formatCode="yyyy/m/d">
                  <c:v>40625</c:v>
                </c:pt>
                <c:pt idx="3876" c:formatCode="yyyy/m/d">
                  <c:v>40624</c:v>
                </c:pt>
                <c:pt idx="3877" c:formatCode="yyyy/m/d">
                  <c:v>40623</c:v>
                </c:pt>
                <c:pt idx="3878" c:formatCode="yyyy/m/d">
                  <c:v>40620</c:v>
                </c:pt>
                <c:pt idx="3879" c:formatCode="yyyy/m/d">
                  <c:v>40619</c:v>
                </c:pt>
                <c:pt idx="3880" c:formatCode="yyyy/m/d">
                  <c:v>40618</c:v>
                </c:pt>
                <c:pt idx="3881" c:formatCode="yyyy/m/d">
                  <c:v>40617</c:v>
                </c:pt>
                <c:pt idx="3882" c:formatCode="yyyy/m/d">
                  <c:v>40616</c:v>
                </c:pt>
                <c:pt idx="3883" c:formatCode="yyyy/m/d">
                  <c:v>40613</c:v>
                </c:pt>
                <c:pt idx="3884" c:formatCode="yyyy/m/d">
                  <c:v>40612</c:v>
                </c:pt>
                <c:pt idx="3885" c:formatCode="yyyy/m/d">
                  <c:v>40611</c:v>
                </c:pt>
                <c:pt idx="3886" c:formatCode="yyyy/m/d">
                  <c:v>40610</c:v>
                </c:pt>
                <c:pt idx="3887" c:formatCode="yyyy/m/d">
                  <c:v>40609</c:v>
                </c:pt>
                <c:pt idx="3888" c:formatCode="yyyy/m/d">
                  <c:v>40606</c:v>
                </c:pt>
                <c:pt idx="3889" c:formatCode="yyyy/m/d">
                  <c:v>40605</c:v>
                </c:pt>
                <c:pt idx="3890" c:formatCode="yyyy/m/d">
                  <c:v>40604</c:v>
                </c:pt>
                <c:pt idx="3891" c:formatCode="yyyy/m/d">
                  <c:v>40603</c:v>
                </c:pt>
                <c:pt idx="3892" c:formatCode="yyyy/m/d">
                  <c:v>40602</c:v>
                </c:pt>
                <c:pt idx="3893" c:formatCode="yyyy/m/d">
                  <c:v>40599</c:v>
                </c:pt>
                <c:pt idx="3894" c:formatCode="yyyy/m/d">
                  <c:v>40598</c:v>
                </c:pt>
                <c:pt idx="3895" c:formatCode="yyyy/m/d">
                  <c:v>40597</c:v>
                </c:pt>
                <c:pt idx="3896" c:formatCode="yyyy/m/d">
                  <c:v>40596</c:v>
                </c:pt>
                <c:pt idx="3897" c:formatCode="yyyy/m/d">
                  <c:v>40595</c:v>
                </c:pt>
                <c:pt idx="3898" c:formatCode="yyyy/m/d">
                  <c:v>40592</c:v>
                </c:pt>
                <c:pt idx="3899" c:formatCode="yyyy/m/d">
                  <c:v>40591</c:v>
                </c:pt>
                <c:pt idx="3900" c:formatCode="yyyy/m/d">
                  <c:v>40590</c:v>
                </c:pt>
                <c:pt idx="3901" c:formatCode="yyyy/m/d">
                  <c:v>40589</c:v>
                </c:pt>
                <c:pt idx="3902" c:formatCode="yyyy/m/d">
                  <c:v>40588</c:v>
                </c:pt>
                <c:pt idx="3903" c:formatCode="yyyy/m/d">
                  <c:v>40585</c:v>
                </c:pt>
                <c:pt idx="3904" c:formatCode="yyyy/m/d">
                  <c:v>40584</c:v>
                </c:pt>
                <c:pt idx="3905" c:formatCode="yyyy/m/d">
                  <c:v>40583</c:v>
                </c:pt>
                <c:pt idx="3906" c:formatCode="yyyy/m/d">
                  <c:v>40582</c:v>
                </c:pt>
                <c:pt idx="3907" c:formatCode="yyyy/m/d">
                  <c:v>40581</c:v>
                </c:pt>
                <c:pt idx="3908" c:formatCode="yyyy/m/d">
                  <c:v>40578</c:v>
                </c:pt>
                <c:pt idx="3909" c:formatCode="yyyy/m/d">
                  <c:v>40577</c:v>
                </c:pt>
                <c:pt idx="3910" c:formatCode="yyyy/m/d">
                  <c:v>40576</c:v>
                </c:pt>
                <c:pt idx="3911" c:formatCode="yyyy/m/d">
                  <c:v>40575</c:v>
                </c:pt>
                <c:pt idx="3912" c:formatCode="yyyy/m/d">
                  <c:v>40574</c:v>
                </c:pt>
                <c:pt idx="3913" c:formatCode="yyyy/m/d">
                  <c:v>40571</c:v>
                </c:pt>
                <c:pt idx="3914" c:formatCode="yyyy/m/d">
                  <c:v>40570</c:v>
                </c:pt>
                <c:pt idx="3915" c:formatCode="yyyy/m/d">
                  <c:v>40569</c:v>
                </c:pt>
                <c:pt idx="3916" c:formatCode="yyyy/m/d">
                  <c:v>40568</c:v>
                </c:pt>
                <c:pt idx="3917" c:formatCode="yyyy/m/d">
                  <c:v>40567</c:v>
                </c:pt>
                <c:pt idx="3918" c:formatCode="yyyy/m/d">
                  <c:v>40564</c:v>
                </c:pt>
                <c:pt idx="3919" c:formatCode="yyyy/m/d">
                  <c:v>40563</c:v>
                </c:pt>
                <c:pt idx="3920" c:formatCode="yyyy/m/d">
                  <c:v>40562</c:v>
                </c:pt>
                <c:pt idx="3921" c:formatCode="yyyy/m/d">
                  <c:v>40561</c:v>
                </c:pt>
                <c:pt idx="3922" c:formatCode="yyyy/m/d">
                  <c:v>40560</c:v>
                </c:pt>
                <c:pt idx="3923" c:formatCode="yyyy/m/d">
                  <c:v>40557</c:v>
                </c:pt>
                <c:pt idx="3924" c:formatCode="yyyy/m/d">
                  <c:v>40556</c:v>
                </c:pt>
                <c:pt idx="3925" c:formatCode="yyyy/m/d">
                  <c:v>40555</c:v>
                </c:pt>
                <c:pt idx="3926" c:formatCode="yyyy/m/d">
                  <c:v>40554</c:v>
                </c:pt>
                <c:pt idx="3927" c:formatCode="yyyy/m/d">
                  <c:v>40553</c:v>
                </c:pt>
                <c:pt idx="3928" c:formatCode="yyyy/m/d">
                  <c:v>40550</c:v>
                </c:pt>
                <c:pt idx="3929" c:formatCode="yyyy/m/d">
                  <c:v>40549</c:v>
                </c:pt>
                <c:pt idx="3930" c:formatCode="yyyy/m/d">
                  <c:v>40548</c:v>
                </c:pt>
                <c:pt idx="3931" c:formatCode="yyyy/m/d">
                  <c:v>40547</c:v>
                </c:pt>
                <c:pt idx="3932" c:formatCode="yyyy/m/d">
                  <c:v>40546</c:v>
                </c:pt>
                <c:pt idx="3933" c:formatCode="yyyy/m/d">
                  <c:v>40543</c:v>
                </c:pt>
                <c:pt idx="3934" c:formatCode="yyyy/m/d">
                  <c:v>40542</c:v>
                </c:pt>
                <c:pt idx="3935" c:formatCode="yyyy/m/d">
                  <c:v>40541</c:v>
                </c:pt>
                <c:pt idx="3936" c:formatCode="yyyy/m/d">
                  <c:v>40540</c:v>
                </c:pt>
                <c:pt idx="3937" c:formatCode="yyyy/m/d">
                  <c:v>40539</c:v>
                </c:pt>
                <c:pt idx="3938" c:formatCode="yyyy/m/d">
                  <c:v>40536</c:v>
                </c:pt>
                <c:pt idx="3939" c:formatCode="yyyy/m/d">
                  <c:v>40535</c:v>
                </c:pt>
                <c:pt idx="3940" c:formatCode="yyyy/m/d">
                  <c:v>40534</c:v>
                </c:pt>
                <c:pt idx="3941" c:formatCode="yyyy/m/d">
                  <c:v>40533</c:v>
                </c:pt>
                <c:pt idx="3942" c:formatCode="yyyy/m/d">
                  <c:v>40532</c:v>
                </c:pt>
                <c:pt idx="3943" c:formatCode="yyyy/m/d">
                  <c:v>40529</c:v>
                </c:pt>
                <c:pt idx="3944" c:formatCode="yyyy/m/d">
                  <c:v>40528</c:v>
                </c:pt>
                <c:pt idx="3945" c:formatCode="yyyy/m/d">
                  <c:v>40527</c:v>
                </c:pt>
                <c:pt idx="3946" c:formatCode="yyyy/m/d">
                  <c:v>40526</c:v>
                </c:pt>
                <c:pt idx="3947" c:formatCode="yyyy/m/d">
                  <c:v>40525</c:v>
                </c:pt>
                <c:pt idx="3948" c:formatCode="yyyy/m/d">
                  <c:v>40522</c:v>
                </c:pt>
                <c:pt idx="3949" c:formatCode="yyyy/m/d">
                  <c:v>40521</c:v>
                </c:pt>
                <c:pt idx="3950" c:formatCode="yyyy/m/d">
                  <c:v>40520</c:v>
                </c:pt>
                <c:pt idx="3951" c:formatCode="yyyy/m/d">
                  <c:v>40519</c:v>
                </c:pt>
                <c:pt idx="3952" c:formatCode="yyyy/m/d">
                  <c:v>40518</c:v>
                </c:pt>
                <c:pt idx="3953" c:formatCode="yyyy/m/d">
                  <c:v>40515</c:v>
                </c:pt>
                <c:pt idx="3954" c:formatCode="yyyy/m/d">
                  <c:v>40514</c:v>
                </c:pt>
                <c:pt idx="3955" c:formatCode="yyyy/m/d">
                  <c:v>40513</c:v>
                </c:pt>
                <c:pt idx="3956" c:formatCode="yyyy/m/d">
                  <c:v>40512</c:v>
                </c:pt>
                <c:pt idx="3957" c:formatCode="yyyy/m/d">
                  <c:v>40511</c:v>
                </c:pt>
                <c:pt idx="3958" c:formatCode="yyyy/m/d">
                  <c:v>40508</c:v>
                </c:pt>
                <c:pt idx="3959" c:formatCode="yyyy/m/d">
                  <c:v>40507</c:v>
                </c:pt>
                <c:pt idx="3960" c:formatCode="yyyy/m/d">
                  <c:v>40506</c:v>
                </c:pt>
                <c:pt idx="3961" c:formatCode="yyyy/m/d">
                  <c:v>40505</c:v>
                </c:pt>
                <c:pt idx="3962" c:formatCode="yyyy/m/d">
                  <c:v>40504</c:v>
                </c:pt>
                <c:pt idx="3963" c:formatCode="yyyy/m/d">
                  <c:v>40501</c:v>
                </c:pt>
                <c:pt idx="3964" c:formatCode="yyyy/m/d">
                  <c:v>40500</c:v>
                </c:pt>
                <c:pt idx="3965" c:formatCode="yyyy/m/d">
                  <c:v>40499</c:v>
                </c:pt>
                <c:pt idx="3966" c:formatCode="yyyy/m/d">
                  <c:v>40498</c:v>
                </c:pt>
                <c:pt idx="3967" c:formatCode="yyyy/m/d">
                  <c:v>40497</c:v>
                </c:pt>
                <c:pt idx="3968" c:formatCode="yyyy/m/d">
                  <c:v>40494</c:v>
                </c:pt>
                <c:pt idx="3969" c:formatCode="yyyy/m/d">
                  <c:v>40493</c:v>
                </c:pt>
                <c:pt idx="3970" c:formatCode="yyyy/m/d">
                  <c:v>40492</c:v>
                </c:pt>
                <c:pt idx="3971" c:formatCode="yyyy/m/d">
                  <c:v>40491</c:v>
                </c:pt>
                <c:pt idx="3972" c:formatCode="yyyy/m/d">
                  <c:v>40490</c:v>
                </c:pt>
                <c:pt idx="3973" c:formatCode="yyyy/m/d">
                  <c:v>40487</c:v>
                </c:pt>
                <c:pt idx="3974" c:formatCode="yyyy/m/d">
                  <c:v>40486</c:v>
                </c:pt>
                <c:pt idx="3975" c:formatCode="yyyy/m/d">
                  <c:v>40485</c:v>
                </c:pt>
                <c:pt idx="3976" c:formatCode="yyyy/m/d">
                  <c:v>40484</c:v>
                </c:pt>
                <c:pt idx="3977" c:formatCode="yyyy/m/d">
                  <c:v>40483</c:v>
                </c:pt>
                <c:pt idx="3978" c:formatCode="yyyy/m/d">
                  <c:v>40480</c:v>
                </c:pt>
                <c:pt idx="3979" c:formatCode="yyyy/m/d">
                  <c:v>40479</c:v>
                </c:pt>
                <c:pt idx="3980" c:formatCode="yyyy/m/d">
                  <c:v>40478</c:v>
                </c:pt>
                <c:pt idx="3981" c:formatCode="yyyy/m/d">
                  <c:v>40477</c:v>
                </c:pt>
                <c:pt idx="3982" c:formatCode="yyyy/m/d">
                  <c:v>40476</c:v>
                </c:pt>
                <c:pt idx="3983" c:formatCode="yyyy/m/d">
                  <c:v>40473</c:v>
                </c:pt>
                <c:pt idx="3984" c:formatCode="yyyy/m/d">
                  <c:v>40472</c:v>
                </c:pt>
                <c:pt idx="3985" c:formatCode="yyyy/m/d">
                  <c:v>40471</c:v>
                </c:pt>
                <c:pt idx="3986" c:formatCode="yyyy/m/d">
                  <c:v>40470</c:v>
                </c:pt>
                <c:pt idx="3987" c:formatCode="yyyy/m/d">
                  <c:v>40469</c:v>
                </c:pt>
                <c:pt idx="3988" c:formatCode="yyyy/m/d">
                  <c:v>40466</c:v>
                </c:pt>
                <c:pt idx="3989" c:formatCode="yyyy/m/d">
                  <c:v>40465</c:v>
                </c:pt>
                <c:pt idx="3990" c:formatCode="yyyy/m/d">
                  <c:v>40464</c:v>
                </c:pt>
                <c:pt idx="3991" c:formatCode="yyyy/m/d">
                  <c:v>40463</c:v>
                </c:pt>
                <c:pt idx="3992" c:formatCode="yyyy/m/d">
                  <c:v>40462</c:v>
                </c:pt>
                <c:pt idx="3993" c:formatCode="yyyy/m/d">
                  <c:v>40459</c:v>
                </c:pt>
                <c:pt idx="3994" c:formatCode="yyyy/m/d">
                  <c:v>40458</c:v>
                </c:pt>
                <c:pt idx="3995" c:formatCode="yyyy/m/d">
                  <c:v>40457</c:v>
                </c:pt>
                <c:pt idx="3996" c:formatCode="yyyy/m/d">
                  <c:v>40456</c:v>
                </c:pt>
                <c:pt idx="3997" c:formatCode="yyyy/m/d">
                  <c:v>40455</c:v>
                </c:pt>
                <c:pt idx="3998" c:formatCode="yyyy/m/d">
                  <c:v>40452</c:v>
                </c:pt>
                <c:pt idx="3999" c:formatCode="yyyy/m/d">
                  <c:v>40451</c:v>
                </c:pt>
                <c:pt idx="4000" c:formatCode="yyyy/m/d">
                  <c:v>40450</c:v>
                </c:pt>
                <c:pt idx="4001" c:formatCode="yyyy/m/d">
                  <c:v>40449</c:v>
                </c:pt>
                <c:pt idx="4002" c:formatCode="yyyy/m/d">
                  <c:v>40448</c:v>
                </c:pt>
                <c:pt idx="4003" c:formatCode="yyyy/m/d">
                  <c:v>40445</c:v>
                </c:pt>
                <c:pt idx="4004" c:formatCode="yyyy/m/d">
                  <c:v>40444</c:v>
                </c:pt>
                <c:pt idx="4005" c:formatCode="yyyy/m/d">
                  <c:v>40443</c:v>
                </c:pt>
                <c:pt idx="4006" c:formatCode="yyyy/m/d">
                  <c:v>40442</c:v>
                </c:pt>
                <c:pt idx="4007" c:formatCode="yyyy/m/d">
                  <c:v>40441</c:v>
                </c:pt>
                <c:pt idx="4008" c:formatCode="yyyy/m/d">
                  <c:v>40438</c:v>
                </c:pt>
                <c:pt idx="4009" c:formatCode="yyyy/m/d">
                  <c:v>40437</c:v>
                </c:pt>
                <c:pt idx="4010" c:formatCode="yyyy/m/d">
                  <c:v>40436</c:v>
                </c:pt>
                <c:pt idx="4011" c:formatCode="yyyy/m/d">
                  <c:v>40435</c:v>
                </c:pt>
                <c:pt idx="4012" c:formatCode="yyyy/m/d">
                  <c:v>40434</c:v>
                </c:pt>
                <c:pt idx="4013" c:formatCode="yyyy/m/d">
                  <c:v>40431</c:v>
                </c:pt>
                <c:pt idx="4014" c:formatCode="yyyy/m/d">
                  <c:v>40430</c:v>
                </c:pt>
                <c:pt idx="4015" c:formatCode="yyyy/m/d">
                  <c:v>40429</c:v>
                </c:pt>
                <c:pt idx="4016" c:formatCode="yyyy/m/d">
                  <c:v>40428</c:v>
                </c:pt>
                <c:pt idx="4017" c:formatCode="yyyy/m/d">
                  <c:v>40427</c:v>
                </c:pt>
                <c:pt idx="4018" c:formatCode="yyyy/m/d">
                  <c:v>40424</c:v>
                </c:pt>
                <c:pt idx="4019" c:formatCode="yyyy/m/d">
                  <c:v>40423</c:v>
                </c:pt>
                <c:pt idx="4020" c:formatCode="yyyy/m/d">
                  <c:v>40422</c:v>
                </c:pt>
                <c:pt idx="4021" c:formatCode="yyyy/m/d">
                  <c:v>40421</c:v>
                </c:pt>
                <c:pt idx="4022" c:formatCode="yyyy/m/d">
                  <c:v>40420</c:v>
                </c:pt>
                <c:pt idx="4023" c:formatCode="yyyy/m/d">
                  <c:v>40417</c:v>
                </c:pt>
                <c:pt idx="4024" c:formatCode="yyyy/m/d">
                  <c:v>40416</c:v>
                </c:pt>
                <c:pt idx="4025" c:formatCode="yyyy/m/d">
                  <c:v>40415</c:v>
                </c:pt>
                <c:pt idx="4026" c:formatCode="yyyy/m/d">
                  <c:v>40414</c:v>
                </c:pt>
                <c:pt idx="4027" c:formatCode="yyyy/m/d">
                  <c:v>40413</c:v>
                </c:pt>
                <c:pt idx="4028" c:formatCode="yyyy/m/d">
                  <c:v>40410</c:v>
                </c:pt>
                <c:pt idx="4029" c:formatCode="yyyy/m/d">
                  <c:v>40409</c:v>
                </c:pt>
                <c:pt idx="4030" c:formatCode="yyyy/m/d">
                  <c:v>40408</c:v>
                </c:pt>
                <c:pt idx="4031" c:formatCode="yyyy/m/d">
                  <c:v>40407</c:v>
                </c:pt>
                <c:pt idx="4032" c:formatCode="yyyy/m/d">
                  <c:v>40406</c:v>
                </c:pt>
                <c:pt idx="4033" c:formatCode="yyyy/m/d">
                  <c:v>40403</c:v>
                </c:pt>
                <c:pt idx="4034" c:formatCode="yyyy/m/d">
                  <c:v>40402</c:v>
                </c:pt>
                <c:pt idx="4035" c:formatCode="yyyy/m/d">
                  <c:v>40401</c:v>
                </c:pt>
                <c:pt idx="4036" c:formatCode="yyyy/m/d">
                  <c:v>40400</c:v>
                </c:pt>
                <c:pt idx="4037" c:formatCode="yyyy/m/d">
                  <c:v>40399</c:v>
                </c:pt>
                <c:pt idx="4038" c:formatCode="yyyy/m/d">
                  <c:v>40396</c:v>
                </c:pt>
                <c:pt idx="4039" c:formatCode="yyyy/m/d">
                  <c:v>40395</c:v>
                </c:pt>
                <c:pt idx="4040" c:formatCode="yyyy/m/d">
                  <c:v>40394</c:v>
                </c:pt>
                <c:pt idx="4041" c:formatCode="yyyy/m/d">
                  <c:v>40393</c:v>
                </c:pt>
                <c:pt idx="4042" c:formatCode="yyyy/m/d">
                  <c:v>40392</c:v>
                </c:pt>
                <c:pt idx="4043" c:formatCode="yyyy/m/d">
                  <c:v>40389</c:v>
                </c:pt>
                <c:pt idx="4044" c:formatCode="yyyy/m/d">
                  <c:v>40388</c:v>
                </c:pt>
                <c:pt idx="4045" c:formatCode="yyyy/m/d">
                  <c:v>40387</c:v>
                </c:pt>
                <c:pt idx="4046" c:formatCode="yyyy/m/d">
                  <c:v>40386</c:v>
                </c:pt>
                <c:pt idx="4047" c:formatCode="yyyy/m/d">
                  <c:v>40385</c:v>
                </c:pt>
                <c:pt idx="4048" c:formatCode="yyyy/m/d">
                  <c:v>40382</c:v>
                </c:pt>
                <c:pt idx="4049" c:formatCode="yyyy/m/d">
                  <c:v>40381</c:v>
                </c:pt>
                <c:pt idx="4050" c:formatCode="yyyy/m/d">
                  <c:v>40380</c:v>
                </c:pt>
                <c:pt idx="4051" c:formatCode="yyyy/m/d">
                  <c:v>40379</c:v>
                </c:pt>
                <c:pt idx="4052" c:formatCode="yyyy/m/d">
                  <c:v>40378</c:v>
                </c:pt>
                <c:pt idx="4053" c:formatCode="yyyy/m/d">
                  <c:v>40375</c:v>
                </c:pt>
                <c:pt idx="4054" c:formatCode="yyyy/m/d">
                  <c:v>40374</c:v>
                </c:pt>
                <c:pt idx="4055" c:formatCode="yyyy/m/d">
                  <c:v>40373</c:v>
                </c:pt>
                <c:pt idx="4056" c:formatCode="yyyy/m/d">
                  <c:v>40372</c:v>
                </c:pt>
                <c:pt idx="4057" c:formatCode="yyyy/m/d">
                  <c:v>40371</c:v>
                </c:pt>
                <c:pt idx="4058" c:formatCode="yyyy/m/d">
                  <c:v>40368</c:v>
                </c:pt>
                <c:pt idx="4059" c:formatCode="yyyy/m/d">
                  <c:v>40367</c:v>
                </c:pt>
                <c:pt idx="4060" c:formatCode="yyyy/m/d">
                  <c:v>40366</c:v>
                </c:pt>
                <c:pt idx="4061" c:formatCode="yyyy/m/d">
                  <c:v>40365</c:v>
                </c:pt>
                <c:pt idx="4062" c:formatCode="yyyy/m/d">
                  <c:v>40364</c:v>
                </c:pt>
                <c:pt idx="4063" c:formatCode="yyyy/m/d">
                  <c:v>40361</c:v>
                </c:pt>
                <c:pt idx="4064" c:formatCode="yyyy/m/d">
                  <c:v>40360</c:v>
                </c:pt>
                <c:pt idx="4065" c:formatCode="yyyy/m/d">
                  <c:v>40359</c:v>
                </c:pt>
                <c:pt idx="4066" c:formatCode="yyyy/m/d">
                  <c:v>40358</c:v>
                </c:pt>
                <c:pt idx="4067" c:formatCode="yyyy/m/d">
                  <c:v>40357</c:v>
                </c:pt>
                <c:pt idx="4068" c:formatCode="yyyy/m/d">
                  <c:v>40354</c:v>
                </c:pt>
                <c:pt idx="4069" c:formatCode="yyyy/m/d">
                  <c:v>40353</c:v>
                </c:pt>
                <c:pt idx="4070" c:formatCode="yyyy/m/d">
                  <c:v>40352</c:v>
                </c:pt>
                <c:pt idx="4071" c:formatCode="yyyy/m/d">
                  <c:v>40351</c:v>
                </c:pt>
                <c:pt idx="4072" c:formatCode="yyyy/m/d">
                  <c:v>40350</c:v>
                </c:pt>
                <c:pt idx="4073" c:formatCode="yyyy/m/d">
                  <c:v>40347</c:v>
                </c:pt>
                <c:pt idx="4074" c:formatCode="yyyy/m/d">
                  <c:v>40346</c:v>
                </c:pt>
                <c:pt idx="4075" c:formatCode="yyyy/m/d">
                  <c:v>40345</c:v>
                </c:pt>
                <c:pt idx="4076" c:formatCode="yyyy/m/d">
                  <c:v>40344</c:v>
                </c:pt>
                <c:pt idx="4077" c:formatCode="yyyy/m/d">
                  <c:v>40343</c:v>
                </c:pt>
                <c:pt idx="4078" c:formatCode="yyyy/m/d">
                  <c:v>40340</c:v>
                </c:pt>
                <c:pt idx="4079" c:formatCode="yyyy/m/d">
                  <c:v>40339</c:v>
                </c:pt>
                <c:pt idx="4080" c:formatCode="yyyy/m/d">
                  <c:v>40338</c:v>
                </c:pt>
                <c:pt idx="4081" c:formatCode="yyyy/m/d">
                  <c:v>40337</c:v>
                </c:pt>
                <c:pt idx="4082" c:formatCode="yyyy/m/d">
                  <c:v>40336</c:v>
                </c:pt>
                <c:pt idx="4083" c:formatCode="yyyy/m/d">
                  <c:v>40333</c:v>
                </c:pt>
                <c:pt idx="4084" c:formatCode="yyyy/m/d">
                  <c:v>40332</c:v>
                </c:pt>
                <c:pt idx="4085" c:formatCode="yyyy/m/d">
                  <c:v>40331</c:v>
                </c:pt>
                <c:pt idx="4086" c:formatCode="yyyy/m/d">
                  <c:v>40330</c:v>
                </c:pt>
                <c:pt idx="4087" c:formatCode="yyyy/m/d">
                  <c:v>40329</c:v>
                </c:pt>
                <c:pt idx="4088" c:formatCode="yyyy/m/d">
                  <c:v>40326</c:v>
                </c:pt>
                <c:pt idx="4089" c:formatCode="yyyy/m/d">
                  <c:v>40325</c:v>
                </c:pt>
                <c:pt idx="4090" c:formatCode="yyyy/m/d">
                  <c:v>40324</c:v>
                </c:pt>
                <c:pt idx="4091" c:formatCode="yyyy/m/d">
                  <c:v>40323</c:v>
                </c:pt>
                <c:pt idx="4092" c:formatCode="yyyy/m/d">
                  <c:v>40322</c:v>
                </c:pt>
                <c:pt idx="4093" c:formatCode="yyyy/m/d">
                  <c:v>40319</c:v>
                </c:pt>
                <c:pt idx="4094" c:formatCode="yyyy/m/d">
                  <c:v>40318</c:v>
                </c:pt>
                <c:pt idx="4095" c:formatCode="yyyy/m/d">
                  <c:v>40317</c:v>
                </c:pt>
                <c:pt idx="4096" c:formatCode="yyyy/m/d">
                  <c:v>40316</c:v>
                </c:pt>
                <c:pt idx="4097" c:formatCode="yyyy/m/d">
                  <c:v>40315</c:v>
                </c:pt>
                <c:pt idx="4098" c:formatCode="yyyy/m/d">
                  <c:v>40312</c:v>
                </c:pt>
                <c:pt idx="4099" c:formatCode="yyyy/m/d">
                  <c:v>40311</c:v>
                </c:pt>
                <c:pt idx="4100" c:formatCode="yyyy/m/d">
                  <c:v>40310</c:v>
                </c:pt>
                <c:pt idx="4101" c:formatCode="yyyy/m/d">
                  <c:v>40309</c:v>
                </c:pt>
                <c:pt idx="4102" c:formatCode="yyyy/m/d">
                  <c:v>40308</c:v>
                </c:pt>
                <c:pt idx="4103" c:formatCode="yyyy/m/d">
                  <c:v>40305</c:v>
                </c:pt>
                <c:pt idx="4104" c:formatCode="yyyy/m/d">
                  <c:v>40304</c:v>
                </c:pt>
                <c:pt idx="4105" c:formatCode="yyyy/m/d">
                  <c:v>40303</c:v>
                </c:pt>
                <c:pt idx="4106" c:formatCode="yyyy/m/d">
                  <c:v>40302</c:v>
                </c:pt>
                <c:pt idx="4107" c:formatCode="yyyy/m/d">
                  <c:v>40301</c:v>
                </c:pt>
                <c:pt idx="4108" c:formatCode="yyyy/m/d">
                  <c:v>40298</c:v>
                </c:pt>
                <c:pt idx="4109" c:formatCode="yyyy/m/d">
                  <c:v>40297</c:v>
                </c:pt>
                <c:pt idx="4110" c:formatCode="yyyy/m/d">
                  <c:v>40296</c:v>
                </c:pt>
                <c:pt idx="4111" c:formatCode="yyyy/m/d">
                  <c:v>40295</c:v>
                </c:pt>
                <c:pt idx="4112" c:formatCode="yyyy/m/d">
                  <c:v>40294</c:v>
                </c:pt>
                <c:pt idx="4113" c:formatCode="yyyy/m/d">
                  <c:v>40291</c:v>
                </c:pt>
                <c:pt idx="4114" c:formatCode="yyyy/m/d">
                  <c:v>40290</c:v>
                </c:pt>
                <c:pt idx="4115" c:formatCode="yyyy/m/d">
                  <c:v>40289</c:v>
                </c:pt>
                <c:pt idx="4116" c:formatCode="yyyy/m/d">
                  <c:v>40288</c:v>
                </c:pt>
                <c:pt idx="4117" c:formatCode="yyyy/m/d">
                  <c:v>40287</c:v>
                </c:pt>
                <c:pt idx="4118" c:formatCode="yyyy/m/d">
                  <c:v>40284</c:v>
                </c:pt>
                <c:pt idx="4119" c:formatCode="yyyy/m/d">
                  <c:v>40283</c:v>
                </c:pt>
                <c:pt idx="4120" c:formatCode="yyyy/m/d">
                  <c:v>40282</c:v>
                </c:pt>
                <c:pt idx="4121" c:formatCode="yyyy/m/d">
                  <c:v>40281</c:v>
                </c:pt>
                <c:pt idx="4122" c:formatCode="yyyy/m/d">
                  <c:v>40280</c:v>
                </c:pt>
                <c:pt idx="4123" c:formatCode="yyyy/m/d">
                  <c:v>40277</c:v>
                </c:pt>
                <c:pt idx="4124" c:formatCode="yyyy/m/d">
                  <c:v>40276</c:v>
                </c:pt>
                <c:pt idx="4125" c:formatCode="yyyy/m/d">
                  <c:v>40275</c:v>
                </c:pt>
                <c:pt idx="4126" c:formatCode="yyyy/m/d">
                  <c:v>40274</c:v>
                </c:pt>
                <c:pt idx="4127" c:formatCode="yyyy/m/d">
                  <c:v>40273</c:v>
                </c:pt>
                <c:pt idx="4128" c:formatCode="yyyy/m/d">
                  <c:v>40270</c:v>
                </c:pt>
                <c:pt idx="4129" c:formatCode="yyyy/m/d">
                  <c:v>40269</c:v>
                </c:pt>
                <c:pt idx="4130" c:formatCode="yyyy/m/d">
                  <c:v>40268</c:v>
                </c:pt>
                <c:pt idx="4131" c:formatCode="yyyy/m/d">
                  <c:v>40267</c:v>
                </c:pt>
                <c:pt idx="4132" c:formatCode="yyyy/m/d">
                  <c:v>40266</c:v>
                </c:pt>
                <c:pt idx="4133" c:formatCode="yyyy/m/d">
                  <c:v>40263</c:v>
                </c:pt>
                <c:pt idx="4134" c:formatCode="yyyy/m/d">
                  <c:v>40262</c:v>
                </c:pt>
                <c:pt idx="4135" c:formatCode="yyyy/m/d">
                  <c:v>40261</c:v>
                </c:pt>
                <c:pt idx="4136" c:formatCode="yyyy/m/d">
                  <c:v>40260</c:v>
                </c:pt>
                <c:pt idx="4137" c:formatCode="yyyy/m/d">
                  <c:v>40259</c:v>
                </c:pt>
                <c:pt idx="4138" c:formatCode="yyyy/m/d">
                  <c:v>40256</c:v>
                </c:pt>
                <c:pt idx="4139" c:formatCode="yyyy/m/d">
                  <c:v>40255</c:v>
                </c:pt>
                <c:pt idx="4140" c:formatCode="yyyy/m/d">
                  <c:v>40254</c:v>
                </c:pt>
                <c:pt idx="4141" c:formatCode="yyyy/m/d">
                  <c:v>40253</c:v>
                </c:pt>
                <c:pt idx="4142" c:formatCode="yyyy/m/d">
                  <c:v>40252</c:v>
                </c:pt>
                <c:pt idx="4143" c:formatCode="yyyy/m/d">
                  <c:v>40249</c:v>
                </c:pt>
                <c:pt idx="4144" c:formatCode="yyyy/m/d">
                  <c:v>40248</c:v>
                </c:pt>
                <c:pt idx="4145" c:formatCode="yyyy/m/d">
                  <c:v>40247</c:v>
                </c:pt>
                <c:pt idx="4146" c:formatCode="yyyy/m/d">
                  <c:v>40246</c:v>
                </c:pt>
                <c:pt idx="4147" c:formatCode="yyyy/m/d">
                  <c:v>40245</c:v>
                </c:pt>
                <c:pt idx="4148" c:formatCode="yyyy/m/d">
                  <c:v>40242</c:v>
                </c:pt>
                <c:pt idx="4149" c:formatCode="yyyy/m/d">
                  <c:v>40241</c:v>
                </c:pt>
                <c:pt idx="4150" c:formatCode="yyyy/m/d">
                  <c:v>40240</c:v>
                </c:pt>
                <c:pt idx="4151" c:formatCode="yyyy/m/d">
                  <c:v>40239</c:v>
                </c:pt>
                <c:pt idx="4152" c:formatCode="yyyy/m/d">
                  <c:v>40238</c:v>
                </c:pt>
                <c:pt idx="4153" c:formatCode="yyyy/m/d">
                  <c:v>40235</c:v>
                </c:pt>
                <c:pt idx="4154" c:formatCode="yyyy/m/d">
                  <c:v>40234</c:v>
                </c:pt>
                <c:pt idx="4155" c:formatCode="yyyy/m/d">
                  <c:v>40233</c:v>
                </c:pt>
                <c:pt idx="4156" c:formatCode="yyyy/m/d">
                  <c:v>40232</c:v>
                </c:pt>
                <c:pt idx="4157" c:formatCode="yyyy/m/d">
                  <c:v>40231</c:v>
                </c:pt>
                <c:pt idx="4158" c:formatCode="yyyy/m/d">
                  <c:v>40228</c:v>
                </c:pt>
                <c:pt idx="4159" c:formatCode="yyyy/m/d">
                  <c:v>40227</c:v>
                </c:pt>
                <c:pt idx="4160" c:formatCode="yyyy/m/d">
                  <c:v>40226</c:v>
                </c:pt>
                <c:pt idx="4161" c:formatCode="yyyy/m/d">
                  <c:v>40225</c:v>
                </c:pt>
                <c:pt idx="4162" c:formatCode="yyyy/m/d">
                  <c:v>40224</c:v>
                </c:pt>
                <c:pt idx="4163" c:formatCode="yyyy/m/d">
                  <c:v>40221</c:v>
                </c:pt>
                <c:pt idx="4164" c:formatCode="yyyy/m/d">
                  <c:v>40220</c:v>
                </c:pt>
                <c:pt idx="4165" c:formatCode="yyyy/m/d">
                  <c:v>40219</c:v>
                </c:pt>
                <c:pt idx="4166" c:formatCode="yyyy/m/d">
                  <c:v>40218</c:v>
                </c:pt>
                <c:pt idx="4167" c:formatCode="yyyy/m/d">
                  <c:v>40217</c:v>
                </c:pt>
                <c:pt idx="4168" c:formatCode="yyyy/m/d">
                  <c:v>40214</c:v>
                </c:pt>
                <c:pt idx="4169" c:formatCode="yyyy/m/d">
                  <c:v>40213</c:v>
                </c:pt>
                <c:pt idx="4170" c:formatCode="yyyy/m/d">
                  <c:v>40212</c:v>
                </c:pt>
                <c:pt idx="4171" c:formatCode="yyyy/m/d">
                  <c:v>40211</c:v>
                </c:pt>
                <c:pt idx="4172" c:formatCode="yyyy/m/d">
                  <c:v>40210</c:v>
                </c:pt>
                <c:pt idx="4173" c:formatCode="yyyy/m/d">
                  <c:v>40207</c:v>
                </c:pt>
                <c:pt idx="4174" c:formatCode="yyyy/m/d">
                  <c:v>40206</c:v>
                </c:pt>
                <c:pt idx="4175" c:formatCode="yyyy/m/d">
                  <c:v>40205</c:v>
                </c:pt>
                <c:pt idx="4176" c:formatCode="yyyy/m/d">
                  <c:v>40204</c:v>
                </c:pt>
                <c:pt idx="4177" c:formatCode="yyyy/m/d">
                  <c:v>40203</c:v>
                </c:pt>
                <c:pt idx="4178" c:formatCode="yyyy/m/d">
                  <c:v>40200</c:v>
                </c:pt>
                <c:pt idx="4179" c:formatCode="yyyy/m/d">
                  <c:v>40199</c:v>
                </c:pt>
                <c:pt idx="4180" c:formatCode="yyyy/m/d">
                  <c:v>40198</c:v>
                </c:pt>
                <c:pt idx="4181" c:formatCode="yyyy/m/d">
                  <c:v>40197</c:v>
                </c:pt>
                <c:pt idx="4182" c:formatCode="yyyy/m/d">
                  <c:v>40196</c:v>
                </c:pt>
                <c:pt idx="4183" c:formatCode="yyyy/m/d">
                  <c:v>40193</c:v>
                </c:pt>
                <c:pt idx="4184" c:formatCode="yyyy/m/d">
                  <c:v>40192</c:v>
                </c:pt>
                <c:pt idx="4185" c:formatCode="yyyy/m/d">
                  <c:v>40191</c:v>
                </c:pt>
                <c:pt idx="4186" c:formatCode="yyyy/m/d">
                  <c:v>40190</c:v>
                </c:pt>
                <c:pt idx="4187" c:formatCode="yyyy/m/d">
                  <c:v>40189</c:v>
                </c:pt>
                <c:pt idx="4188" c:formatCode="yyyy/m/d">
                  <c:v>40186</c:v>
                </c:pt>
                <c:pt idx="4189" c:formatCode="yyyy/m/d">
                  <c:v>40185</c:v>
                </c:pt>
                <c:pt idx="4190" c:formatCode="yyyy/m/d">
                  <c:v>40184</c:v>
                </c:pt>
                <c:pt idx="4191" c:formatCode="yyyy/m/d">
                  <c:v>40183</c:v>
                </c:pt>
                <c:pt idx="4192" c:formatCode="yyyy/m/d">
                  <c:v>40182</c:v>
                </c:pt>
                <c:pt idx="4193" c:formatCode="yyyy/m/d">
                  <c:v>40179</c:v>
                </c:pt>
                <c:pt idx="4194" c:formatCode="yyyy/m/d">
                  <c:v>40178</c:v>
                </c:pt>
                <c:pt idx="4195" c:formatCode="yyyy/m/d">
                  <c:v>40177</c:v>
                </c:pt>
                <c:pt idx="4196" c:formatCode="yyyy/m/d">
                  <c:v>40176</c:v>
                </c:pt>
                <c:pt idx="4197" c:formatCode="yyyy/m/d">
                  <c:v>40175</c:v>
                </c:pt>
                <c:pt idx="4198" c:formatCode="yyyy/m/d">
                  <c:v>40172</c:v>
                </c:pt>
                <c:pt idx="4199" c:formatCode="yyyy/m/d">
                  <c:v>40171</c:v>
                </c:pt>
                <c:pt idx="4200" c:formatCode="yyyy/m/d">
                  <c:v>40170</c:v>
                </c:pt>
                <c:pt idx="4201" c:formatCode="yyyy/m/d">
                  <c:v>40169</c:v>
                </c:pt>
                <c:pt idx="4202" c:formatCode="yyyy/m/d">
                  <c:v>40168</c:v>
                </c:pt>
                <c:pt idx="4203" c:formatCode="yyyy/m/d">
                  <c:v>40165</c:v>
                </c:pt>
                <c:pt idx="4204" c:formatCode="yyyy/m/d">
                  <c:v>40164</c:v>
                </c:pt>
                <c:pt idx="4205" c:formatCode="yyyy/m/d">
                  <c:v>40163</c:v>
                </c:pt>
                <c:pt idx="4206" c:formatCode="yyyy/m/d">
                  <c:v>40162</c:v>
                </c:pt>
                <c:pt idx="4207" c:formatCode="yyyy/m/d">
                  <c:v>40161</c:v>
                </c:pt>
                <c:pt idx="4208" c:formatCode="yyyy/m/d">
                  <c:v>40158</c:v>
                </c:pt>
                <c:pt idx="4209" c:formatCode="yyyy/m/d">
                  <c:v>40157</c:v>
                </c:pt>
                <c:pt idx="4210" c:formatCode="yyyy/m/d">
                  <c:v>40156</c:v>
                </c:pt>
                <c:pt idx="4211" c:formatCode="yyyy/m/d">
                  <c:v>40155</c:v>
                </c:pt>
                <c:pt idx="4212" c:formatCode="yyyy/m/d">
                  <c:v>40154</c:v>
                </c:pt>
                <c:pt idx="4213" c:formatCode="yyyy/m/d">
                  <c:v>40151</c:v>
                </c:pt>
                <c:pt idx="4214" c:formatCode="yyyy/m/d">
                  <c:v>40150</c:v>
                </c:pt>
                <c:pt idx="4215" c:formatCode="yyyy/m/d">
                  <c:v>40149</c:v>
                </c:pt>
                <c:pt idx="4216" c:formatCode="yyyy/m/d">
                  <c:v>40148</c:v>
                </c:pt>
                <c:pt idx="4217" c:formatCode="yyyy/m/d">
                  <c:v>40147</c:v>
                </c:pt>
                <c:pt idx="4218" c:formatCode="yyyy/m/d">
                  <c:v>40144</c:v>
                </c:pt>
                <c:pt idx="4219" c:formatCode="yyyy/m/d">
                  <c:v>40143</c:v>
                </c:pt>
                <c:pt idx="4220" c:formatCode="yyyy/m/d">
                  <c:v>40142</c:v>
                </c:pt>
                <c:pt idx="4221" c:formatCode="yyyy/m/d">
                  <c:v>40141</c:v>
                </c:pt>
                <c:pt idx="4222" c:formatCode="yyyy/m/d">
                  <c:v>40140</c:v>
                </c:pt>
                <c:pt idx="4223" c:formatCode="yyyy/m/d">
                  <c:v>40137</c:v>
                </c:pt>
                <c:pt idx="4224" c:formatCode="yyyy/m/d">
                  <c:v>40136</c:v>
                </c:pt>
                <c:pt idx="4225" c:formatCode="yyyy/m/d">
                  <c:v>40135</c:v>
                </c:pt>
                <c:pt idx="4226" c:formatCode="yyyy/m/d">
                  <c:v>40134</c:v>
                </c:pt>
                <c:pt idx="4227" c:formatCode="yyyy/m/d">
                  <c:v>40133</c:v>
                </c:pt>
                <c:pt idx="4228" c:formatCode="yyyy/m/d">
                  <c:v>40130</c:v>
                </c:pt>
                <c:pt idx="4229" c:formatCode="yyyy/m/d">
                  <c:v>40129</c:v>
                </c:pt>
                <c:pt idx="4230" c:formatCode="yyyy/m/d">
                  <c:v>40128</c:v>
                </c:pt>
                <c:pt idx="4231" c:formatCode="yyyy/m/d">
                  <c:v>40127</c:v>
                </c:pt>
                <c:pt idx="4232" c:formatCode="yyyy/m/d">
                  <c:v>40126</c:v>
                </c:pt>
                <c:pt idx="4233" c:formatCode="yyyy/m/d">
                  <c:v>40123</c:v>
                </c:pt>
                <c:pt idx="4234" c:formatCode="yyyy/m/d">
                  <c:v>40122</c:v>
                </c:pt>
                <c:pt idx="4235" c:formatCode="yyyy/m/d">
                  <c:v>40121</c:v>
                </c:pt>
                <c:pt idx="4236" c:formatCode="yyyy/m/d">
                  <c:v>40120</c:v>
                </c:pt>
                <c:pt idx="4237" c:formatCode="yyyy/m/d">
                  <c:v>40119</c:v>
                </c:pt>
                <c:pt idx="4238" c:formatCode="yyyy/m/d">
                  <c:v>40116</c:v>
                </c:pt>
                <c:pt idx="4239" c:formatCode="yyyy/m/d">
                  <c:v>40115</c:v>
                </c:pt>
                <c:pt idx="4240" c:formatCode="yyyy/m/d">
                  <c:v>40114</c:v>
                </c:pt>
                <c:pt idx="4241" c:formatCode="yyyy/m/d">
                  <c:v>40113</c:v>
                </c:pt>
                <c:pt idx="4242" c:formatCode="yyyy/m/d">
                  <c:v>40112</c:v>
                </c:pt>
                <c:pt idx="4243" c:formatCode="yyyy/m/d">
                  <c:v>40109</c:v>
                </c:pt>
                <c:pt idx="4244" c:formatCode="yyyy/m/d">
                  <c:v>40108</c:v>
                </c:pt>
                <c:pt idx="4245" c:formatCode="yyyy/m/d">
                  <c:v>40107</c:v>
                </c:pt>
                <c:pt idx="4246" c:formatCode="yyyy/m/d">
                  <c:v>40106</c:v>
                </c:pt>
                <c:pt idx="4247" c:formatCode="yyyy/m/d">
                  <c:v>40105</c:v>
                </c:pt>
                <c:pt idx="4248" c:formatCode="yyyy/m/d">
                  <c:v>40102</c:v>
                </c:pt>
                <c:pt idx="4249" c:formatCode="yyyy/m/d">
                  <c:v>40101</c:v>
                </c:pt>
                <c:pt idx="4250" c:formatCode="yyyy/m/d">
                  <c:v>40100</c:v>
                </c:pt>
                <c:pt idx="4251" c:formatCode="yyyy/m/d">
                  <c:v>40099</c:v>
                </c:pt>
                <c:pt idx="4252" c:formatCode="yyyy/m/d">
                  <c:v>40098</c:v>
                </c:pt>
                <c:pt idx="4253" c:formatCode="yyyy/m/d">
                  <c:v>40095</c:v>
                </c:pt>
                <c:pt idx="4254" c:formatCode="yyyy/m/d">
                  <c:v>40094</c:v>
                </c:pt>
                <c:pt idx="4255" c:formatCode="yyyy/m/d">
                  <c:v>40093</c:v>
                </c:pt>
                <c:pt idx="4256" c:formatCode="yyyy/m/d">
                  <c:v>40092</c:v>
                </c:pt>
                <c:pt idx="4257" c:formatCode="yyyy/m/d">
                  <c:v>40091</c:v>
                </c:pt>
                <c:pt idx="4258" c:formatCode="yyyy/m/d">
                  <c:v>40088</c:v>
                </c:pt>
                <c:pt idx="4259" c:formatCode="yyyy/m/d">
                  <c:v>40087</c:v>
                </c:pt>
                <c:pt idx="4260" c:formatCode="yyyy/m/d">
                  <c:v>40086</c:v>
                </c:pt>
                <c:pt idx="4261" c:formatCode="yyyy/m/d">
                  <c:v>40085</c:v>
                </c:pt>
                <c:pt idx="4262" c:formatCode="yyyy/m/d">
                  <c:v>40084</c:v>
                </c:pt>
                <c:pt idx="4263" c:formatCode="yyyy/m/d">
                  <c:v>40081</c:v>
                </c:pt>
                <c:pt idx="4264" c:formatCode="yyyy/m/d">
                  <c:v>40080</c:v>
                </c:pt>
                <c:pt idx="4265" c:formatCode="yyyy/m/d">
                  <c:v>40079</c:v>
                </c:pt>
                <c:pt idx="4266" c:formatCode="yyyy/m/d">
                  <c:v>40078</c:v>
                </c:pt>
                <c:pt idx="4267" c:formatCode="yyyy/m/d">
                  <c:v>40077</c:v>
                </c:pt>
                <c:pt idx="4268" c:formatCode="yyyy/m/d">
                  <c:v>40074</c:v>
                </c:pt>
                <c:pt idx="4269" c:formatCode="yyyy/m/d">
                  <c:v>40073</c:v>
                </c:pt>
                <c:pt idx="4270" c:formatCode="yyyy/m/d">
                  <c:v>40072</c:v>
                </c:pt>
                <c:pt idx="4271" c:formatCode="yyyy/m/d">
                  <c:v>40071</c:v>
                </c:pt>
                <c:pt idx="4272" c:formatCode="yyyy/m/d">
                  <c:v>40070</c:v>
                </c:pt>
                <c:pt idx="4273" c:formatCode="yyyy/m/d">
                  <c:v>40067</c:v>
                </c:pt>
                <c:pt idx="4274" c:formatCode="yyyy/m/d">
                  <c:v>40066</c:v>
                </c:pt>
                <c:pt idx="4275" c:formatCode="yyyy/m/d">
                  <c:v>40065</c:v>
                </c:pt>
                <c:pt idx="4276" c:formatCode="yyyy/m/d">
                  <c:v>40064</c:v>
                </c:pt>
                <c:pt idx="4277" c:formatCode="yyyy/m/d">
                  <c:v>40063</c:v>
                </c:pt>
                <c:pt idx="4278" c:formatCode="yyyy/m/d">
                  <c:v>40060</c:v>
                </c:pt>
                <c:pt idx="4279" c:formatCode="yyyy/m/d">
                  <c:v>40059</c:v>
                </c:pt>
                <c:pt idx="4280" c:formatCode="yyyy/m/d">
                  <c:v>40058</c:v>
                </c:pt>
                <c:pt idx="4281" c:formatCode="yyyy/m/d">
                  <c:v>40057</c:v>
                </c:pt>
                <c:pt idx="4282" c:formatCode="yyyy/m/d">
                  <c:v>40056</c:v>
                </c:pt>
                <c:pt idx="4283" c:formatCode="yyyy/m/d">
                  <c:v>40053</c:v>
                </c:pt>
                <c:pt idx="4284" c:formatCode="yyyy/m/d">
                  <c:v>40052</c:v>
                </c:pt>
                <c:pt idx="4285" c:formatCode="yyyy/m/d">
                  <c:v>40051</c:v>
                </c:pt>
                <c:pt idx="4286" c:formatCode="yyyy/m/d">
                  <c:v>40050</c:v>
                </c:pt>
                <c:pt idx="4287" c:formatCode="yyyy/m/d">
                  <c:v>40049</c:v>
                </c:pt>
                <c:pt idx="4288" c:formatCode="yyyy/m/d">
                  <c:v>40046</c:v>
                </c:pt>
                <c:pt idx="4289" c:formatCode="yyyy/m/d">
                  <c:v>40045</c:v>
                </c:pt>
                <c:pt idx="4290" c:formatCode="yyyy/m/d">
                  <c:v>40044</c:v>
                </c:pt>
                <c:pt idx="4291" c:formatCode="yyyy/m/d">
                  <c:v>40043</c:v>
                </c:pt>
                <c:pt idx="4292" c:formatCode="yyyy/m/d">
                  <c:v>40042</c:v>
                </c:pt>
                <c:pt idx="4293" c:formatCode="yyyy/m/d">
                  <c:v>40039</c:v>
                </c:pt>
                <c:pt idx="4294" c:formatCode="yyyy/m/d">
                  <c:v>40038</c:v>
                </c:pt>
                <c:pt idx="4295" c:formatCode="yyyy/m/d">
                  <c:v>40037</c:v>
                </c:pt>
                <c:pt idx="4296" c:formatCode="yyyy/m/d">
                  <c:v>40036</c:v>
                </c:pt>
                <c:pt idx="4297" c:formatCode="yyyy/m/d">
                  <c:v>40035</c:v>
                </c:pt>
                <c:pt idx="4298" c:formatCode="yyyy/m/d">
                  <c:v>40032</c:v>
                </c:pt>
                <c:pt idx="4299" c:formatCode="yyyy/m/d">
                  <c:v>40031</c:v>
                </c:pt>
                <c:pt idx="4300" c:formatCode="yyyy/m/d">
                  <c:v>40030</c:v>
                </c:pt>
                <c:pt idx="4301" c:formatCode="yyyy/m/d">
                  <c:v>40029</c:v>
                </c:pt>
                <c:pt idx="4302" c:formatCode="yyyy/m/d">
                  <c:v>40028</c:v>
                </c:pt>
                <c:pt idx="4303" c:formatCode="yyyy/m/d">
                  <c:v>40025</c:v>
                </c:pt>
                <c:pt idx="4304" c:formatCode="yyyy/m/d">
                  <c:v>40024</c:v>
                </c:pt>
                <c:pt idx="4305" c:formatCode="yyyy/m/d">
                  <c:v>40023</c:v>
                </c:pt>
                <c:pt idx="4306" c:formatCode="yyyy/m/d">
                  <c:v>40022</c:v>
                </c:pt>
                <c:pt idx="4307" c:formatCode="yyyy/m/d">
                  <c:v>40021</c:v>
                </c:pt>
                <c:pt idx="4308" c:formatCode="yyyy/m/d">
                  <c:v>40018</c:v>
                </c:pt>
                <c:pt idx="4309" c:formatCode="yyyy/m/d">
                  <c:v>40017</c:v>
                </c:pt>
                <c:pt idx="4310" c:formatCode="yyyy/m/d">
                  <c:v>40016</c:v>
                </c:pt>
                <c:pt idx="4311" c:formatCode="yyyy/m/d">
                  <c:v>40015</c:v>
                </c:pt>
                <c:pt idx="4312" c:formatCode="yyyy/m/d">
                  <c:v>40014</c:v>
                </c:pt>
                <c:pt idx="4313" c:formatCode="yyyy/m/d">
                  <c:v>40011</c:v>
                </c:pt>
                <c:pt idx="4314" c:formatCode="yyyy/m/d">
                  <c:v>40010</c:v>
                </c:pt>
                <c:pt idx="4315" c:formatCode="yyyy/m/d">
                  <c:v>40009</c:v>
                </c:pt>
                <c:pt idx="4316" c:formatCode="yyyy/m/d">
                  <c:v>40008</c:v>
                </c:pt>
                <c:pt idx="4317" c:formatCode="yyyy/m/d">
                  <c:v>40007</c:v>
                </c:pt>
                <c:pt idx="4318" c:formatCode="yyyy/m/d">
                  <c:v>40004</c:v>
                </c:pt>
                <c:pt idx="4319" c:formatCode="yyyy/m/d">
                  <c:v>40003</c:v>
                </c:pt>
                <c:pt idx="4320" c:formatCode="yyyy/m/d">
                  <c:v>40002</c:v>
                </c:pt>
                <c:pt idx="4321" c:formatCode="yyyy/m/d">
                  <c:v>40001</c:v>
                </c:pt>
                <c:pt idx="4322" c:formatCode="yyyy/m/d">
                  <c:v>40000</c:v>
                </c:pt>
                <c:pt idx="4323" c:formatCode="yyyy/m/d">
                  <c:v>39997</c:v>
                </c:pt>
                <c:pt idx="4324" c:formatCode="yyyy/m/d">
                  <c:v>39996</c:v>
                </c:pt>
                <c:pt idx="4325" c:formatCode="yyyy/m/d">
                  <c:v>39995</c:v>
                </c:pt>
                <c:pt idx="4326" c:formatCode="yyyy/m/d">
                  <c:v>39994</c:v>
                </c:pt>
                <c:pt idx="4327" c:formatCode="yyyy/m/d">
                  <c:v>39993</c:v>
                </c:pt>
                <c:pt idx="4328" c:formatCode="yyyy/m/d">
                  <c:v>39990</c:v>
                </c:pt>
                <c:pt idx="4329" c:formatCode="yyyy/m/d">
                  <c:v>39989</c:v>
                </c:pt>
                <c:pt idx="4330" c:formatCode="yyyy/m/d">
                  <c:v>39988</c:v>
                </c:pt>
                <c:pt idx="4331" c:formatCode="yyyy/m/d">
                  <c:v>39987</c:v>
                </c:pt>
                <c:pt idx="4332" c:formatCode="yyyy/m/d">
                  <c:v>39986</c:v>
                </c:pt>
                <c:pt idx="4333" c:formatCode="yyyy/m/d">
                  <c:v>39983</c:v>
                </c:pt>
                <c:pt idx="4334" c:formatCode="yyyy/m/d">
                  <c:v>39982</c:v>
                </c:pt>
                <c:pt idx="4335" c:formatCode="yyyy/m/d">
                  <c:v>39981</c:v>
                </c:pt>
                <c:pt idx="4336" c:formatCode="yyyy/m/d">
                  <c:v>39980</c:v>
                </c:pt>
                <c:pt idx="4337" c:formatCode="yyyy/m/d">
                  <c:v>39979</c:v>
                </c:pt>
                <c:pt idx="4338" c:formatCode="yyyy/m/d">
                  <c:v>39976</c:v>
                </c:pt>
                <c:pt idx="4339" c:formatCode="yyyy/m/d">
                  <c:v>39975</c:v>
                </c:pt>
                <c:pt idx="4340" c:formatCode="yyyy/m/d">
                  <c:v>39974</c:v>
                </c:pt>
                <c:pt idx="4341" c:formatCode="yyyy/m/d">
                  <c:v>39973</c:v>
                </c:pt>
                <c:pt idx="4342" c:formatCode="yyyy/m/d">
                  <c:v>39972</c:v>
                </c:pt>
                <c:pt idx="4343" c:formatCode="yyyy/m/d">
                  <c:v>39969</c:v>
                </c:pt>
                <c:pt idx="4344" c:formatCode="yyyy/m/d">
                  <c:v>39968</c:v>
                </c:pt>
                <c:pt idx="4345" c:formatCode="yyyy/m/d">
                  <c:v>39967</c:v>
                </c:pt>
                <c:pt idx="4346" c:formatCode="yyyy/m/d">
                  <c:v>39966</c:v>
                </c:pt>
                <c:pt idx="4347" c:formatCode="yyyy/m/d">
                  <c:v>39965</c:v>
                </c:pt>
                <c:pt idx="4348" c:formatCode="yyyy/m/d">
                  <c:v>39962</c:v>
                </c:pt>
                <c:pt idx="4349" c:formatCode="yyyy/m/d">
                  <c:v>39961</c:v>
                </c:pt>
                <c:pt idx="4350" c:formatCode="yyyy/m/d">
                  <c:v>39960</c:v>
                </c:pt>
                <c:pt idx="4351" c:formatCode="yyyy/m/d">
                  <c:v>39959</c:v>
                </c:pt>
                <c:pt idx="4352" c:formatCode="yyyy/m/d">
                  <c:v>39958</c:v>
                </c:pt>
                <c:pt idx="4353" c:formatCode="yyyy/m/d">
                  <c:v>39955</c:v>
                </c:pt>
                <c:pt idx="4354" c:formatCode="yyyy/m/d">
                  <c:v>39954</c:v>
                </c:pt>
                <c:pt idx="4355" c:formatCode="yyyy/m/d">
                  <c:v>39953</c:v>
                </c:pt>
                <c:pt idx="4356" c:formatCode="yyyy/m/d">
                  <c:v>39952</c:v>
                </c:pt>
                <c:pt idx="4357" c:formatCode="yyyy/m/d">
                  <c:v>39951</c:v>
                </c:pt>
                <c:pt idx="4358" c:formatCode="yyyy/m/d">
                  <c:v>39948</c:v>
                </c:pt>
                <c:pt idx="4359" c:formatCode="yyyy/m/d">
                  <c:v>39947</c:v>
                </c:pt>
                <c:pt idx="4360" c:formatCode="yyyy/m/d">
                  <c:v>39946</c:v>
                </c:pt>
                <c:pt idx="4361" c:formatCode="yyyy/m/d">
                  <c:v>39945</c:v>
                </c:pt>
                <c:pt idx="4362" c:formatCode="yyyy/m/d">
                  <c:v>39944</c:v>
                </c:pt>
                <c:pt idx="4363" c:formatCode="yyyy/m/d">
                  <c:v>39941</c:v>
                </c:pt>
                <c:pt idx="4364" c:formatCode="yyyy/m/d">
                  <c:v>39940</c:v>
                </c:pt>
                <c:pt idx="4365" c:formatCode="yyyy/m/d">
                  <c:v>39939</c:v>
                </c:pt>
                <c:pt idx="4366" c:formatCode="yyyy/m/d">
                  <c:v>39938</c:v>
                </c:pt>
                <c:pt idx="4367" c:formatCode="yyyy/m/d">
                  <c:v>39937</c:v>
                </c:pt>
                <c:pt idx="4368" c:formatCode="yyyy/m/d">
                  <c:v>39934</c:v>
                </c:pt>
                <c:pt idx="4369" c:formatCode="yyyy/m/d">
                  <c:v>39933</c:v>
                </c:pt>
                <c:pt idx="4370" c:formatCode="yyyy/m/d">
                  <c:v>39932</c:v>
                </c:pt>
                <c:pt idx="4371" c:formatCode="yyyy/m/d">
                  <c:v>39931</c:v>
                </c:pt>
                <c:pt idx="4372" c:formatCode="yyyy/m/d">
                  <c:v>39930</c:v>
                </c:pt>
                <c:pt idx="4373" c:formatCode="yyyy/m/d">
                  <c:v>39927</c:v>
                </c:pt>
                <c:pt idx="4374" c:formatCode="yyyy/m/d">
                  <c:v>39926</c:v>
                </c:pt>
                <c:pt idx="4375" c:formatCode="yyyy/m/d">
                  <c:v>39925</c:v>
                </c:pt>
                <c:pt idx="4376" c:formatCode="yyyy/m/d">
                  <c:v>39924</c:v>
                </c:pt>
                <c:pt idx="4377" c:formatCode="yyyy/m/d">
                  <c:v>39923</c:v>
                </c:pt>
                <c:pt idx="4378" c:formatCode="yyyy/m/d">
                  <c:v>39920</c:v>
                </c:pt>
                <c:pt idx="4379" c:formatCode="yyyy/m/d">
                  <c:v>39919</c:v>
                </c:pt>
                <c:pt idx="4380" c:formatCode="yyyy/m/d">
                  <c:v>39918</c:v>
                </c:pt>
                <c:pt idx="4381" c:formatCode="yyyy/m/d">
                  <c:v>39917</c:v>
                </c:pt>
                <c:pt idx="4382" c:formatCode="yyyy/m/d">
                  <c:v>39916</c:v>
                </c:pt>
                <c:pt idx="4383" c:formatCode="yyyy/m/d">
                  <c:v>39913</c:v>
                </c:pt>
                <c:pt idx="4384" c:formatCode="yyyy/m/d">
                  <c:v>39912</c:v>
                </c:pt>
                <c:pt idx="4385" c:formatCode="yyyy/m/d">
                  <c:v>39911</c:v>
                </c:pt>
                <c:pt idx="4386" c:formatCode="yyyy/m/d">
                  <c:v>39910</c:v>
                </c:pt>
                <c:pt idx="4387" c:formatCode="yyyy/m/d">
                  <c:v>39909</c:v>
                </c:pt>
                <c:pt idx="4388" c:formatCode="yyyy/m/d">
                  <c:v>39906</c:v>
                </c:pt>
                <c:pt idx="4389" c:formatCode="yyyy/m/d">
                  <c:v>39905</c:v>
                </c:pt>
                <c:pt idx="4390" c:formatCode="yyyy/m/d">
                  <c:v>39904</c:v>
                </c:pt>
                <c:pt idx="4391" c:formatCode="yyyy/m/d">
                  <c:v>39903</c:v>
                </c:pt>
                <c:pt idx="4392" c:formatCode="yyyy/m/d">
                  <c:v>39902</c:v>
                </c:pt>
                <c:pt idx="4393" c:formatCode="yyyy/m/d">
                  <c:v>39899</c:v>
                </c:pt>
                <c:pt idx="4394" c:formatCode="yyyy/m/d">
                  <c:v>39898</c:v>
                </c:pt>
                <c:pt idx="4395" c:formatCode="yyyy/m/d">
                  <c:v>39897</c:v>
                </c:pt>
                <c:pt idx="4396" c:formatCode="yyyy/m/d">
                  <c:v>39896</c:v>
                </c:pt>
                <c:pt idx="4397" c:formatCode="yyyy/m/d">
                  <c:v>39895</c:v>
                </c:pt>
                <c:pt idx="4398" c:formatCode="yyyy/m/d">
                  <c:v>39892</c:v>
                </c:pt>
                <c:pt idx="4399" c:formatCode="yyyy/m/d">
                  <c:v>39891</c:v>
                </c:pt>
                <c:pt idx="4400" c:formatCode="yyyy/m/d">
                  <c:v>39890</c:v>
                </c:pt>
                <c:pt idx="4401" c:formatCode="yyyy/m/d">
                  <c:v>39889</c:v>
                </c:pt>
                <c:pt idx="4402" c:formatCode="yyyy/m/d">
                  <c:v>39888</c:v>
                </c:pt>
                <c:pt idx="4403" c:formatCode="yyyy/m/d">
                  <c:v>39885</c:v>
                </c:pt>
                <c:pt idx="4404" c:formatCode="yyyy/m/d">
                  <c:v>39884</c:v>
                </c:pt>
                <c:pt idx="4405" c:formatCode="yyyy/m/d">
                  <c:v>39883</c:v>
                </c:pt>
                <c:pt idx="4406" c:formatCode="yyyy/m/d">
                  <c:v>39882</c:v>
                </c:pt>
                <c:pt idx="4407" c:formatCode="yyyy/m/d">
                  <c:v>39881</c:v>
                </c:pt>
                <c:pt idx="4408" c:formatCode="yyyy/m/d">
                  <c:v>39878</c:v>
                </c:pt>
                <c:pt idx="4409" c:formatCode="yyyy/m/d">
                  <c:v>39877</c:v>
                </c:pt>
                <c:pt idx="4410" c:formatCode="yyyy/m/d">
                  <c:v>39876</c:v>
                </c:pt>
                <c:pt idx="4411" c:formatCode="yyyy/m/d">
                  <c:v>39875</c:v>
                </c:pt>
                <c:pt idx="4412" c:formatCode="yyyy/m/d">
                  <c:v>39874</c:v>
                </c:pt>
                <c:pt idx="4413" c:formatCode="yyyy/m/d">
                  <c:v>39871</c:v>
                </c:pt>
                <c:pt idx="4414" c:formatCode="yyyy/m/d">
                  <c:v>39870</c:v>
                </c:pt>
                <c:pt idx="4415" c:formatCode="yyyy/m/d">
                  <c:v>39869</c:v>
                </c:pt>
                <c:pt idx="4416" c:formatCode="yyyy/m/d">
                  <c:v>39868</c:v>
                </c:pt>
                <c:pt idx="4417" c:formatCode="yyyy/m/d">
                  <c:v>39867</c:v>
                </c:pt>
                <c:pt idx="4418" c:formatCode="yyyy/m/d">
                  <c:v>39864</c:v>
                </c:pt>
                <c:pt idx="4419" c:formatCode="yyyy/m/d">
                  <c:v>39863</c:v>
                </c:pt>
                <c:pt idx="4420" c:formatCode="yyyy/m/d">
                  <c:v>39862</c:v>
                </c:pt>
                <c:pt idx="4421" c:formatCode="yyyy/m/d">
                  <c:v>39861</c:v>
                </c:pt>
                <c:pt idx="4422" c:formatCode="yyyy/m/d">
                  <c:v>39860</c:v>
                </c:pt>
                <c:pt idx="4423" c:formatCode="yyyy/m/d">
                  <c:v>39857</c:v>
                </c:pt>
                <c:pt idx="4424" c:formatCode="yyyy/m/d">
                  <c:v>39856</c:v>
                </c:pt>
                <c:pt idx="4425" c:formatCode="yyyy/m/d">
                  <c:v>39855</c:v>
                </c:pt>
                <c:pt idx="4426" c:formatCode="yyyy/m/d">
                  <c:v>39854</c:v>
                </c:pt>
                <c:pt idx="4427" c:formatCode="yyyy/m/d">
                  <c:v>39853</c:v>
                </c:pt>
                <c:pt idx="4428" c:formatCode="yyyy/m/d">
                  <c:v>39850</c:v>
                </c:pt>
                <c:pt idx="4429" c:formatCode="yyyy/m/d">
                  <c:v>39849</c:v>
                </c:pt>
                <c:pt idx="4430" c:formatCode="yyyy/m/d">
                  <c:v>39848</c:v>
                </c:pt>
                <c:pt idx="4431" c:formatCode="yyyy/m/d">
                  <c:v>39847</c:v>
                </c:pt>
                <c:pt idx="4432" c:formatCode="yyyy/m/d">
                  <c:v>39846</c:v>
                </c:pt>
                <c:pt idx="4433" c:formatCode="yyyy/m/d">
                  <c:v>39843</c:v>
                </c:pt>
                <c:pt idx="4434" c:formatCode="yyyy/m/d">
                  <c:v>39842</c:v>
                </c:pt>
                <c:pt idx="4435" c:formatCode="yyyy/m/d">
                  <c:v>39841</c:v>
                </c:pt>
                <c:pt idx="4436" c:formatCode="yyyy/m/d">
                  <c:v>39840</c:v>
                </c:pt>
                <c:pt idx="4437" c:formatCode="yyyy/m/d">
                  <c:v>39839</c:v>
                </c:pt>
                <c:pt idx="4438" c:formatCode="yyyy/m/d">
                  <c:v>39836</c:v>
                </c:pt>
                <c:pt idx="4439" c:formatCode="yyyy/m/d">
                  <c:v>39835</c:v>
                </c:pt>
                <c:pt idx="4440" c:formatCode="yyyy/m/d">
                  <c:v>39834</c:v>
                </c:pt>
                <c:pt idx="4441" c:formatCode="yyyy/m/d">
                  <c:v>39833</c:v>
                </c:pt>
                <c:pt idx="4442" c:formatCode="yyyy/m/d">
                  <c:v>39832</c:v>
                </c:pt>
                <c:pt idx="4443" c:formatCode="yyyy/m/d">
                  <c:v>39829</c:v>
                </c:pt>
                <c:pt idx="4444" c:formatCode="yyyy/m/d">
                  <c:v>39828</c:v>
                </c:pt>
                <c:pt idx="4445" c:formatCode="yyyy/m/d">
                  <c:v>39827</c:v>
                </c:pt>
                <c:pt idx="4446" c:formatCode="yyyy/m/d">
                  <c:v>39826</c:v>
                </c:pt>
                <c:pt idx="4447" c:formatCode="yyyy/m/d">
                  <c:v>39825</c:v>
                </c:pt>
                <c:pt idx="4448" c:formatCode="yyyy/m/d">
                  <c:v>39822</c:v>
                </c:pt>
                <c:pt idx="4449" c:formatCode="yyyy/m/d">
                  <c:v>39821</c:v>
                </c:pt>
                <c:pt idx="4450" c:formatCode="yyyy/m/d">
                  <c:v>39820</c:v>
                </c:pt>
                <c:pt idx="4451" c:formatCode="yyyy/m/d">
                  <c:v>39819</c:v>
                </c:pt>
                <c:pt idx="4452" c:formatCode="yyyy/m/d">
                  <c:v>39818</c:v>
                </c:pt>
                <c:pt idx="4453" c:formatCode="yyyy/m/d">
                  <c:v>39815</c:v>
                </c:pt>
                <c:pt idx="4454" c:formatCode="yyyy/m/d">
                  <c:v>39814</c:v>
                </c:pt>
                <c:pt idx="4455" c:formatCode="yyyy/m/d">
                  <c:v>39813</c:v>
                </c:pt>
                <c:pt idx="4456" c:formatCode="yyyy/m/d">
                  <c:v>39812</c:v>
                </c:pt>
                <c:pt idx="4457" c:formatCode="yyyy/m/d">
                  <c:v>39811</c:v>
                </c:pt>
                <c:pt idx="4458" c:formatCode="yyyy/m/d">
                  <c:v>39808</c:v>
                </c:pt>
                <c:pt idx="4459" c:formatCode="yyyy/m/d">
                  <c:v>39807</c:v>
                </c:pt>
                <c:pt idx="4460" c:formatCode="yyyy/m/d">
                  <c:v>39806</c:v>
                </c:pt>
                <c:pt idx="4461" c:formatCode="yyyy/m/d">
                  <c:v>39805</c:v>
                </c:pt>
                <c:pt idx="4462" c:formatCode="yyyy/m/d">
                  <c:v>39804</c:v>
                </c:pt>
                <c:pt idx="4463" c:formatCode="yyyy/m/d">
                  <c:v>39801</c:v>
                </c:pt>
                <c:pt idx="4464" c:formatCode="yyyy/m/d">
                  <c:v>39800</c:v>
                </c:pt>
                <c:pt idx="4465" c:formatCode="yyyy/m/d">
                  <c:v>39799</c:v>
                </c:pt>
                <c:pt idx="4466" c:formatCode="yyyy/m/d">
                  <c:v>39798</c:v>
                </c:pt>
                <c:pt idx="4467" c:formatCode="yyyy/m/d">
                  <c:v>39797</c:v>
                </c:pt>
                <c:pt idx="4468" c:formatCode="yyyy/m/d">
                  <c:v>39794</c:v>
                </c:pt>
                <c:pt idx="4469" c:formatCode="yyyy/m/d">
                  <c:v>39793</c:v>
                </c:pt>
                <c:pt idx="4470" c:formatCode="yyyy/m/d">
                  <c:v>39792</c:v>
                </c:pt>
                <c:pt idx="4471" c:formatCode="yyyy/m/d">
                  <c:v>39791</c:v>
                </c:pt>
                <c:pt idx="4472" c:formatCode="yyyy/m/d">
                  <c:v>39790</c:v>
                </c:pt>
                <c:pt idx="4473" c:formatCode="yyyy/m/d">
                  <c:v>39787</c:v>
                </c:pt>
                <c:pt idx="4474" c:formatCode="yyyy/m/d">
                  <c:v>39786</c:v>
                </c:pt>
                <c:pt idx="4475" c:formatCode="yyyy/m/d">
                  <c:v>39785</c:v>
                </c:pt>
                <c:pt idx="4476" c:formatCode="yyyy/m/d">
                  <c:v>39784</c:v>
                </c:pt>
                <c:pt idx="4477" c:formatCode="yyyy/m/d">
                  <c:v>39783</c:v>
                </c:pt>
                <c:pt idx="4478" c:formatCode="yyyy/m/d">
                  <c:v>39780</c:v>
                </c:pt>
                <c:pt idx="4479" c:formatCode="yyyy/m/d">
                  <c:v>39779</c:v>
                </c:pt>
                <c:pt idx="4480" c:formatCode="yyyy/m/d">
                  <c:v>39778</c:v>
                </c:pt>
                <c:pt idx="4481" c:formatCode="yyyy/m/d">
                  <c:v>39777</c:v>
                </c:pt>
                <c:pt idx="4482" c:formatCode="yyyy/m/d">
                  <c:v>39776</c:v>
                </c:pt>
                <c:pt idx="4483" c:formatCode="yyyy/m/d">
                  <c:v>39773</c:v>
                </c:pt>
                <c:pt idx="4484" c:formatCode="yyyy/m/d">
                  <c:v>39772</c:v>
                </c:pt>
                <c:pt idx="4485" c:formatCode="yyyy/m/d">
                  <c:v>39771</c:v>
                </c:pt>
                <c:pt idx="4486" c:formatCode="yyyy/m/d">
                  <c:v>39770</c:v>
                </c:pt>
                <c:pt idx="4487" c:formatCode="yyyy/m/d">
                  <c:v>39769</c:v>
                </c:pt>
                <c:pt idx="4488" c:formatCode="yyyy/m/d">
                  <c:v>39766</c:v>
                </c:pt>
                <c:pt idx="4489" c:formatCode="yyyy/m/d">
                  <c:v>39765</c:v>
                </c:pt>
                <c:pt idx="4490" c:formatCode="yyyy/m/d">
                  <c:v>39764</c:v>
                </c:pt>
                <c:pt idx="4491" c:formatCode="yyyy/m/d">
                  <c:v>39763</c:v>
                </c:pt>
                <c:pt idx="4492" c:formatCode="yyyy/m/d">
                  <c:v>39762</c:v>
                </c:pt>
                <c:pt idx="4493" c:formatCode="yyyy/m/d">
                  <c:v>39759</c:v>
                </c:pt>
                <c:pt idx="4494" c:formatCode="yyyy/m/d">
                  <c:v>39758</c:v>
                </c:pt>
                <c:pt idx="4495" c:formatCode="yyyy/m/d">
                  <c:v>39757</c:v>
                </c:pt>
                <c:pt idx="4496" c:formatCode="yyyy/m/d">
                  <c:v>39756</c:v>
                </c:pt>
                <c:pt idx="4497" c:formatCode="yyyy/m/d">
                  <c:v>39755</c:v>
                </c:pt>
                <c:pt idx="4498" c:formatCode="yyyy/m/d">
                  <c:v>39752</c:v>
                </c:pt>
                <c:pt idx="4499" c:formatCode="yyyy/m/d">
                  <c:v>39751</c:v>
                </c:pt>
                <c:pt idx="4500" c:formatCode="yyyy/m/d">
                  <c:v>39750</c:v>
                </c:pt>
                <c:pt idx="4501" c:formatCode="yyyy/m/d">
                  <c:v>39749</c:v>
                </c:pt>
                <c:pt idx="4502" c:formatCode="yyyy/m/d">
                  <c:v>39748</c:v>
                </c:pt>
                <c:pt idx="4503" c:formatCode="yyyy/m/d">
                  <c:v>39745</c:v>
                </c:pt>
                <c:pt idx="4504" c:formatCode="yyyy/m/d">
                  <c:v>39744</c:v>
                </c:pt>
                <c:pt idx="4505" c:formatCode="yyyy/m/d">
                  <c:v>39743</c:v>
                </c:pt>
                <c:pt idx="4506" c:formatCode="yyyy/m/d">
                  <c:v>39742</c:v>
                </c:pt>
                <c:pt idx="4507" c:formatCode="yyyy/m/d">
                  <c:v>39741</c:v>
                </c:pt>
                <c:pt idx="4508" c:formatCode="yyyy/m/d">
                  <c:v>39738</c:v>
                </c:pt>
                <c:pt idx="4509" c:formatCode="yyyy/m/d">
                  <c:v>39737</c:v>
                </c:pt>
                <c:pt idx="4510" c:formatCode="yyyy/m/d">
                  <c:v>39736</c:v>
                </c:pt>
                <c:pt idx="4511" c:formatCode="yyyy/m/d">
                  <c:v>39735</c:v>
                </c:pt>
                <c:pt idx="4512" c:formatCode="yyyy/m/d">
                  <c:v>39734</c:v>
                </c:pt>
                <c:pt idx="4513" c:formatCode="yyyy/m/d">
                  <c:v>39731</c:v>
                </c:pt>
                <c:pt idx="4514" c:formatCode="yyyy/m/d">
                  <c:v>39730</c:v>
                </c:pt>
                <c:pt idx="4515" c:formatCode="yyyy/m/d">
                  <c:v>39729</c:v>
                </c:pt>
                <c:pt idx="4516" c:formatCode="yyyy/m/d">
                  <c:v>39728</c:v>
                </c:pt>
                <c:pt idx="4517" c:formatCode="yyyy/m/d">
                  <c:v>39727</c:v>
                </c:pt>
                <c:pt idx="4518" c:formatCode="yyyy/m/d">
                  <c:v>39724</c:v>
                </c:pt>
              </c:numCache>
            </c:numRef>
          </c:cat>
          <c:val>
            <c:numRef>
              <c:f>'[20260203底稿.xlsx]日元对冲（粘贴版）'!$E$7:$E$4528</c:f>
              <c:numCache>
                <c:formatCode>General</c:formatCode>
                <c:ptCount val="4522"/>
                <c:pt idx="0">
                  <c:v>2.234</c:v>
                </c:pt>
                <c:pt idx="1">
                  <c:v>2.282</c:v>
                </c:pt>
                <c:pt idx="2">
                  <c:v>2.23</c:v>
                </c:pt>
                <c:pt idx="3">
                  <c:v>2.248</c:v>
                </c:pt>
                <c:pt idx="4">
                  <c:v>2.237</c:v>
                </c:pt>
                <c:pt idx="5">
                  <c:v>2.276</c:v>
                </c:pt>
                <c:pt idx="6">
                  <c:v>2.351</c:v>
                </c:pt>
                <c:pt idx="7">
                  <c:v>2.258</c:v>
                </c:pt>
                <c:pt idx="8">
                  <c:v>2.182</c:v>
                </c:pt>
                <c:pt idx="9">
                  <c:v>2.156</c:v>
                </c:pt>
                <c:pt idx="10">
                  <c:v>2.179</c:v>
                </c:pt>
                <c:pt idx="11">
                  <c:v>2.165</c:v>
                </c:pt>
                <c:pt idx="12">
                  <c:v>2.089</c:v>
                </c:pt>
                <c:pt idx="13">
                  <c:v>2.089</c:v>
                </c:pt>
                <c:pt idx="14">
                  <c:v>2.072</c:v>
                </c:pt>
                <c:pt idx="15">
                  <c:v>2.116</c:v>
                </c:pt>
                <c:pt idx="16">
                  <c:v>2.129</c:v>
                </c:pt>
                <c:pt idx="17">
                  <c:v>2.117</c:v>
                </c:pt>
                <c:pt idx="18">
                  <c:v>2.059</c:v>
                </c:pt>
                <c:pt idx="19">
                  <c:v>2.059</c:v>
                </c:pt>
                <c:pt idx="20">
                  <c:v>2.059</c:v>
                </c:pt>
                <c:pt idx="21">
                  <c:v>2.059</c:v>
                </c:pt>
                <c:pt idx="22">
                  <c:v>2.044</c:v>
                </c:pt>
                <c:pt idx="23">
                  <c:v>2.034</c:v>
                </c:pt>
                <c:pt idx="24">
                  <c:v>2.042</c:v>
                </c:pt>
                <c:pt idx="25">
                  <c:v>2.042</c:v>
                </c:pt>
                <c:pt idx="26">
                  <c:v>2.027</c:v>
                </c:pt>
                <c:pt idx="27">
                  <c:v>2.078</c:v>
                </c:pt>
                <c:pt idx="28">
                  <c:v>2.016</c:v>
                </c:pt>
                <c:pt idx="29">
                  <c:v>1.965</c:v>
                </c:pt>
                <c:pt idx="30">
                  <c:v>1.967</c:v>
                </c:pt>
                <c:pt idx="31">
                  <c:v>1.952</c:v>
                </c:pt>
                <c:pt idx="32">
                  <c:v>1.951</c:v>
                </c:pt>
                <c:pt idx="33">
                  <c:v>1.946</c:v>
                </c:pt>
                <c:pt idx="34">
                  <c:v>1.924</c:v>
                </c:pt>
                <c:pt idx="35">
                  <c:v>1.948</c:v>
                </c:pt>
                <c:pt idx="36">
                  <c:v>1.958</c:v>
                </c:pt>
                <c:pt idx="37">
                  <c:v>1.968</c:v>
                </c:pt>
                <c:pt idx="38">
                  <c:v>1.939</c:v>
                </c:pt>
                <c:pt idx="39">
                  <c:v>1.934</c:v>
                </c:pt>
                <c:pt idx="40">
                  <c:v>1.889</c:v>
                </c:pt>
                <c:pt idx="41">
                  <c:v>1.862</c:v>
                </c:pt>
                <c:pt idx="42">
                  <c:v>1.865</c:v>
                </c:pt>
                <c:pt idx="43">
                  <c:v>1.806</c:v>
                </c:pt>
                <c:pt idx="44">
                  <c:v>1.794</c:v>
                </c:pt>
                <c:pt idx="45">
                  <c:v>1.804</c:v>
                </c:pt>
                <c:pt idx="46">
                  <c:v>1.799</c:v>
                </c:pt>
                <c:pt idx="47">
                  <c:v>1.773</c:v>
                </c:pt>
                <c:pt idx="48">
                  <c:v>1.773</c:v>
                </c:pt>
                <c:pt idx="49">
                  <c:v>1.817</c:v>
                </c:pt>
                <c:pt idx="50">
                  <c:v>1.766</c:v>
                </c:pt>
                <c:pt idx="51">
                  <c:v>1.739</c:v>
                </c:pt>
                <c:pt idx="52">
                  <c:v>1.73</c:v>
                </c:pt>
                <c:pt idx="53">
                  <c:v>1.705</c:v>
                </c:pt>
                <c:pt idx="54">
                  <c:v>1.688</c:v>
                </c:pt>
                <c:pt idx="55">
                  <c:v>1.684</c:v>
                </c:pt>
                <c:pt idx="56">
                  <c:v>1.685</c:v>
                </c:pt>
                <c:pt idx="57">
                  <c:v>1.701</c:v>
                </c:pt>
                <c:pt idx="58">
                  <c:v>1.674</c:v>
                </c:pt>
                <c:pt idx="59">
                  <c:v>1.68</c:v>
                </c:pt>
                <c:pt idx="60">
                  <c:v>1.657</c:v>
                </c:pt>
                <c:pt idx="61">
                  <c:v>1.665</c:v>
                </c:pt>
                <c:pt idx="62">
                  <c:v>1.663</c:v>
                </c:pt>
                <c:pt idx="63">
                  <c:v>1.663</c:v>
                </c:pt>
                <c:pt idx="64">
                  <c:v>1.647</c:v>
                </c:pt>
                <c:pt idx="65">
                  <c:v>1.648</c:v>
                </c:pt>
                <c:pt idx="66">
                  <c:v>1.638</c:v>
                </c:pt>
                <c:pt idx="67">
                  <c:v>1.666</c:v>
                </c:pt>
                <c:pt idx="68">
                  <c:v>1.652</c:v>
                </c:pt>
                <c:pt idx="69">
                  <c:v>1.663</c:v>
                </c:pt>
                <c:pt idx="70">
                  <c:v>1.639</c:v>
                </c:pt>
                <c:pt idx="71">
                  <c:v>1.655</c:v>
                </c:pt>
                <c:pt idx="72">
                  <c:v>1.666</c:v>
                </c:pt>
                <c:pt idx="73">
                  <c:v>1.624</c:v>
                </c:pt>
                <c:pt idx="74">
                  <c:v>1.654</c:v>
                </c:pt>
                <c:pt idx="75">
                  <c:v>1.647</c:v>
                </c:pt>
                <c:pt idx="76">
                  <c:v>1.648</c:v>
                </c:pt>
                <c:pt idx="77">
                  <c:v>1.681</c:v>
                </c:pt>
                <c:pt idx="78">
                  <c:v>1.681</c:v>
                </c:pt>
                <c:pt idx="79">
                  <c:v>1.69</c:v>
                </c:pt>
                <c:pt idx="80">
                  <c:v>1.685</c:v>
                </c:pt>
                <c:pt idx="81">
                  <c:v>1.679</c:v>
                </c:pt>
                <c:pt idx="82">
                  <c:v>1.682</c:v>
                </c:pt>
                <c:pt idx="83">
                  <c:v>1.657</c:v>
                </c:pt>
                <c:pt idx="84">
                  <c:v>1.653</c:v>
                </c:pt>
                <c:pt idx="85">
                  <c:v>1.646</c:v>
                </c:pt>
                <c:pt idx="86">
                  <c:v>1.642</c:v>
                </c:pt>
                <c:pt idx="87">
                  <c:v>1.635</c:v>
                </c:pt>
                <c:pt idx="88">
                  <c:v>1.646</c:v>
                </c:pt>
                <c:pt idx="89">
                  <c:v>1.642</c:v>
                </c:pt>
                <c:pt idx="90">
                  <c:v>1.639</c:v>
                </c:pt>
                <c:pt idx="91">
                  <c:v>1.647</c:v>
                </c:pt>
                <c:pt idx="92">
                  <c:v>1.647</c:v>
                </c:pt>
                <c:pt idx="93">
                  <c:v>1.638</c:v>
                </c:pt>
                <c:pt idx="94">
                  <c:v>1.597</c:v>
                </c:pt>
                <c:pt idx="95">
                  <c:v>1.593</c:v>
                </c:pt>
                <c:pt idx="96">
                  <c:v>1.594</c:v>
                </c:pt>
                <c:pt idx="97">
                  <c:v>1.588</c:v>
                </c:pt>
                <c:pt idx="98">
                  <c:v>1.588</c:v>
                </c:pt>
                <c:pt idx="99">
                  <c:v>1.575</c:v>
                </c:pt>
                <c:pt idx="100">
                  <c:v>1.564</c:v>
                </c:pt>
                <c:pt idx="101">
                  <c:v>1.567</c:v>
                </c:pt>
                <c:pt idx="102">
                  <c:v>1.564</c:v>
                </c:pt>
                <c:pt idx="103">
                  <c:v>1.573</c:v>
                </c:pt>
                <c:pt idx="104">
                  <c:v>1.59</c:v>
                </c:pt>
                <c:pt idx="105">
                  <c:v>1.627</c:v>
                </c:pt>
                <c:pt idx="106">
                  <c:v>1.615</c:v>
                </c:pt>
                <c:pt idx="107">
                  <c:v>1.622</c:v>
                </c:pt>
                <c:pt idx="108">
                  <c:v>1.595</c:v>
                </c:pt>
                <c:pt idx="109">
                  <c:v>1.613</c:v>
                </c:pt>
                <c:pt idx="110">
                  <c:v>1.621</c:v>
                </c:pt>
                <c:pt idx="111">
                  <c:v>1.623</c:v>
                </c:pt>
                <c:pt idx="112">
                  <c:v>1.616</c:v>
                </c:pt>
                <c:pt idx="113">
                  <c:v>1.617</c:v>
                </c:pt>
                <c:pt idx="114">
                  <c:v>1.604</c:v>
                </c:pt>
                <c:pt idx="115">
                  <c:v>1.604</c:v>
                </c:pt>
                <c:pt idx="116">
                  <c:v>1.596</c:v>
                </c:pt>
                <c:pt idx="117">
                  <c:v>1.563</c:v>
                </c:pt>
                <c:pt idx="118">
                  <c:v>1.566</c:v>
                </c:pt>
                <c:pt idx="119">
                  <c:v>1.543</c:v>
                </c:pt>
                <c:pt idx="120">
                  <c:v>1.509</c:v>
                </c:pt>
                <c:pt idx="121">
                  <c:v>1.494</c:v>
                </c:pt>
                <c:pt idx="122">
                  <c:v>1.485</c:v>
                </c:pt>
                <c:pt idx="123">
                  <c:v>1.485</c:v>
                </c:pt>
                <c:pt idx="124">
                  <c:v>1.48</c:v>
                </c:pt>
                <c:pt idx="125">
                  <c:v>1.492</c:v>
                </c:pt>
                <c:pt idx="126">
                  <c:v>1.468</c:v>
                </c:pt>
                <c:pt idx="127">
                  <c:v>1.51</c:v>
                </c:pt>
                <c:pt idx="128">
                  <c:v>1.553</c:v>
                </c:pt>
                <c:pt idx="129">
                  <c:v>1.55</c:v>
                </c:pt>
                <c:pt idx="130">
                  <c:v>1.556</c:v>
                </c:pt>
                <c:pt idx="131">
                  <c:v>1.569</c:v>
                </c:pt>
                <c:pt idx="132">
                  <c:v>1.563</c:v>
                </c:pt>
                <c:pt idx="133">
                  <c:v>1.601</c:v>
                </c:pt>
                <c:pt idx="134">
                  <c:v>1.601</c:v>
                </c:pt>
                <c:pt idx="135">
                  <c:v>1.582</c:v>
                </c:pt>
                <c:pt idx="136">
                  <c:v>1.512</c:v>
                </c:pt>
                <c:pt idx="137">
                  <c:v>1.535</c:v>
                </c:pt>
                <c:pt idx="138">
                  <c:v>1.535</c:v>
                </c:pt>
                <c:pt idx="139">
                  <c:v>1.562</c:v>
                </c:pt>
                <c:pt idx="140">
                  <c:v>1.579</c:v>
                </c:pt>
                <c:pt idx="141">
                  <c:v>1.572</c:v>
                </c:pt>
                <c:pt idx="142">
                  <c:v>1.576</c:v>
                </c:pt>
                <c:pt idx="143">
                  <c:v>1.514</c:v>
                </c:pt>
                <c:pt idx="144">
                  <c:v>1.495</c:v>
                </c:pt>
                <c:pt idx="145">
                  <c:v>1.502</c:v>
                </c:pt>
                <c:pt idx="146">
                  <c:v>1.49</c:v>
                </c:pt>
                <c:pt idx="147">
                  <c:v>1.455</c:v>
                </c:pt>
                <c:pt idx="148">
                  <c:v>1.43</c:v>
                </c:pt>
                <c:pt idx="149">
                  <c:v>1.435</c:v>
                </c:pt>
                <c:pt idx="150">
                  <c:v>1.428</c:v>
                </c:pt>
                <c:pt idx="151">
                  <c:v>1.387</c:v>
                </c:pt>
                <c:pt idx="152">
                  <c:v>1.426</c:v>
                </c:pt>
                <c:pt idx="153">
                  <c:v>1.433</c:v>
                </c:pt>
                <c:pt idx="154">
                  <c:v>1.416</c:v>
                </c:pt>
                <c:pt idx="155">
                  <c:v>1.392</c:v>
                </c:pt>
                <c:pt idx="156">
                  <c:v>1.418</c:v>
                </c:pt>
                <c:pt idx="157">
                  <c:v>1.41</c:v>
                </c:pt>
                <c:pt idx="158">
                  <c:v>1.393</c:v>
                </c:pt>
                <c:pt idx="159">
                  <c:v>1.414</c:v>
                </c:pt>
                <c:pt idx="160">
                  <c:v>1.45</c:v>
                </c:pt>
                <c:pt idx="161">
                  <c:v>1.46</c:v>
                </c:pt>
                <c:pt idx="162">
                  <c:v>1.432</c:v>
                </c:pt>
                <c:pt idx="163">
                  <c:v>1.404</c:v>
                </c:pt>
                <c:pt idx="164">
                  <c:v>1.444</c:v>
                </c:pt>
                <c:pt idx="165">
                  <c:v>1.459</c:v>
                </c:pt>
                <c:pt idx="166">
                  <c:v>1.469</c:v>
                </c:pt>
                <c:pt idx="167">
                  <c:v>1.455</c:v>
                </c:pt>
                <c:pt idx="168">
                  <c:v>1.446</c:v>
                </c:pt>
                <c:pt idx="169">
                  <c:v>1.459</c:v>
                </c:pt>
                <c:pt idx="170">
                  <c:v>1.496</c:v>
                </c:pt>
                <c:pt idx="171">
                  <c:v>1.483</c:v>
                </c:pt>
                <c:pt idx="172">
                  <c:v>1.502</c:v>
                </c:pt>
                <c:pt idx="173">
                  <c:v>1.488</c:v>
                </c:pt>
                <c:pt idx="174">
                  <c:v>1.519</c:v>
                </c:pt>
                <c:pt idx="175">
                  <c:v>1.506</c:v>
                </c:pt>
                <c:pt idx="176">
                  <c:v>1.461</c:v>
                </c:pt>
                <c:pt idx="177">
                  <c:v>1.511</c:v>
                </c:pt>
                <c:pt idx="178">
                  <c:v>1.529</c:v>
                </c:pt>
                <c:pt idx="179">
                  <c:v>1.564</c:v>
                </c:pt>
                <c:pt idx="180">
                  <c:v>1.516</c:v>
                </c:pt>
                <c:pt idx="181">
                  <c:v>1.498</c:v>
                </c:pt>
                <c:pt idx="182">
                  <c:v>1.483</c:v>
                </c:pt>
                <c:pt idx="183">
                  <c:v>1.451</c:v>
                </c:pt>
                <c:pt idx="184">
                  <c:v>1.469</c:v>
                </c:pt>
                <c:pt idx="185">
                  <c:v>1.453</c:v>
                </c:pt>
                <c:pt idx="186">
                  <c:v>1.436</c:v>
                </c:pt>
                <c:pt idx="187">
                  <c:v>1.444</c:v>
                </c:pt>
                <c:pt idx="188">
                  <c:v>1.361</c:v>
                </c:pt>
                <c:pt idx="189">
                  <c:v>1.325</c:v>
                </c:pt>
                <c:pt idx="190">
                  <c:v>1.297</c:v>
                </c:pt>
                <c:pt idx="191">
                  <c:v>1.256</c:v>
                </c:pt>
                <c:pt idx="192">
                  <c:v>1.256</c:v>
                </c:pt>
                <c:pt idx="193">
                  <c:v>1.256</c:v>
                </c:pt>
                <c:pt idx="194">
                  <c:v>1.251</c:v>
                </c:pt>
                <c:pt idx="195">
                  <c:v>1.31</c:v>
                </c:pt>
                <c:pt idx="196">
                  <c:v>1.314</c:v>
                </c:pt>
                <c:pt idx="197">
                  <c:v>1.314</c:v>
                </c:pt>
                <c:pt idx="198">
                  <c:v>1.338</c:v>
                </c:pt>
                <c:pt idx="199">
                  <c:v>1.316</c:v>
                </c:pt>
                <c:pt idx="200">
                  <c:v>1.326</c:v>
                </c:pt>
                <c:pt idx="201">
                  <c:v>1.307</c:v>
                </c:pt>
                <c:pt idx="202">
                  <c:v>1.281</c:v>
                </c:pt>
                <c:pt idx="203">
                  <c:v>1.279</c:v>
                </c:pt>
                <c:pt idx="204">
                  <c:v>1.311</c:v>
                </c:pt>
                <c:pt idx="205">
                  <c:v>1.263</c:v>
                </c:pt>
                <c:pt idx="206">
                  <c:v>1.363</c:v>
                </c:pt>
                <c:pt idx="207">
                  <c:v>1.333</c:v>
                </c:pt>
                <c:pt idx="208">
                  <c:v>1.304</c:v>
                </c:pt>
                <c:pt idx="209">
                  <c:v>1.342</c:v>
                </c:pt>
                <c:pt idx="210">
                  <c:v>1.259</c:v>
                </c:pt>
                <c:pt idx="211">
                  <c:v>1.257</c:v>
                </c:pt>
                <c:pt idx="212">
                  <c:v>1.103</c:v>
                </c:pt>
                <c:pt idx="213">
                  <c:v>1.191</c:v>
                </c:pt>
                <c:pt idx="214">
                  <c:v>1.357</c:v>
                </c:pt>
                <c:pt idx="215">
                  <c:v>1.466</c:v>
                </c:pt>
                <c:pt idx="216">
                  <c:v>1.492</c:v>
                </c:pt>
                <c:pt idx="217">
                  <c:v>1.485</c:v>
                </c:pt>
                <c:pt idx="218">
                  <c:v>1.537</c:v>
                </c:pt>
                <c:pt idx="219">
                  <c:v>1.582</c:v>
                </c:pt>
                <c:pt idx="220">
                  <c:v>1.578</c:v>
                </c:pt>
                <c:pt idx="221">
                  <c:v>1.579</c:v>
                </c:pt>
                <c:pt idx="222">
                  <c:v>1.538</c:v>
                </c:pt>
                <c:pt idx="223">
                  <c:v>1.517</c:v>
                </c:pt>
                <c:pt idx="224">
                  <c:v>1.509</c:v>
                </c:pt>
                <c:pt idx="225">
                  <c:v>1.509</c:v>
                </c:pt>
                <c:pt idx="226">
                  <c:v>1.502</c:v>
                </c:pt>
                <c:pt idx="227">
                  <c:v>1.505</c:v>
                </c:pt>
                <c:pt idx="228">
                  <c:v>1.511</c:v>
                </c:pt>
                <c:pt idx="229">
                  <c:v>1.538</c:v>
                </c:pt>
                <c:pt idx="230">
                  <c:v>1.517</c:v>
                </c:pt>
                <c:pt idx="231">
                  <c:v>1.511</c:v>
                </c:pt>
                <c:pt idx="232">
                  <c:v>1.573</c:v>
                </c:pt>
                <c:pt idx="233">
                  <c:v>1.517</c:v>
                </c:pt>
                <c:pt idx="234">
                  <c:v>1.537</c:v>
                </c:pt>
                <c:pt idx="235">
                  <c:v>1.441</c:v>
                </c:pt>
                <c:pt idx="236">
                  <c:v>1.417</c:v>
                </c:pt>
                <c:pt idx="237">
                  <c:v>1.409</c:v>
                </c:pt>
                <c:pt idx="238">
                  <c:v>1.372</c:v>
                </c:pt>
                <c:pt idx="239">
                  <c:v>1.397</c:v>
                </c:pt>
                <c:pt idx="240">
                  <c:v>1.362</c:v>
                </c:pt>
                <c:pt idx="241">
                  <c:v>1.367</c:v>
                </c:pt>
                <c:pt idx="242">
                  <c:v>1.423</c:v>
                </c:pt>
                <c:pt idx="243">
                  <c:v>1.423</c:v>
                </c:pt>
                <c:pt idx="244">
                  <c:v>1.439</c:v>
                </c:pt>
                <c:pt idx="245">
                  <c:v>1.428</c:v>
                </c:pt>
                <c:pt idx="246">
                  <c:v>1.425</c:v>
                </c:pt>
                <c:pt idx="247">
                  <c:v>1.387</c:v>
                </c:pt>
                <c:pt idx="248">
                  <c:v>1.355</c:v>
                </c:pt>
                <c:pt idx="249">
                  <c:v>1.346</c:v>
                </c:pt>
                <c:pt idx="250">
                  <c:v>1.338</c:v>
                </c:pt>
                <c:pt idx="251">
                  <c:v>1.311</c:v>
                </c:pt>
                <c:pt idx="252">
                  <c:v>1.311</c:v>
                </c:pt>
                <c:pt idx="253">
                  <c:v>1.297</c:v>
                </c:pt>
                <c:pt idx="254">
                  <c:v>1.27</c:v>
                </c:pt>
                <c:pt idx="255">
                  <c:v>1.281</c:v>
                </c:pt>
                <c:pt idx="256">
                  <c:v>1.273</c:v>
                </c:pt>
                <c:pt idx="257">
                  <c:v>1.244</c:v>
                </c:pt>
                <c:pt idx="258">
                  <c:v>1.239</c:v>
                </c:pt>
                <c:pt idx="259">
                  <c:v>1.209</c:v>
                </c:pt>
                <c:pt idx="260">
                  <c:v>1.189</c:v>
                </c:pt>
                <c:pt idx="261">
                  <c:v>1.194</c:v>
                </c:pt>
                <c:pt idx="262">
                  <c:v>1.206</c:v>
                </c:pt>
                <c:pt idx="263">
                  <c:v>1.223</c:v>
                </c:pt>
                <c:pt idx="264">
                  <c:v>1.201</c:v>
                </c:pt>
                <c:pt idx="265">
                  <c:v>1.191</c:v>
                </c:pt>
                <c:pt idx="266">
                  <c:v>1.186</c:v>
                </c:pt>
                <c:pt idx="267">
                  <c:v>1.191</c:v>
                </c:pt>
                <c:pt idx="268">
                  <c:v>1.196</c:v>
                </c:pt>
                <c:pt idx="269">
                  <c:v>1.201</c:v>
                </c:pt>
                <c:pt idx="270">
                  <c:v>1.248</c:v>
                </c:pt>
                <c:pt idx="271">
                  <c:v>1.24</c:v>
                </c:pt>
                <c:pt idx="272">
                  <c:v>1.194</c:v>
                </c:pt>
                <c:pt idx="273">
                  <c:v>1.194</c:v>
                </c:pt>
                <c:pt idx="274">
                  <c:v>1.176</c:v>
                </c:pt>
                <c:pt idx="275">
                  <c:v>1.173</c:v>
                </c:pt>
                <c:pt idx="276">
                  <c:v>1.127</c:v>
                </c:pt>
                <c:pt idx="277">
                  <c:v>1.121</c:v>
                </c:pt>
                <c:pt idx="278">
                  <c:v>1.085</c:v>
                </c:pt>
                <c:pt idx="279">
                  <c:v>1.085</c:v>
                </c:pt>
                <c:pt idx="280">
                  <c:v>1.085</c:v>
                </c:pt>
                <c:pt idx="281">
                  <c:v>1.085</c:v>
                </c:pt>
                <c:pt idx="282">
                  <c:v>1.085</c:v>
                </c:pt>
                <c:pt idx="283">
                  <c:v>1.106</c:v>
                </c:pt>
                <c:pt idx="284">
                  <c:v>1.082</c:v>
                </c:pt>
                <c:pt idx="285">
                  <c:v>1.065</c:v>
                </c:pt>
                <c:pt idx="286">
                  <c:v>1.066</c:v>
                </c:pt>
                <c:pt idx="287">
                  <c:v>1.059</c:v>
                </c:pt>
                <c:pt idx="288">
                  <c:v>1.051</c:v>
                </c:pt>
                <c:pt idx="289">
                  <c:v>1.063</c:v>
                </c:pt>
                <c:pt idx="290">
                  <c:v>1.064</c:v>
                </c:pt>
                <c:pt idx="291">
                  <c:v>1.075</c:v>
                </c:pt>
                <c:pt idx="292">
                  <c:v>1.064</c:v>
                </c:pt>
                <c:pt idx="293">
                  <c:v>1.034</c:v>
                </c:pt>
                <c:pt idx="294">
                  <c:v>1.043</c:v>
                </c:pt>
                <c:pt idx="295">
                  <c:v>1.068</c:v>
                </c:pt>
                <c:pt idx="296">
                  <c:v>1.064</c:v>
                </c:pt>
                <c:pt idx="297">
                  <c:v>1.043</c:v>
                </c:pt>
                <c:pt idx="298">
                  <c:v>1.051</c:v>
                </c:pt>
                <c:pt idx="299">
                  <c:v>1.064</c:v>
                </c:pt>
                <c:pt idx="300">
                  <c:v>1.057</c:v>
                </c:pt>
                <c:pt idx="301">
                  <c:v>1.074</c:v>
                </c:pt>
                <c:pt idx="302">
                  <c:v>1.073</c:v>
                </c:pt>
                <c:pt idx="303">
                  <c:v>1.039</c:v>
                </c:pt>
                <c:pt idx="304">
                  <c:v>1.05</c:v>
                </c:pt>
                <c:pt idx="305">
                  <c:v>1.063</c:v>
                </c:pt>
                <c:pt idx="306">
                  <c:v>1.063</c:v>
                </c:pt>
                <c:pt idx="307">
                  <c:v>1.069</c:v>
                </c:pt>
                <c:pt idx="308">
                  <c:v>1.08</c:v>
                </c:pt>
                <c:pt idx="309">
                  <c:v>1.092</c:v>
                </c:pt>
                <c:pt idx="310">
                  <c:v>1.069</c:v>
                </c:pt>
                <c:pt idx="311">
                  <c:v>1.06</c:v>
                </c:pt>
                <c:pt idx="312">
                  <c:v>1.069</c:v>
                </c:pt>
                <c:pt idx="313">
                  <c:v>1.066</c:v>
                </c:pt>
                <c:pt idx="314">
                  <c:v>1.055</c:v>
                </c:pt>
                <c:pt idx="315">
                  <c:v>1.043</c:v>
                </c:pt>
                <c:pt idx="316">
                  <c:v>1.007</c:v>
                </c:pt>
                <c:pt idx="317">
                  <c:v>0.994</c:v>
                </c:pt>
                <c:pt idx="318">
                  <c:v>0.999</c:v>
                </c:pt>
                <c:pt idx="319">
                  <c:v>0.999</c:v>
                </c:pt>
                <c:pt idx="320">
                  <c:v>0.967</c:v>
                </c:pt>
                <c:pt idx="321">
                  <c:v>0.932</c:v>
                </c:pt>
                <c:pt idx="322">
                  <c:v>0.941</c:v>
                </c:pt>
                <c:pt idx="323">
                  <c:v>0.941</c:v>
                </c:pt>
                <c:pt idx="324">
                  <c:v>0.942</c:v>
                </c:pt>
                <c:pt idx="325">
                  <c:v>0.954</c:v>
                </c:pt>
                <c:pt idx="326">
                  <c:v>0.97</c:v>
                </c:pt>
                <c:pt idx="327">
                  <c:v>0.972</c:v>
                </c:pt>
                <c:pt idx="328">
                  <c:v>0.947</c:v>
                </c:pt>
                <c:pt idx="329">
                  <c:v>0.954</c:v>
                </c:pt>
                <c:pt idx="330">
                  <c:v>0.972</c:v>
                </c:pt>
                <c:pt idx="331">
                  <c:v>0.968</c:v>
                </c:pt>
                <c:pt idx="332">
                  <c:v>0.954</c:v>
                </c:pt>
                <c:pt idx="333">
                  <c:v>0.967</c:v>
                </c:pt>
                <c:pt idx="334">
                  <c:v>0.959</c:v>
                </c:pt>
                <c:pt idx="335">
                  <c:v>0.948</c:v>
                </c:pt>
                <c:pt idx="336">
                  <c:v>0.962</c:v>
                </c:pt>
                <c:pt idx="337">
                  <c:v>0.945</c:v>
                </c:pt>
                <c:pt idx="338">
                  <c:v>0.945</c:v>
                </c:pt>
                <c:pt idx="339">
                  <c:v>0.951</c:v>
                </c:pt>
                <c:pt idx="340">
                  <c:v>0.928</c:v>
                </c:pt>
                <c:pt idx="341">
                  <c:v>0.919</c:v>
                </c:pt>
                <c:pt idx="342">
                  <c:v>0.927</c:v>
                </c:pt>
                <c:pt idx="343">
                  <c:v>0.877</c:v>
                </c:pt>
                <c:pt idx="344">
                  <c:v>0.822</c:v>
                </c:pt>
                <c:pt idx="345">
                  <c:v>0.819</c:v>
                </c:pt>
                <c:pt idx="346">
                  <c:v>0.845</c:v>
                </c:pt>
                <c:pt idx="347">
                  <c:v>0.853</c:v>
                </c:pt>
                <c:pt idx="348">
                  <c:v>0.845</c:v>
                </c:pt>
                <c:pt idx="349">
                  <c:v>0.822</c:v>
                </c:pt>
                <c:pt idx="350">
                  <c:v>0.805</c:v>
                </c:pt>
                <c:pt idx="351">
                  <c:v>0.809</c:v>
                </c:pt>
                <c:pt idx="352">
                  <c:v>0.839</c:v>
                </c:pt>
                <c:pt idx="353">
                  <c:v>0.839</c:v>
                </c:pt>
                <c:pt idx="354">
                  <c:v>0.841</c:v>
                </c:pt>
                <c:pt idx="355">
                  <c:v>0.823</c:v>
                </c:pt>
                <c:pt idx="356">
                  <c:v>0.821</c:v>
                </c:pt>
                <c:pt idx="357">
                  <c:v>0.84</c:v>
                </c:pt>
                <c:pt idx="358">
                  <c:v>0.84</c:v>
                </c:pt>
                <c:pt idx="359">
                  <c:v>0.86</c:v>
                </c:pt>
                <c:pt idx="360">
                  <c:v>0.848</c:v>
                </c:pt>
                <c:pt idx="361">
                  <c:v>0.892</c:v>
                </c:pt>
                <c:pt idx="362">
                  <c:v>0.894</c:v>
                </c:pt>
                <c:pt idx="363">
                  <c:v>0.846</c:v>
                </c:pt>
                <c:pt idx="364">
                  <c:v>0.872</c:v>
                </c:pt>
                <c:pt idx="365">
                  <c:v>0.878</c:v>
                </c:pt>
                <c:pt idx="366">
                  <c:v>0.918</c:v>
                </c:pt>
                <c:pt idx="367">
                  <c:v>0.906</c:v>
                </c:pt>
                <c:pt idx="368">
                  <c:v>0.889</c:v>
                </c:pt>
                <c:pt idx="369">
                  <c:v>0.889</c:v>
                </c:pt>
                <c:pt idx="370">
                  <c:v>0.895</c:v>
                </c:pt>
                <c:pt idx="371">
                  <c:v>0.875</c:v>
                </c:pt>
                <c:pt idx="372">
                  <c:v>0.881</c:v>
                </c:pt>
                <c:pt idx="373">
                  <c:v>0.892</c:v>
                </c:pt>
                <c:pt idx="374">
                  <c:v>0.867</c:v>
                </c:pt>
                <c:pt idx="375">
                  <c:v>0.873</c:v>
                </c:pt>
                <c:pt idx="376">
                  <c:v>0.885</c:v>
                </c:pt>
                <c:pt idx="377">
                  <c:v>0.881</c:v>
                </c:pt>
                <c:pt idx="378">
                  <c:v>0.869</c:v>
                </c:pt>
                <c:pt idx="379">
                  <c:v>0.831</c:v>
                </c:pt>
                <c:pt idx="380">
                  <c:v>0.815</c:v>
                </c:pt>
                <c:pt idx="381">
                  <c:v>0.841</c:v>
                </c:pt>
                <c:pt idx="382">
                  <c:v>0.844</c:v>
                </c:pt>
                <c:pt idx="383">
                  <c:v>0.844</c:v>
                </c:pt>
                <c:pt idx="384">
                  <c:v>0.843</c:v>
                </c:pt>
                <c:pt idx="385">
                  <c:v>0.89</c:v>
                </c:pt>
                <c:pt idx="386">
                  <c:v>0.894</c:v>
                </c:pt>
                <c:pt idx="387">
                  <c:v>0.784</c:v>
                </c:pt>
                <c:pt idx="388">
                  <c:v>0.942</c:v>
                </c:pt>
                <c:pt idx="389">
                  <c:v>1.035</c:v>
                </c:pt>
                <c:pt idx="390">
                  <c:v>1.05</c:v>
                </c:pt>
                <c:pt idx="391">
                  <c:v>0.996</c:v>
                </c:pt>
                <c:pt idx="392">
                  <c:v>1.02</c:v>
                </c:pt>
                <c:pt idx="393">
                  <c:v>1.06</c:v>
                </c:pt>
                <c:pt idx="394">
                  <c:v>1.051</c:v>
                </c:pt>
                <c:pt idx="395">
                  <c:v>1.073</c:v>
                </c:pt>
                <c:pt idx="396">
                  <c:v>1.058</c:v>
                </c:pt>
                <c:pt idx="397">
                  <c:v>1.047</c:v>
                </c:pt>
                <c:pt idx="398">
                  <c:v>1.035</c:v>
                </c:pt>
                <c:pt idx="399">
                  <c:v>1.034</c:v>
                </c:pt>
                <c:pt idx="400">
                  <c:v>1.035</c:v>
                </c:pt>
                <c:pt idx="401">
                  <c:v>1.022</c:v>
                </c:pt>
                <c:pt idx="402">
                  <c:v>1.057</c:v>
                </c:pt>
                <c:pt idx="403">
                  <c:v>1.057</c:v>
                </c:pt>
                <c:pt idx="404">
                  <c:v>1.082</c:v>
                </c:pt>
                <c:pt idx="405">
                  <c:v>1.077</c:v>
                </c:pt>
                <c:pt idx="406">
                  <c:v>1.082</c:v>
                </c:pt>
                <c:pt idx="407">
                  <c:v>1.086</c:v>
                </c:pt>
                <c:pt idx="408">
                  <c:v>1.07</c:v>
                </c:pt>
                <c:pt idx="409">
                  <c:v>1.076</c:v>
                </c:pt>
                <c:pt idx="410">
                  <c:v>1.094</c:v>
                </c:pt>
                <c:pt idx="411">
                  <c:v>1.08</c:v>
                </c:pt>
                <c:pt idx="412">
                  <c:v>1.054</c:v>
                </c:pt>
                <c:pt idx="413">
                  <c:v>1.049</c:v>
                </c:pt>
                <c:pt idx="414">
                  <c:v>1.07</c:v>
                </c:pt>
                <c:pt idx="415">
                  <c:v>1.023</c:v>
                </c:pt>
                <c:pt idx="416">
                  <c:v>0.994</c:v>
                </c:pt>
                <c:pt idx="417">
                  <c:v>0.986</c:v>
                </c:pt>
                <c:pt idx="418">
                  <c:v>0.968</c:v>
                </c:pt>
                <c:pt idx="419">
                  <c:v>0.948</c:v>
                </c:pt>
                <c:pt idx="420">
                  <c:v>0.924</c:v>
                </c:pt>
                <c:pt idx="421">
                  <c:v>0.936</c:v>
                </c:pt>
                <c:pt idx="422">
                  <c:v>0.927</c:v>
                </c:pt>
                <c:pt idx="423">
                  <c:v>0.935</c:v>
                </c:pt>
                <c:pt idx="424">
                  <c:v>0.967</c:v>
                </c:pt>
                <c:pt idx="425">
                  <c:v>0.98</c:v>
                </c:pt>
                <c:pt idx="426">
                  <c:v>1.019</c:v>
                </c:pt>
                <c:pt idx="427">
                  <c:v>1.037</c:v>
                </c:pt>
                <c:pt idx="428">
                  <c:v>0.968</c:v>
                </c:pt>
                <c:pt idx="429">
                  <c:v>0.956</c:v>
                </c:pt>
                <c:pt idx="430">
                  <c:v>1.01</c:v>
                </c:pt>
                <c:pt idx="431">
                  <c:v>1.025</c:v>
                </c:pt>
                <c:pt idx="432">
                  <c:v>1.061</c:v>
                </c:pt>
                <c:pt idx="433">
                  <c:v>1.064</c:v>
                </c:pt>
                <c:pt idx="434">
                  <c:v>1.059</c:v>
                </c:pt>
                <c:pt idx="435">
                  <c:v>1.08</c:v>
                </c:pt>
                <c:pt idx="436">
                  <c:v>1.025</c:v>
                </c:pt>
                <c:pt idx="437">
                  <c:v>1.019</c:v>
                </c:pt>
                <c:pt idx="438">
                  <c:v>1</c:v>
                </c:pt>
                <c:pt idx="439">
                  <c:v>0.997</c:v>
                </c:pt>
                <c:pt idx="440">
                  <c:v>1.006</c:v>
                </c:pt>
                <c:pt idx="441">
                  <c:v>0.975</c:v>
                </c:pt>
                <c:pt idx="442">
                  <c:v>0.974</c:v>
                </c:pt>
                <c:pt idx="443">
                  <c:v>0.944</c:v>
                </c:pt>
                <c:pt idx="444">
                  <c:v>0.922</c:v>
                </c:pt>
                <c:pt idx="445">
                  <c:v>0.95</c:v>
                </c:pt>
                <c:pt idx="446">
                  <c:v>0.947</c:v>
                </c:pt>
                <c:pt idx="447">
                  <c:v>0.933</c:v>
                </c:pt>
                <c:pt idx="448">
                  <c:v>0.908</c:v>
                </c:pt>
                <c:pt idx="449">
                  <c:v>0.912</c:v>
                </c:pt>
                <c:pt idx="450">
                  <c:v>0.878</c:v>
                </c:pt>
                <c:pt idx="451">
                  <c:v>0.867</c:v>
                </c:pt>
                <c:pt idx="452">
                  <c:v>0.895</c:v>
                </c:pt>
                <c:pt idx="453">
                  <c:v>0.895</c:v>
                </c:pt>
                <c:pt idx="454">
                  <c:v>0.895</c:v>
                </c:pt>
                <c:pt idx="455">
                  <c:v>0.886</c:v>
                </c:pt>
                <c:pt idx="456">
                  <c:v>0.874</c:v>
                </c:pt>
                <c:pt idx="457">
                  <c:v>0.885</c:v>
                </c:pt>
                <c:pt idx="458">
                  <c:v>0.885</c:v>
                </c:pt>
                <c:pt idx="459">
                  <c:v>0.894</c:v>
                </c:pt>
                <c:pt idx="460">
                  <c:v>0.885</c:v>
                </c:pt>
                <c:pt idx="461">
                  <c:v>0.884</c:v>
                </c:pt>
                <c:pt idx="462">
                  <c:v>0.884</c:v>
                </c:pt>
                <c:pt idx="463">
                  <c:v>0.845</c:v>
                </c:pt>
                <c:pt idx="464">
                  <c:v>0.864</c:v>
                </c:pt>
                <c:pt idx="465">
                  <c:v>0.878</c:v>
                </c:pt>
                <c:pt idx="466">
                  <c:v>0.865</c:v>
                </c:pt>
                <c:pt idx="467">
                  <c:v>0.858</c:v>
                </c:pt>
                <c:pt idx="468">
                  <c:v>0.849</c:v>
                </c:pt>
                <c:pt idx="469">
                  <c:v>0.865</c:v>
                </c:pt>
                <c:pt idx="470">
                  <c:v>0.788</c:v>
                </c:pt>
                <c:pt idx="471">
                  <c:v>0.778</c:v>
                </c:pt>
                <c:pt idx="472">
                  <c:v>0.779</c:v>
                </c:pt>
                <c:pt idx="473">
                  <c:v>0.769</c:v>
                </c:pt>
                <c:pt idx="474">
                  <c:v>0.768</c:v>
                </c:pt>
                <c:pt idx="475">
                  <c:v>0.769</c:v>
                </c:pt>
                <c:pt idx="476">
                  <c:v>0.744</c:v>
                </c:pt>
                <c:pt idx="477">
                  <c:v>0.734</c:v>
                </c:pt>
                <c:pt idx="478">
                  <c:v>0.722</c:v>
                </c:pt>
                <c:pt idx="479">
                  <c:v>0.706</c:v>
                </c:pt>
                <c:pt idx="480">
                  <c:v>0.719</c:v>
                </c:pt>
                <c:pt idx="481">
                  <c:v>0.734</c:v>
                </c:pt>
                <c:pt idx="482">
                  <c:v>0.73</c:v>
                </c:pt>
                <c:pt idx="483">
                  <c:v>0.736</c:v>
                </c:pt>
                <c:pt idx="484">
                  <c:v>0.736</c:v>
                </c:pt>
                <c:pt idx="485">
                  <c:v>0.734</c:v>
                </c:pt>
                <c:pt idx="486">
                  <c:v>0.734</c:v>
                </c:pt>
                <c:pt idx="487">
                  <c:v>0.762</c:v>
                </c:pt>
                <c:pt idx="488">
                  <c:v>0.778</c:v>
                </c:pt>
                <c:pt idx="489">
                  <c:v>0.772</c:v>
                </c:pt>
                <c:pt idx="490">
                  <c:v>0.761</c:v>
                </c:pt>
                <c:pt idx="491">
                  <c:v>0.764</c:v>
                </c:pt>
                <c:pt idx="492">
                  <c:v>0.754</c:v>
                </c:pt>
                <c:pt idx="493">
                  <c:v>0.73</c:v>
                </c:pt>
                <c:pt idx="494">
                  <c:v>0.726</c:v>
                </c:pt>
                <c:pt idx="495">
                  <c:v>0.711</c:v>
                </c:pt>
                <c:pt idx="496">
                  <c:v>0.702</c:v>
                </c:pt>
                <c:pt idx="497">
                  <c:v>0.713</c:v>
                </c:pt>
                <c:pt idx="498">
                  <c:v>0.711</c:v>
                </c:pt>
                <c:pt idx="499">
                  <c:v>0.703</c:v>
                </c:pt>
                <c:pt idx="500">
                  <c:v>0.694</c:v>
                </c:pt>
                <c:pt idx="501">
                  <c:v>0.688</c:v>
                </c:pt>
                <c:pt idx="502">
                  <c:v>0.68</c:v>
                </c:pt>
                <c:pt idx="503">
                  <c:v>0.714</c:v>
                </c:pt>
                <c:pt idx="504">
                  <c:v>0.714</c:v>
                </c:pt>
                <c:pt idx="505">
                  <c:v>0.72</c:v>
                </c:pt>
                <c:pt idx="506">
                  <c:v>0.728</c:v>
                </c:pt>
                <c:pt idx="507">
                  <c:v>0.729</c:v>
                </c:pt>
                <c:pt idx="508">
                  <c:v>0.73</c:v>
                </c:pt>
                <c:pt idx="509">
                  <c:v>0.726</c:v>
                </c:pt>
                <c:pt idx="510">
                  <c:v>0.748</c:v>
                </c:pt>
                <c:pt idx="511">
                  <c:v>0.722</c:v>
                </c:pt>
                <c:pt idx="512">
                  <c:v>0.72</c:v>
                </c:pt>
                <c:pt idx="513">
                  <c:v>0.72</c:v>
                </c:pt>
                <c:pt idx="514">
                  <c:v>0.7</c:v>
                </c:pt>
                <c:pt idx="515">
                  <c:v>0.711</c:v>
                </c:pt>
                <c:pt idx="516">
                  <c:v>0.717</c:v>
                </c:pt>
                <c:pt idx="517">
                  <c:v>0.719</c:v>
                </c:pt>
                <c:pt idx="518">
                  <c:v>0.667</c:v>
                </c:pt>
                <c:pt idx="519">
                  <c:v>0.695</c:v>
                </c:pt>
                <c:pt idx="520">
                  <c:v>0.726</c:v>
                </c:pt>
                <c:pt idx="521">
                  <c:v>0.71</c:v>
                </c:pt>
                <c:pt idx="522">
                  <c:v>0.716</c:v>
                </c:pt>
                <c:pt idx="523">
                  <c:v>0.709</c:v>
                </c:pt>
                <c:pt idx="524">
                  <c:v>0.739</c:v>
                </c:pt>
                <c:pt idx="525">
                  <c:v>0.712</c:v>
                </c:pt>
                <c:pt idx="526">
                  <c:v>0.665</c:v>
                </c:pt>
                <c:pt idx="527">
                  <c:v>0.652</c:v>
                </c:pt>
                <c:pt idx="528">
                  <c:v>0.661</c:v>
                </c:pt>
                <c:pt idx="529">
                  <c:v>0.632</c:v>
                </c:pt>
                <c:pt idx="530">
                  <c:v>0.599</c:v>
                </c:pt>
                <c:pt idx="531">
                  <c:v>0.583</c:v>
                </c:pt>
                <c:pt idx="532">
                  <c:v>0.564</c:v>
                </c:pt>
                <c:pt idx="533">
                  <c:v>0.591</c:v>
                </c:pt>
                <c:pt idx="534">
                  <c:v>0.597</c:v>
                </c:pt>
                <c:pt idx="535">
                  <c:v>0.579</c:v>
                </c:pt>
                <c:pt idx="536">
                  <c:v>0.585</c:v>
                </c:pt>
                <c:pt idx="537">
                  <c:v>0.604</c:v>
                </c:pt>
                <c:pt idx="538">
                  <c:v>0.604</c:v>
                </c:pt>
                <c:pt idx="539">
                  <c:v>0.607</c:v>
                </c:pt>
                <c:pt idx="540">
                  <c:v>0.608</c:v>
                </c:pt>
                <c:pt idx="541">
                  <c:v>0.608</c:v>
                </c:pt>
                <c:pt idx="542">
                  <c:v>0.608</c:v>
                </c:pt>
                <c:pt idx="543">
                  <c:v>0.608</c:v>
                </c:pt>
                <c:pt idx="544">
                  <c:v>0.589</c:v>
                </c:pt>
                <c:pt idx="545">
                  <c:v>0.603</c:v>
                </c:pt>
                <c:pt idx="546">
                  <c:v>0.626</c:v>
                </c:pt>
                <c:pt idx="547">
                  <c:v>0.614</c:v>
                </c:pt>
                <c:pt idx="548">
                  <c:v>0.613</c:v>
                </c:pt>
                <c:pt idx="549">
                  <c:v>0.577</c:v>
                </c:pt>
                <c:pt idx="550">
                  <c:v>0.548</c:v>
                </c:pt>
                <c:pt idx="551">
                  <c:v>0.625</c:v>
                </c:pt>
                <c:pt idx="552">
                  <c:v>0.671</c:v>
                </c:pt>
                <c:pt idx="553">
                  <c:v>0.691</c:v>
                </c:pt>
                <c:pt idx="554">
                  <c:v>0.669</c:v>
                </c:pt>
                <c:pt idx="555">
                  <c:v>0.687</c:v>
                </c:pt>
                <c:pt idx="556">
                  <c:v>0.716</c:v>
                </c:pt>
                <c:pt idx="557">
                  <c:v>0.757</c:v>
                </c:pt>
                <c:pt idx="558">
                  <c:v>0.76</c:v>
                </c:pt>
                <c:pt idx="559">
                  <c:v>0.75</c:v>
                </c:pt>
                <c:pt idx="560">
                  <c:v>0.634</c:v>
                </c:pt>
                <c:pt idx="561">
                  <c:v>0.665</c:v>
                </c:pt>
                <c:pt idx="562">
                  <c:v>0.69</c:v>
                </c:pt>
                <c:pt idx="563">
                  <c:v>0.691</c:v>
                </c:pt>
                <c:pt idx="564">
                  <c:v>0.666</c:v>
                </c:pt>
                <c:pt idx="565">
                  <c:v>0.665</c:v>
                </c:pt>
                <c:pt idx="566">
                  <c:v>0.751</c:v>
                </c:pt>
                <c:pt idx="567">
                  <c:v>0.771</c:v>
                </c:pt>
                <c:pt idx="568">
                  <c:v>0.771</c:v>
                </c:pt>
                <c:pt idx="569">
                  <c:v>0.719</c:v>
                </c:pt>
                <c:pt idx="570">
                  <c:v>0.719</c:v>
                </c:pt>
                <c:pt idx="571">
                  <c:v>0.696</c:v>
                </c:pt>
                <c:pt idx="572">
                  <c:v>0.743</c:v>
                </c:pt>
                <c:pt idx="573">
                  <c:v>0.752</c:v>
                </c:pt>
                <c:pt idx="574">
                  <c:v>0.785</c:v>
                </c:pt>
                <c:pt idx="575">
                  <c:v>0.797</c:v>
                </c:pt>
                <c:pt idx="576">
                  <c:v>0.855</c:v>
                </c:pt>
                <c:pt idx="577">
                  <c:v>0.865</c:v>
                </c:pt>
                <c:pt idx="578">
                  <c:v>0.845</c:v>
                </c:pt>
                <c:pt idx="579">
                  <c:v>0.833</c:v>
                </c:pt>
                <c:pt idx="580">
                  <c:v>0.853</c:v>
                </c:pt>
                <c:pt idx="581">
                  <c:v>0.879</c:v>
                </c:pt>
                <c:pt idx="582">
                  <c:v>0.877</c:v>
                </c:pt>
                <c:pt idx="583">
                  <c:v>0.92</c:v>
                </c:pt>
                <c:pt idx="584">
                  <c:v>0.92</c:v>
                </c:pt>
                <c:pt idx="585">
                  <c:v>0.952</c:v>
                </c:pt>
                <c:pt idx="586">
                  <c:v>0.941</c:v>
                </c:pt>
                <c:pt idx="587">
                  <c:v>0.887</c:v>
                </c:pt>
                <c:pt idx="588">
                  <c:v>0.875</c:v>
                </c:pt>
                <c:pt idx="589">
                  <c:v>0.87</c:v>
                </c:pt>
                <c:pt idx="590">
                  <c:v>0.854</c:v>
                </c:pt>
                <c:pt idx="591">
                  <c:v>0.84</c:v>
                </c:pt>
                <c:pt idx="592">
                  <c:v>0.865</c:v>
                </c:pt>
                <c:pt idx="593">
                  <c:v>0.835</c:v>
                </c:pt>
                <c:pt idx="594">
                  <c:v>0.835</c:v>
                </c:pt>
                <c:pt idx="595">
                  <c:v>0.804</c:v>
                </c:pt>
                <c:pt idx="596">
                  <c:v>0.776</c:v>
                </c:pt>
                <c:pt idx="597">
                  <c:v>0.755</c:v>
                </c:pt>
                <c:pt idx="598">
                  <c:v>0.755</c:v>
                </c:pt>
                <c:pt idx="599">
                  <c:v>0.753</c:v>
                </c:pt>
                <c:pt idx="600">
                  <c:v>0.762</c:v>
                </c:pt>
                <c:pt idx="601">
                  <c:v>0.777</c:v>
                </c:pt>
                <c:pt idx="602">
                  <c:v>0.799</c:v>
                </c:pt>
                <c:pt idx="603">
                  <c:v>0.799</c:v>
                </c:pt>
                <c:pt idx="604">
                  <c:v>0.805</c:v>
                </c:pt>
                <c:pt idx="605">
                  <c:v>0.804</c:v>
                </c:pt>
                <c:pt idx="606">
                  <c:v>0.762</c:v>
                </c:pt>
                <c:pt idx="607">
                  <c:v>0.771</c:v>
                </c:pt>
                <c:pt idx="608">
                  <c:v>0.759</c:v>
                </c:pt>
                <c:pt idx="609">
                  <c:v>0.755</c:v>
                </c:pt>
                <c:pt idx="610">
                  <c:v>0.734</c:v>
                </c:pt>
                <c:pt idx="611">
                  <c:v>0.735</c:v>
                </c:pt>
                <c:pt idx="612">
                  <c:v>0.73</c:v>
                </c:pt>
                <c:pt idx="613">
                  <c:v>0.736</c:v>
                </c:pt>
                <c:pt idx="614">
                  <c:v>0.738</c:v>
                </c:pt>
                <c:pt idx="615">
                  <c:v>0.721</c:v>
                </c:pt>
                <c:pt idx="616">
                  <c:v>0.712</c:v>
                </c:pt>
                <c:pt idx="617">
                  <c:v>0.709</c:v>
                </c:pt>
                <c:pt idx="618">
                  <c:v>0.709</c:v>
                </c:pt>
                <c:pt idx="619">
                  <c:v>0.71</c:v>
                </c:pt>
                <c:pt idx="620">
                  <c:v>0.707</c:v>
                </c:pt>
                <c:pt idx="621">
                  <c:v>0.704</c:v>
                </c:pt>
                <c:pt idx="622">
                  <c:v>0.702</c:v>
                </c:pt>
                <c:pt idx="623">
                  <c:v>0.65</c:v>
                </c:pt>
                <c:pt idx="624">
                  <c:v>0.652</c:v>
                </c:pt>
                <c:pt idx="625">
                  <c:v>0.654</c:v>
                </c:pt>
                <c:pt idx="626">
                  <c:v>0.653</c:v>
                </c:pt>
                <c:pt idx="627">
                  <c:v>0.639</c:v>
                </c:pt>
                <c:pt idx="628">
                  <c:v>0.627</c:v>
                </c:pt>
                <c:pt idx="629">
                  <c:v>0.645</c:v>
                </c:pt>
                <c:pt idx="630">
                  <c:v>0.646</c:v>
                </c:pt>
                <c:pt idx="631">
                  <c:v>0.647</c:v>
                </c:pt>
                <c:pt idx="632">
                  <c:v>0.658</c:v>
                </c:pt>
                <c:pt idx="633">
                  <c:v>0.654</c:v>
                </c:pt>
                <c:pt idx="634">
                  <c:v>0.649</c:v>
                </c:pt>
                <c:pt idx="635">
                  <c:v>0.669</c:v>
                </c:pt>
                <c:pt idx="636">
                  <c:v>0.66</c:v>
                </c:pt>
                <c:pt idx="637">
                  <c:v>0.644</c:v>
                </c:pt>
                <c:pt idx="638">
                  <c:v>0.629</c:v>
                </c:pt>
                <c:pt idx="639">
                  <c:v>0.641</c:v>
                </c:pt>
                <c:pt idx="640">
                  <c:v>0.624</c:v>
                </c:pt>
                <c:pt idx="641">
                  <c:v>0.627</c:v>
                </c:pt>
                <c:pt idx="642">
                  <c:v>0.607</c:v>
                </c:pt>
                <c:pt idx="643">
                  <c:v>0.579</c:v>
                </c:pt>
                <c:pt idx="644">
                  <c:v>0.579</c:v>
                </c:pt>
                <c:pt idx="645">
                  <c:v>0.579</c:v>
                </c:pt>
                <c:pt idx="646">
                  <c:v>0.603</c:v>
                </c:pt>
                <c:pt idx="647">
                  <c:v>0.625</c:v>
                </c:pt>
                <c:pt idx="648">
                  <c:v>0.642</c:v>
                </c:pt>
                <c:pt idx="649">
                  <c:v>0.646</c:v>
                </c:pt>
                <c:pt idx="650">
                  <c:v>0.621</c:v>
                </c:pt>
                <c:pt idx="651">
                  <c:v>0.599</c:v>
                </c:pt>
                <c:pt idx="652">
                  <c:v>0.599</c:v>
                </c:pt>
                <c:pt idx="653">
                  <c:v>0.556</c:v>
                </c:pt>
                <c:pt idx="654">
                  <c:v>0.443</c:v>
                </c:pt>
                <c:pt idx="655">
                  <c:v>0.448</c:v>
                </c:pt>
                <c:pt idx="656">
                  <c:v>0.46</c:v>
                </c:pt>
                <c:pt idx="657">
                  <c:v>0.454</c:v>
                </c:pt>
                <c:pt idx="658">
                  <c:v>0.441</c:v>
                </c:pt>
                <c:pt idx="659">
                  <c:v>0.46</c:v>
                </c:pt>
                <c:pt idx="660">
                  <c:v>0.461</c:v>
                </c:pt>
                <c:pt idx="661">
                  <c:v>0.475</c:v>
                </c:pt>
                <c:pt idx="662">
                  <c:v>0.474</c:v>
                </c:pt>
                <c:pt idx="663">
                  <c:v>0.474</c:v>
                </c:pt>
                <c:pt idx="664">
                  <c:v>0.467</c:v>
                </c:pt>
                <c:pt idx="665">
                  <c:v>0.467</c:v>
                </c:pt>
                <c:pt idx="666">
                  <c:v>0.452</c:v>
                </c:pt>
                <c:pt idx="667">
                  <c:v>0.456</c:v>
                </c:pt>
                <c:pt idx="668">
                  <c:v>0.421</c:v>
                </c:pt>
                <c:pt idx="669">
                  <c:v>0.407</c:v>
                </c:pt>
                <c:pt idx="670">
                  <c:v>0.387</c:v>
                </c:pt>
                <c:pt idx="671">
                  <c:v>0.378</c:v>
                </c:pt>
                <c:pt idx="672">
                  <c:v>0.398</c:v>
                </c:pt>
                <c:pt idx="673">
                  <c:v>0.394</c:v>
                </c:pt>
                <c:pt idx="674">
                  <c:v>0.383</c:v>
                </c:pt>
                <c:pt idx="675">
                  <c:v>0.382</c:v>
                </c:pt>
                <c:pt idx="676">
                  <c:v>0.366</c:v>
                </c:pt>
                <c:pt idx="677">
                  <c:v>0.353</c:v>
                </c:pt>
                <c:pt idx="678">
                  <c:v>0.361</c:v>
                </c:pt>
                <c:pt idx="679">
                  <c:v>0.371</c:v>
                </c:pt>
                <c:pt idx="680">
                  <c:v>0.375</c:v>
                </c:pt>
                <c:pt idx="681">
                  <c:v>0.385</c:v>
                </c:pt>
                <c:pt idx="682">
                  <c:v>0.392</c:v>
                </c:pt>
                <c:pt idx="683">
                  <c:v>0.404</c:v>
                </c:pt>
                <c:pt idx="684">
                  <c:v>0.421</c:v>
                </c:pt>
                <c:pt idx="685">
                  <c:v>0.425</c:v>
                </c:pt>
                <c:pt idx="686">
                  <c:v>0.417</c:v>
                </c:pt>
                <c:pt idx="687">
                  <c:v>0.423</c:v>
                </c:pt>
                <c:pt idx="688">
                  <c:v>0.421</c:v>
                </c:pt>
                <c:pt idx="689">
                  <c:v>0.431</c:v>
                </c:pt>
                <c:pt idx="690">
                  <c:v>0.421</c:v>
                </c:pt>
                <c:pt idx="691">
                  <c:v>0.42</c:v>
                </c:pt>
                <c:pt idx="692">
                  <c:v>0.427</c:v>
                </c:pt>
                <c:pt idx="693">
                  <c:v>0.408</c:v>
                </c:pt>
                <c:pt idx="694">
                  <c:v>0.418</c:v>
                </c:pt>
                <c:pt idx="695">
                  <c:v>0.43</c:v>
                </c:pt>
                <c:pt idx="696">
                  <c:v>0.428</c:v>
                </c:pt>
                <c:pt idx="697">
                  <c:v>0.434</c:v>
                </c:pt>
                <c:pt idx="698">
                  <c:v>0.414</c:v>
                </c:pt>
                <c:pt idx="699">
                  <c:v>0.421</c:v>
                </c:pt>
                <c:pt idx="700">
                  <c:v>0.407</c:v>
                </c:pt>
                <c:pt idx="701">
                  <c:v>0.396</c:v>
                </c:pt>
                <c:pt idx="702">
                  <c:v>0.387</c:v>
                </c:pt>
                <c:pt idx="703">
                  <c:v>0.392</c:v>
                </c:pt>
                <c:pt idx="704">
                  <c:v>0.377</c:v>
                </c:pt>
                <c:pt idx="705">
                  <c:v>0.364</c:v>
                </c:pt>
                <c:pt idx="706">
                  <c:v>0.392</c:v>
                </c:pt>
                <c:pt idx="707">
                  <c:v>0.401</c:v>
                </c:pt>
                <c:pt idx="708">
                  <c:v>0.384</c:v>
                </c:pt>
                <c:pt idx="709">
                  <c:v>0.392</c:v>
                </c:pt>
                <c:pt idx="710">
                  <c:v>0.414</c:v>
                </c:pt>
                <c:pt idx="711">
                  <c:v>0.419</c:v>
                </c:pt>
                <c:pt idx="712">
                  <c:v>0.413</c:v>
                </c:pt>
                <c:pt idx="713">
                  <c:v>0.414</c:v>
                </c:pt>
                <c:pt idx="714">
                  <c:v>0.414</c:v>
                </c:pt>
                <c:pt idx="715">
                  <c:v>0.414</c:v>
                </c:pt>
                <c:pt idx="716">
                  <c:v>0.414</c:v>
                </c:pt>
                <c:pt idx="717">
                  <c:v>0.4</c:v>
                </c:pt>
                <c:pt idx="718">
                  <c:v>0.385</c:v>
                </c:pt>
                <c:pt idx="719">
                  <c:v>0.459</c:v>
                </c:pt>
                <c:pt idx="720">
                  <c:v>0.458</c:v>
                </c:pt>
                <c:pt idx="721">
                  <c:v>0.472</c:v>
                </c:pt>
                <c:pt idx="722">
                  <c:v>0.465</c:v>
                </c:pt>
                <c:pt idx="723">
                  <c:v>0.466</c:v>
                </c:pt>
                <c:pt idx="724">
                  <c:v>0.465</c:v>
                </c:pt>
                <c:pt idx="725">
                  <c:v>0.476</c:v>
                </c:pt>
                <c:pt idx="726">
                  <c:v>0.469</c:v>
                </c:pt>
                <c:pt idx="727">
                  <c:v>0.479</c:v>
                </c:pt>
                <c:pt idx="728">
                  <c:v>0.459</c:v>
                </c:pt>
                <c:pt idx="729">
                  <c:v>0.455</c:v>
                </c:pt>
                <c:pt idx="730">
                  <c:v>0.462</c:v>
                </c:pt>
                <c:pt idx="731">
                  <c:v>0.452</c:v>
                </c:pt>
                <c:pt idx="732">
                  <c:v>0.461</c:v>
                </c:pt>
                <c:pt idx="733">
                  <c:v>0.457</c:v>
                </c:pt>
                <c:pt idx="734">
                  <c:v>0.461</c:v>
                </c:pt>
                <c:pt idx="735">
                  <c:v>0.468</c:v>
                </c:pt>
                <c:pt idx="736">
                  <c:v>0.404</c:v>
                </c:pt>
                <c:pt idx="737">
                  <c:v>0.37</c:v>
                </c:pt>
                <c:pt idx="738">
                  <c:v>0.328</c:v>
                </c:pt>
                <c:pt idx="739">
                  <c:v>0.313</c:v>
                </c:pt>
                <c:pt idx="740">
                  <c:v>0.299</c:v>
                </c:pt>
                <c:pt idx="741">
                  <c:v>0.313</c:v>
                </c:pt>
                <c:pt idx="742">
                  <c:v>0.289</c:v>
                </c:pt>
                <c:pt idx="743">
                  <c:v>0.28</c:v>
                </c:pt>
                <c:pt idx="744">
                  <c:v>0.299</c:v>
                </c:pt>
                <c:pt idx="745">
                  <c:v>0.323</c:v>
                </c:pt>
                <c:pt idx="746">
                  <c:v>0.245</c:v>
                </c:pt>
                <c:pt idx="747">
                  <c:v>0.245</c:v>
                </c:pt>
                <c:pt idx="748">
                  <c:v>0.284</c:v>
                </c:pt>
                <c:pt idx="749">
                  <c:v>0.268</c:v>
                </c:pt>
                <c:pt idx="750">
                  <c:v>0.323</c:v>
                </c:pt>
                <c:pt idx="751">
                  <c:v>0.217</c:v>
                </c:pt>
                <c:pt idx="752">
                  <c:v>0.318</c:v>
                </c:pt>
                <c:pt idx="753">
                  <c:v>0.399</c:v>
                </c:pt>
                <c:pt idx="754">
                  <c:v>0.5</c:v>
                </c:pt>
                <c:pt idx="755">
                  <c:v>0.5</c:v>
                </c:pt>
                <c:pt idx="756">
                  <c:v>0.5</c:v>
                </c:pt>
                <c:pt idx="757">
                  <c:v>0.5</c:v>
                </c:pt>
                <c:pt idx="758">
                  <c:v>0.5</c:v>
                </c:pt>
                <c:pt idx="759">
                  <c:v>0.5</c:v>
                </c:pt>
                <c:pt idx="760">
                  <c:v>0.501</c:v>
                </c:pt>
                <c:pt idx="761">
                  <c:v>0.5</c:v>
                </c:pt>
                <c:pt idx="762">
                  <c:v>0.5</c:v>
                </c:pt>
                <c:pt idx="763">
                  <c:v>0.5</c:v>
                </c:pt>
                <c:pt idx="764">
                  <c:v>0.5</c:v>
                </c:pt>
                <c:pt idx="765">
                  <c:v>0.5</c:v>
                </c:pt>
                <c:pt idx="766">
                  <c:v>0.501</c:v>
                </c:pt>
                <c:pt idx="767">
                  <c:v>0.5</c:v>
                </c:pt>
                <c:pt idx="768">
                  <c:v>0.501</c:v>
                </c:pt>
                <c:pt idx="769">
                  <c:v>0.499</c:v>
                </c:pt>
                <c:pt idx="770">
                  <c:v>0.501</c:v>
                </c:pt>
                <c:pt idx="771">
                  <c:v>0.5</c:v>
                </c:pt>
                <c:pt idx="772">
                  <c:v>0.5</c:v>
                </c:pt>
                <c:pt idx="773">
                  <c:v>0.496</c:v>
                </c:pt>
                <c:pt idx="774">
                  <c:v>0.493</c:v>
                </c:pt>
                <c:pt idx="775">
                  <c:v>0.49</c:v>
                </c:pt>
                <c:pt idx="776">
                  <c:v>0.492</c:v>
                </c:pt>
                <c:pt idx="777">
                  <c:v>0.495</c:v>
                </c:pt>
                <c:pt idx="778">
                  <c:v>0.486</c:v>
                </c:pt>
                <c:pt idx="779">
                  <c:v>0.492</c:v>
                </c:pt>
                <c:pt idx="780">
                  <c:v>0.486</c:v>
                </c:pt>
                <c:pt idx="781">
                  <c:v>0.488</c:v>
                </c:pt>
                <c:pt idx="782">
                  <c:v>0.476</c:v>
                </c:pt>
                <c:pt idx="783">
                  <c:v>0.483</c:v>
                </c:pt>
                <c:pt idx="784">
                  <c:v>0.478</c:v>
                </c:pt>
                <c:pt idx="785">
                  <c:v>0.437</c:v>
                </c:pt>
                <c:pt idx="786">
                  <c:v>0.41</c:v>
                </c:pt>
                <c:pt idx="787">
                  <c:v>0.382</c:v>
                </c:pt>
                <c:pt idx="788">
                  <c:v>0.377</c:v>
                </c:pt>
                <c:pt idx="789">
                  <c:v>0.421</c:v>
                </c:pt>
                <c:pt idx="790">
                  <c:v>0.432</c:v>
                </c:pt>
                <c:pt idx="791">
                  <c:v>0.508</c:v>
                </c:pt>
                <c:pt idx="792">
                  <c:v>0.509</c:v>
                </c:pt>
                <c:pt idx="793">
                  <c:v>0.504</c:v>
                </c:pt>
                <c:pt idx="794">
                  <c:v>0.504</c:v>
                </c:pt>
                <c:pt idx="795">
                  <c:v>0.499</c:v>
                </c:pt>
                <c:pt idx="796">
                  <c:v>0.502</c:v>
                </c:pt>
                <c:pt idx="797">
                  <c:v>0.499</c:v>
                </c:pt>
                <c:pt idx="798">
                  <c:v>0.499</c:v>
                </c:pt>
                <c:pt idx="799">
                  <c:v>0.422</c:v>
                </c:pt>
                <c:pt idx="800">
                  <c:v>0.452</c:v>
                </c:pt>
                <c:pt idx="801">
                  <c:v>0.413</c:v>
                </c:pt>
                <c:pt idx="802">
                  <c:v>0.413</c:v>
                </c:pt>
                <c:pt idx="803">
                  <c:v>0.413</c:v>
                </c:pt>
                <c:pt idx="804">
                  <c:v>0.45</c:v>
                </c:pt>
                <c:pt idx="805">
                  <c:v>0.455</c:v>
                </c:pt>
                <c:pt idx="806">
                  <c:v>0.464</c:v>
                </c:pt>
                <c:pt idx="807">
                  <c:v>0.434</c:v>
                </c:pt>
                <c:pt idx="808">
                  <c:v>0.376</c:v>
                </c:pt>
                <c:pt idx="809">
                  <c:v>0.391</c:v>
                </c:pt>
                <c:pt idx="810">
                  <c:v>0.473</c:v>
                </c:pt>
                <c:pt idx="811">
                  <c:v>0.4</c:v>
                </c:pt>
                <c:pt idx="812">
                  <c:v>0.251</c:v>
                </c:pt>
                <c:pt idx="813">
                  <c:v>0.25</c:v>
                </c:pt>
                <c:pt idx="814">
                  <c:v>0.251</c:v>
                </c:pt>
                <c:pt idx="815">
                  <c:v>0.247</c:v>
                </c:pt>
                <c:pt idx="816">
                  <c:v>0.25</c:v>
                </c:pt>
                <c:pt idx="817">
                  <c:v>0.248</c:v>
                </c:pt>
                <c:pt idx="818">
                  <c:v>0.248</c:v>
                </c:pt>
                <c:pt idx="819">
                  <c:v>0.25</c:v>
                </c:pt>
                <c:pt idx="820">
                  <c:v>0.25</c:v>
                </c:pt>
                <c:pt idx="821">
                  <c:v>0.251</c:v>
                </c:pt>
                <c:pt idx="822">
                  <c:v>0.25</c:v>
                </c:pt>
                <c:pt idx="823">
                  <c:v>0.25</c:v>
                </c:pt>
                <c:pt idx="824">
                  <c:v>0.248</c:v>
                </c:pt>
                <c:pt idx="825">
                  <c:v>0.249</c:v>
                </c:pt>
                <c:pt idx="826">
                  <c:v>0.249</c:v>
                </c:pt>
                <c:pt idx="827">
                  <c:v>0.248</c:v>
                </c:pt>
                <c:pt idx="828">
                  <c:v>0.25</c:v>
                </c:pt>
                <c:pt idx="829">
                  <c:v>0.244</c:v>
                </c:pt>
                <c:pt idx="830">
                  <c:v>0.243</c:v>
                </c:pt>
                <c:pt idx="831">
                  <c:v>0.243</c:v>
                </c:pt>
                <c:pt idx="832">
                  <c:v>0.242</c:v>
                </c:pt>
                <c:pt idx="833">
                  <c:v>0.245</c:v>
                </c:pt>
                <c:pt idx="834">
                  <c:v>0.241</c:v>
                </c:pt>
                <c:pt idx="835">
                  <c:v>0.243</c:v>
                </c:pt>
                <c:pt idx="836">
                  <c:v>0.239</c:v>
                </c:pt>
                <c:pt idx="837">
                  <c:v>0.239</c:v>
                </c:pt>
                <c:pt idx="838">
                  <c:v>0.236</c:v>
                </c:pt>
                <c:pt idx="839">
                  <c:v>0.247</c:v>
                </c:pt>
                <c:pt idx="840">
                  <c:v>0.248</c:v>
                </c:pt>
                <c:pt idx="841">
                  <c:v>0.247</c:v>
                </c:pt>
                <c:pt idx="842">
                  <c:v>0.252</c:v>
                </c:pt>
                <c:pt idx="843">
                  <c:v>0.251</c:v>
                </c:pt>
                <c:pt idx="844">
                  <c:v>0.248</c:v>
                </c:pt>
                <c:pt idx="845">
                  <c:v>0.248</c:v>
                </c:pt>
                <c:pt idx="846">
                  <c:v>0.251</c:v>
                </c:pt>
                <c:pt idx="847">
                  <c:v>0.241</c:v>
                </c:pt>
                <c:pt idx="848">
                  <c:v>0.242</c:v>
                </c:pt>
                <c:pt idx="849">
                  <c:v>0.251</c:v>
                </c:pt>
                <c:pt idx="850">
                  <c:v>0.248</c:v>
                </c:pt>
                <c:pt idx="851">
                  <c:v>0.249</c:v>
                </c:pt>
                <c:pt idx="852">
                  <c:v>0.25</c:v>
                </c:pt>
                <c:pt idx="853">
                  <c:v>0.251</c:v>
                </c:pt>
                <c:pt idx="854">
                  <c:v>0.25</c:v>
                </c:pt>
                <c:pt idx="855">
                  <c:v>0.252</c:v>
                </c:pt>
                <c:pt idx="856">
                  <c:v>0.25</c:v>
                </c:pt>
                <c:pt idx="857">
                  <c:v>0.25</c:v>
                </c:pt>
                <c:pt idx="858">
                  <c:v>0.245</c:v>
                </c:pt>
                <c:pt idx="859">
                  <c:v>0.245</c:v>
                </c:pt>
                <c:pt idx="860">
                  <c:v>0.25</c:v>
                </c:pt>
                <c:pt idx="861">
                  <c:v>0.249</c:v>
                </c:pt>
                <c:pt idx="862">
                  <c:v>0.246</c:v>
                </c:pt>
                <c:pt idx="863">
                  <c:v>0.246</c:v>
                </c:pt>
                <c:pt idx="864">
                  <c:v>0.247</c:v>
                </c:pt>
                <c:pt idx="865">
                  <c:v>0.246</c:v>
                </c:pt>
                <c:pt idx="866">
                  <c:v>0.216</c:v>
                </c:pt>
                <c:pt idx="867">
                  <c:v>0.238</c:v>
                </c:pt>
                <c:pt idx="868">
                  <c:v>0.238</c:v>
                </c:pt>
                <c:pt idx="869">
                  <c:v>0.247</c:v>
                </c:pt>
                <c:pt idx="870">
                  <c:v>0.24</c:v>
                </c:pt>
                <c:pt idx="871">
                  <c:v>0.245</c:v>
                </c:pt>
                <c:pt idx="872">
                  <c:v>0.244</c:v>
                </c:pt>
                <c:pt idx="873">
                  <c:v>0.23</c:v>
                </c:pt>
                <c:pt idx="874">
                  <c:v>0.23</c:v>
                </c:pt>
                <c:pt idx="875">
                  <c:v>0.251</c:v>
                </c:pt>
                <c:pt idx="876">
                  <c:v>0.252</c:v>
                </c:pt>
                <c:pt idx="877">
                  <c:v>0.25</c:v>
                </c:pt>
                <c:pt idx="878">
                  <c:v>0.25</c:v>
                </c:pt>
                <c:pt idx="879">
                  <c:v>0.251</c:v>
                </c:pt>
                <c:pt idx="880">
                  <c:v>0.252</c:v>
                </c:pt>
                <c:pt idx="881">
                  <c:v>0.239</c:v>
                </c:pt>
                <c:pt idx="882">
                  <c:v>0.243</c:v>
                </c:pt>
                <c:pt idx="883">
                  <c:v>0.245</c:v>
                </c:pt>
                <c:pt idx="884">
                  <c:v>0.246</c:v>
                </c:pt>
                <c:pt idx="885">
                  <c:v>0.245</c:v>
                </c:pt>
                <c:pt idx="886">
                  <c:v>0.236</c:v>
                </c:pt>
                <c:pt idx="887">
                  <c:v>0.231</c:v>
                </c:pt>
                <c:pt idx="888">
                  <c:v>0.235</c:v>
                </c:pt>
                <c:pt idx="889">
                  <c:v>0.237</c:v>
                </c:pt>
                <c:pt idx="890">
                  <c:v>0.22</c:v>
                </c:pt>
                <c:pt idx="891">
                  <c:v>0.222</c:v>
                </c:pt>
                <c:pt idx="892">
                  <c:v>0.242</c:v>
                </c:pt>
                <c:pt idx="893">
                  <c:v>0.217</c:v>
                </c:pt>
                <c:pt idx="894">
                  <c:v>0.225</c:v>
                </c:pt>
                <c:pt idx="895">
                  <c:v>0.222</c:v>
                </c:pt>
                <c:pt idx="896">
                  <c:v>0.214</c:v>
                </c:pt>
                <c:pt idx="897">
                  <c:v>0.216</c:v>
                </c:pt>
                <c:pt idx="898">
                  <c:v>0.196</c:v>
                </c:pt>
                <c:pt idx="899">
                  <c:v>0.198</c:v>
                </c:pt>
                <c:pt idx="900">
                  <c:v>0.183</c:v>
                </c:pt>
                <c:pt idx="901">
                  <c:v>0.168</c:v>
                </c:pt>
                <c:pt idx="902">
                  <c:v>0.183</c:v>
                </c:pt>
                <c:pt idx="903">
                  <c:v>0.184</c:v>
                </c:pt>
                <c:pt idx="904">
                  <c:v>0.184</c:v>
                </c:pt>
                <c:pt idx="905">
                  <c:v>0.184</c:v>
                </c:pt>
                <c:pt idx="906">
                  <c:v>0.164</c:v>
                </c:pt>
                <c:pt idx="907">
                  <c:v>0.168</c:v>
                </c:pt>
                <c:pt idx="908">
                  <c:v>0.162</c:v>
                </c:pt>
                <c:pt idx="909">
                  <c:v>0.171</c:v>
                </c:pt>
                <c:pt idx="910">
                  <c:v>0.183</c:v>
                </c:pt>
                <c:pt idx="911">
                  <c:v>0.169</c:v>
                </c:pt>
                <c:pt idx="912">
                  <c:v>0.179</c:v>
                </c:pt>
                <c:pt idx="913">
                  <c:v>0.178</c:v>
                </c:pt>
                <c:pt idx="914">
                  <c:v>0.199</c:v>
                </c:pt>
                <c:pt idx="915">
                  <c:v>0.193</c:v>
                </c:pt>
                <c:pt idx="916">
                  <c:v>0.202</c:v>
                </c:pt>
                <c:pt idx="917">
                  <c:v>0.191</c:v>
                </c:pt>
                <c:pt idx="918">
                  <c:v>0.209</c:v>
                </c:pt>
                <c:pt idx="919">
                  <c:v>0.23</c:v>
                </c:pt>
                <c:pt idx="920">
                  <c:v>0.239</c:v>
                </c:pt>
                <c:pt idx="921">
                  <c:v>0.232</c:v>
                </c:pt>
                <c:pt idx="922">
                  <c:v>0.229</c:v>
                </c:pt>
                <c:pt idx="923">
                  <c:v>0.229</c:v>
                </c:pt>
                <c:pt idx="924">
                  <c:v>0.23</c:v>
                </c:pt>
                <c:pt idx="925">
                  <c:v>0.226</c:v>
                </c:pt>
                <c:pt idx="926">
                  <c:v>0.237</c:v>
                </c:pt>
                <c:pt idx="927">
                  <c:v>0.238</c:v>
                </c:pt>
                <c:pt idx="928">
                  <c:v>0.241</c:v>
                </c:pt>
                <c:pt idx="929">
                  <c:v>0.243</c:v>
                </c:pt>
                <c:pt idx="930">
                  <c:v>0.243</c:v>
                </c:pt>
                <c:pt idx="931">
                  <c:v>0.216</c:v>
                </c:pt>
                <c:pt idx="932">
                  <c:v>0.222</c:v>
                </c:pt>
                <c:pt idx="933">
                  <c:v>0.217</c:v>
                </c:pt>
                <c:pt idx="934">
                  <c:v>0.225</c:v>
                </c:pt>
                <c:pt idx="935">
                  <c:v>0.228</c:v>
                </c:pt>
                <c:pt idx="936">
                  <c:v>0.232</c:v>
                </c:pt>
                <c:pt idx="937">
                  <c:v>0.237</c:v>
                </c:pt>
                <c:pt idx="938">
                  <c:v>0.225</c:v>
                </c:pt>
                <c:pt idx="939">
                  <c:v>0.229</c:v>
                </c:pt>
                <c:pt idx="940">
                  <c:v>0.238</c:v>
                </c:pt>
                <c:pt idx="941">
                  <c:v>0.232</c:v>
                </c:pt>
                <c:pt idx="942">
                  <c:v>0.234</c:v>
                </c:pt>
                <c:pt idx="943">
                  <c:v>0.223</c:v>
                </c:pt>
                <c:pt idx="944">
                  <c:v>0.253</c:v>
                </c:pt>
                <c:pt idx="945">
                  <c:v>0.246</c:v>
                </c:pt>
                <c:pt idx="946">
                  <c:v>0.239</c:v>
                </c:pt>
                <c:pt idx="947">
                  <c:v>0.251</c:v>
                </c:pt>
                <c:pt idx="948">
                  <c:v>0.247</c:v>
                </c:pt>
                <c:pt idx="949">
                  <c:v>0.245</c:v>
                </c:pt>
                <c:pt idx="950">
                  <c:v>0.244</c:v>
                </c:pt>
                <c:pt idx="951">
                  <c:v>0.243</c:v>
                </c:pt>
                <c:pt idx="952">
                  <c:v>0.239</c:v>
                </c:pt>
                <c:pt idx="953">
                  <c:v>0.231</c:v>
                </c:pt>
                <c:pt idx="954">
                  <c:v>0.238</c:v>
                </c:pt>
                <c:pt idx="955">
                  <c:v>0.232</c:v>
                </c:pt>
                <c:pt idx="956">
                  <c:v>0.235</c:v>
                </c:pt>
                <c:pt idx="957">
                  <c:v>0.231</c:v>
                </c:pt>
                <c:pt idx="958">
                  <c:v>0.228</c:v>
                </c:pt>
                <c:pt idx="959">
                  <c:v>0.234</c:v>
                </c:pt>
                <c:pt idx="960">
                  <c:v>0.208</c:v>
                </c:pt>
                <c:pt idx="961">
                  <c:v>0.231</c:v>
                </c:pt>
                <c:pt idx="962">
                  <c:v>0.235</c:v>
                </c:pt>
                <c:pt idx="963">
                  <c:v>0.238</c:v>
                </c:pt>
                <c:pt idx="964">
                  <c:v>0.239</c:v>
                </c:pt>
                <c:pt idx="965">
                  <c:v>0.239</c:v>
                </c:pt>
                <c:pt idx="966">
                  <c:v>0.241</c:v>
                </c:pt>
                <c:pt idx="967">
                  <c:v>0.24</c:v>
                </c:pt>
                <c:pt idx="968">
                  <c:v>0.241</c:v>
                </c:pt>
                <c:pt idx="969">
                  <c:v>0.242</c:v>
                </c:pt>
                <c:pt idx="970">
                  <c:v>0.242</c:v>
                </c:pt>
                <c:pt idx="971">
                  <c:v>0.242</c:v>
                </c:pt>
                <c:pt idx="972">
                  <c:v>0.242</c:v>
                </c:pt>
                <c:pt idx="973">
                  <c:v>0.238</c:v>
                </c:pt>
                <c:pt idx="974">
                  <c:v>0.225</c:v>
                </c:pt>
                <c:pt idx="975">
                  <c:v>0.225</c:v>
                </c:pt>
                <c:pt idx="976">
                  <c:v>0.225</c:v>
                </c:pt>
                <c:pt idx="977">
                  <c:v>0.225</c:v>
                </c:pt>
                <c:pt idx="978">
                  <c:v>0.221</c:v>
                </c:pt>
                <c:pt idx="979">
                  <c:v>0.221</c:v>
                </c:pt>
                <c:pt idx="980">
                  <c:v>0.241</c:v>
                </c:pt>
                <c:pt idx="981">
                  <c:v>0.239</c:v>
                </c:pt>
                <c:pt idx="982">
                  <c:v>0.241</c:v>
                </c:pt>
                <c:pt idx="983">
                  <c:v>0.246</c:v>
                </c:pt>
                <c:pt idx="984">
                  <c:v>0.247</c:v>
                </c:pt>
                <c:pt idx="985">
                  <c:v>0.249</c:v>
                </c:pt>
                <c:pt idx="986">
                  <c:v>0.243</c:v>
                </c:pt>
                <c:pt idx="987">
                  <c:v>0.241</c:v>
                </c:pt>
                <c:pt idx="988">
                  <c:v>0.238</c:v>
                </c:pt>
                <c:pt idx="989">
                  <c:v>0.226</c:v>
                </c:pt>
                <c:pt idx="990">
                  <c:v>0.237</c:v>
                </c:pt>
                <c:pt idx="991">
                  <c:v>0.241</c:v>
                </c:pt>
                <c:pt idx="992">
                  <c:v>0.236</c:v>
                </c:pt>
                <c:pt idx="993">
                  <c:v>0.225</c:v>
                </c:pt>
                <c:pt idx="994">
                  <c:v>0.226</c:v>
                </c:pt>
                <c:pt idx="995">
                  <c:v>0.24</c:v>
                </c:pt>
                <c:pt idx="996">
                  <c:v>0.213</c:v>
                </c:pt>
                <c:pt idx="997">
                  <c:v>0.21</c:v>
                </c:pt>
                <c:pt idx="998">
                  <c:v>0.219</c:v>
                </c:pt>
                <c:pt idx="999">
                  <c:v>0.21</c:v>
                </c:pt>
                <c:pt idx="1000">
                  <c:v>0.222</c:v>
                </c:pt>
                <c:pt idx="1001">
                  <c:v>0.248</c:v>
                </c:pt>
                <c:pt idx="1002">
                  <c:v>0.247</c:v>
                </c:pt>
                <c:pt idx="1003">
                  <c:v>0.234</c:v>
                </c:pt>
                <c:pt idx="1004">
                  <c:v>0.224</c:v>
                </c:pt>
                <c:pt idx="1005">
                  <c:v>0.223</c:v>
                </c:pt>
                <c:pt idx="1006">
                  <c:v>0.21</c:v>
                </c:pt>
                <c:pt idx="1007">
                  <c:v>0.203</c:v>
                </c:pt>
                <c:pt idx="1008">
                  <c:v>0.203</c:v>
                </c:pt>
                <c:pt idx="1009">
                  <c:v>0.201</c:v>
                </c:pt>
                <c:pt idx="1010">
                  <c:v>0.208</c:v>
                </c:pt>
                <c:pt idx="1011">
                  <c:v>0.201</c:v>
                </c:pt>
                <c:pt idx="1012">
                  <c:v>0.194</c:v>
                </c:pt>
                <c:pt idx="1013">
                  <c:v>0.182</c:v>
                </c:pt>
                <c:pt idx="1014">
                  <c:v>0.19</c:v>
                </c:pt>
                <c:pt idx="1015">
                  <c:v>0.161</c:v>
                </c:pt>
                <c:pt idx="1016">
                  <c:v>0.156</c:v>
                </c:pt>
                <c:pt idx="1017">
                  <c:v>0.143</c:v>
                </c:pt>
                <c:pt idx="1018">
                  <c:v>0.158</c:v>
                </c:pt>
                <c:pt idx="1019">
                  <c:v>0.173</c:v>
                </c:pt>
                <c:pt idx="1020">
                  <c:v>0.134</c:v>
                </c:pt>
                <c:pt idx="1021">
                  <c:v>0.173</c:v>
                </c:pt>
                <c:pt idx="1022">
                  <c:v>0.187</c:v>
                </c:pt>
                <c:pt idx="1023">
                  <c:v>0.208</c:v>
                </c:pt>
                <c:pt idx="1024">
                  <c:v>0.195</c:v>
                </c:pt>
                <c:pt idx="1025">
                  <c:v>0.193</c:v>
                </c:pt>
                <c:pt idx="1026">
                  <c:v>0.193</c:v>
                </c:pt>
                <c:pt idx="1027">
                  <c:v>0.208</c:v>
                </c:pt>
                <c:pt idx="1028">
                  <c:v>0.211</c:v>
                </c:pt>
                <c:pt idx="1029">
                  <c:v>0.22</c:v>
                </c:pt>
                <c:pt idx="1030">
                  <c:v>0.213</c:v>
                </c:pt>
                <c:pt idx="1031">
                  <c:v>0.214</c:v>
                </c:pt>
                <c:pt idx="1032">
                  <c:v>0.213</c:v>
                </c:pt>
                <c:pt idx="1033">
                  <c:v>0.228</c:v>
                </c:pt>
                <c:pt idx="1034">
                  <c:v>0.228</c:v>
                </c:pt>
                <c:pt idx="1035">
                  <c:v>0.207</c:v>
                </c:pt>
                <c:pt idx="1036">
                  <c:v>0.214</c:v>
                </c:pt>
                <c:pt idx="1037">
                  <c:v>0.194</c:v>
                </c:pt>
                <c:pt idx="1038">
                  <c:v>0.194</c:v>
                </c:pt>
                <c:pt idx="1039">
                  <c:v>0.173</c:v>
                </c:pt>
                <c:pt idx="1040">
                  <c:v>0.177</c:v>
                </c:pt>
                <c:pt idx="1041">
                  <c:v>0.177</c:v>
                </c:pt>
                <c:pt idx="1042">
                  <c:v>0.174</c:v>
                </c:pt>
                <c:pt idx="1043">
                  <c:v>0.168</c:v>
                </c:pt>
                <c:pt idx="1044">
                  <c:v>0.156</c:v>
                </c:pt>
                <c:pt idx="1045">
                  <c:v>0.138</c:v>
                </c:pt>
                <c:pt idx="1046">
                  <c:v>0.137</c:v>
                </c:pt>
                <c:pt idx="1047">
                  <c:v>0.137</c:v>
                </c:pt>
                <c:pt idx="1048">
                  <c:v>0.132</c:v>
                </c:pt>
                <c:pt idx="1049">
                  <c:v>0.143</c:v>
                </c:pt>
                <c:pt idx="1050">
                  <c:v>0.14</c:v>
                </c:pt>
                <c:pt idx="1051">
                  <c:v>0.139</c:v>
                </c:pt>
                <c:pt idx="1052">
                  <c:v>0.143</c:v>
                </c:pt>
                <c:pt idx="1053">
                  <c:v>0.137</c:v>
                </c:pt>
                <c:pt idx="1054">
                  <c:v>0.128</c:v>
                </c:pt>
                <c:pt idx="1055">
                  <c:v>0.127</c:v>
                </c:pt>
                <c:pt idx="1056">
                  <c:v>0.148</c:v>
                </c:pt>
                <c:pt idx="1057">
                  <c:v>0.136</c:v>
                </c:pt>
                <c:pt idx="1058">
                  <c:v>0.136</c:v>
                </c:pt>
                <c:pt idx="1059">
                  <c:v>0.121</c:v>
                </c:pt>
                <c:pt idx="1060">
                  <c:v>0.082</c:v>
                </c:pt>
                <c:pt idx="1061">
                  <c:v>0.083</c:v>
                </c:pt>
                <c:pt idx="1062">
                  <c:v>0.065</c:v>
                </c:pt>
                <c:pt idx="1063">
                  <c:v>0.065</c:v>
                </c:pt>
                <c:pt idx="1064">
                  <c:v>0.065</c:v>
                </c:pt>
                <c:pt idx="1065">
                  <c:v>0.057</c:v>
                </c:pt>
                <c:pt idx="1066">
                  <c:v>0.056</c:v>
                </c:pt>
                <c:pt idx="1067">
                  <c:v>0.056</c:v>
                </c:pt>
                <c:pt idx="1068">
                  <c:v>0.061</c:v>
                </c:pt>
                <c:pt idx="1069">
                  <c:v>0.06</c:v>
                </c:pt>
                <c:pt idx="1070">
                  <c:v>0.057</c:v>
                </c:pt>
                <c:pt idx="1071">
                  <c:v>0.049</c:v>
                </c:pt>
                <c:pt idx="1072">
                  <c:v>0.038</c:v>
                </c:pt>
                <c:pt idx="1073">
                  <c:v>0.044</c:v>
                </c:pt>
                <c:pt idx="1074">
                  <c:v>0.043</c:v>
                </c:pt>
                <c:pt idx="1075">
                  <c:v>0.048</c:v>
                </c:pt>
                <c:pt idx="1076">
                  <c:v>0.048</c:v>
                </c:pt>
                <c:pt idx="1077">
                  <c:v>0.048</c:v>
                </c:pt>
                <c:pt idx="1078">
                  <c:v>0.05</c:v>
                </c:pt>
                <c:pt idx="1079">
                  <c:v>0.043</c:v>
                </c:pt>
                <c:pt idx="1080">
                  <c:v>0.046</c:v>
                </c:pt>
                <c:pt idx="1081">
                  <c:v>0.051</c:v>
                </c:pt>
                <c:pt idx="1082">
                  <c:v>0.04</c:v>
                </c:pt>
                <c:pt idx="1083">
                  <c:v>0.048</c:v>
                </c:pt>
                <c:pt idx="1084">
                  <c:v>0.058</c:v>
                </c:pt>
                <c:pt idx="1085">
                  <c:v>0.061</c:v>
                </c:pt>
                <c:pt idx="1086">
                  <c:v>0.053</c:v>
                </c:pt>
                <c:pt idx="1087">
                  <c:v>0.07</c:v>
                </c:pt>
                <c:pt idx="1088">
                  <c:v>0.071</c:v>
                </c:pt>
                <c:pt idx="1089">
                  <c:v>0.081</c:v>
                </c:pt>
                <c:pt idx="1090">
                  <c:v>0.079</c:v>
                </c:pt>
                <c:pt idx="1091">
                  <c:v>0.071</c:v>
                </c:pt>
                <c:pt idx="1092">
                  <c:v>0.071</c:v>
                </c:pt>
                <c:pt idx="1093">
                  <c:v>0.075</c:v>
                </c:pt>
                <c:pt idx="1094">
                  <c:v>0.074</c:v>
                </c:pt>
                <c:pt idx="1095">
                  <c:v>0.074</c:v>
                </c:pt>
                <c:pt idx="1096">
                  <c:v>0.071</c:v>
                </c:pt>
                <c:pt idx="1097">
                  <c:v>0.063</c:v>
                </c:pt>
                <c:pt idx="1098">
                  <c:v>0.071</c:v>
                </c:pt>
                <c:pt idx="1099">
                  <c:v>0.065</c:v>
                </c:pt>
                <c:pt idx="1100">
                  <c:v>0.059</c:v>
                </c:pt>
                <c:pt idx="1101">
                  <c:v>0.06</c:v>
                </c:pt>
                <c:pt idx="1102">
                  <c:v>0.056</c:v>
                </c:pt>
                <c:pt idx="1103">
                  <c:v>0.055</c:v>
                </c:pt>
                <c:pt idx="1104">
                  <c:v>0.069</c:v>
                </c:pt>
                <c:pt idx="1105">
                  <c:v>0.073</c:v>
                </c:pt>
                <c:pt idx="1106">
                  <c:v>0.073</c:v>
                </c:pt>
                <c:pt idx="1107">
                  <c:v>0.093</c:v>
                </c:pt>
                <c:pt idx="1108">
                  <c:v>0.094</c:v>
                </c:pt>
                <c:pt idx="1109">
                  <c:v>0.087</c:v>
                </c:pt>
                <c:pt idx="1110">
                  <c:v>0.096</c:v>
                </c:pt>
                <c:pt idx="1111">
                  <c:v>0.103</c:v>
                </c:pt>
                <c:pt idx="1112">
                  <c:v>0.101</c:v>
                </c:pt>
                <c:pt idx="1113">
                  <c:v>0.093</c:v>
                </c:pt>
                <c:pt idx="1114">
                  <c:v>0.085</c:v>
                </c:pt>
                <c:pt idx="1115">
                  <c:v>0.089</c:v>
                </c:pt>
                <c:pt idx="1116">
                  <c:v>0.083</c:v>
                </c:pt>
                <c:pt idx="1117">
                  <c:v>0.089</c:v>
                </c:pt>
                <c:pt idx="1118">
                  <c:v>0.077</c:v>
                </c:pt>
                <c:pt idx="1119">
                  <c:v>0.077</c:v>
                </c:pt>
                <c:pt idx="1120">
                  <c:v>0.088</c:v>
                </c:pt>
                <c:pt idx="1121">
                  <c:v>0.088</c:v>
                </c:pt>
                <c:pt idx="1122">
                  <c:v>0.087</c:v>
                </c:pt>
                <c:pt idx="1123">
                  <c:v>0.082</c:v>
                </c:pt>
                <c:pt idx="1124">
                  <c:v>0.068</c:v>
                </c:pt>
                <c:pt idx="1125">
                  <c:v>0.08</c:v>
                </c:pt>
                <c:pt idx="1126">
                  <c:v>0.055</c:v>
                </c:pt>
                <c:pt idx="1127">
                  <c:v>0.048</c:v>
                </c:pt>
                <c:pt idx="1128">
                  <c:v>0.054</c:v>
                </c:pt>
                <c:pt idx="1129">
                  <c:v>0.066</c:v>
                </c:pt>
                <c:pt idx="1130">
                  <c:v>0.072</c:v>
                </c:pt>
                <c:pt idx="1131">
                  <c:v>0.08</c:v>
                </c:pt>
                <c:pt idx="1132">
                  <c:v>0.056</c:v>
                </c:pt>
                <c:pt idx="1133">
                  <c:v>0.055</c:v>
                </c:pt>
                <c:pt idx="1134">
                  <c:v>0.035</c:v>
                </c:pt>
                <c:pt idx="1135">
                  <c:v>0.035</c:v>
                </c:pt>
                <c:pt idx="1136">
                  <c:v>0.038</c:v>
                </c:pt>
                <c:pt idx="1137">
                  <c:v>0.048</c:v>
                </c:pt>
                <c:pt idx="1138">
                  <c:v>0.048</c:v>
                </c:pt>
                <c:pt idx="1139">
                  <c:v>0.048</c:v>
                </c:pt>
                <c:pt idx="1140">
                  <c:v>0.032</c:v>
                </c:pt>
                <c:pt idx="1141">
                  <c:v>0.046</c:v>
                </c:pt>
                <c:pt idx="1142">
                  <c:v>0.045</c:v>
                </c:pt>
                <c:pt idx="1143">
                  <c:v>0.042</c:v>
                </c:pt>
                <c:pt idx="1144">
                  <c:v>0.038</c:v>
                </c:pt>
                <c:pt idx="1145">
                  <c:v>0.039</c:v>
                </c:pt>
                <c:pt idx="1146">
                  <c:v>0.039</c:v>
                </c:pt>
                <c:pt idx="1147">
                  <c:v>0.046</c:v>
                </c:pt>
                <c:pt idx="1148">
                  <c:v>0.037</c:v>
                </c:pt>
                <c:pt idx="1149">
                  <c:v>0.032</c:v>
                </c:pt>
                <c:pt idx="1150">
                  <c:v>0.026</c:v>
                </c:pt>
                <c:pt idx="1151">
                  <c:v>0.02</c:v>
                </c:pt>
                <c:pt idx="1152">
                  <c:v>0.017</c:v>
                </c:pt>
                <c:pt idx="1153">
                  <c:v>0.022</c:v>
                </c:pt>
                <c:pt idx="1154">
                  <c:v>0.02</c:v>
                </c:pt>
                <c:pt idx="1155">
                  <c:v>0.018</c:v>
                </c:pt>
                <c:pt idx="1156">
                  <c:v>0.012</c:v>
                </c:pt>
                <c:pt idx="1157">
                  <c:v>0.015</c:v>
                </c:pt>
                <c:pt idx="1158">
                  <c:v>0.007</c:v>
                </c:pt>
                <c:pt idx="1159">
                  <c:v>0.012</c:v>
                </c:pt>
                <c:pt idx="1160">
                  <c:v>0.014</c:v>
                </c:pt>
                <c:pt idx="1161">
                  <c:v>0.007</c:v>
                </c:pt>
                <c:pt idx="1162">
                  <c:v>0.014</c:v>
                </c:pt>
                <c:pt idx="1163">
                  <c:v>0.024</c:v>
                </c:pt>
                <c:pt idx="1164">
                  <c:v>0.022</c:v>
                </c:pt>
                <c:pt idx="1165">
                  <c:v>0.031</c:v>
                </c:pt>
                <c:pt idx="1166">
                  <c:v>0.021</c:v>
                </c:pt>
                <c:pt idx="1167">
                  <c:v>0.01</c:v>
                </c:pt>
                <c:pt idx="1168">
                  <c:v>0.01</c:v>
                </c:pt>
                <c:pt idx="1169">
                  <c:v>0.003</c:v>
                </c:pt>
                <c:pt idx="1170">
                  <c:v>0.001</c:v>
                </c:pt>
                <c:pt idx="1171">
                  <c:v>0.006</c:v>
                </c:pt>
                <c:pt idx="1172">
                  <c:v>0.012</c:v>
                </c:pt>
                <c:pt idx="1173">
                  <c:v>0.016</c:v>
                </c:pt>
                <c:pt idx="1174">
                  <c:v>0.015</c:v>
                </c:pt>
                <c:pt idx="1175">
                  <c:v>0.014</c:v>
                </c:pt>
                <c:pt idx="1176">
                  <c:v>0.012</c:v>
                </c:pt>
                <c:pt idx="1177">
                  <c:v>0.007</c:v>
                </c:pt>
                <c:pt idx="1178">
                  <c:v>0.012</c:v>
                </c:pt>
                <c:pt idx="1179">
                  <c:v>0.012</c:v>
                </c:pt>
                <c:pt idx="1180">
                  <c:v>0.012</c:v>
                </c:pt>
                <c:pt idx="1181">
                  <c:v>0.005</c:v>
                </c:pt>
                <c:pt idx="1182">
                  <c:v>0.01</c:v>
                </c:pt>
                <c:pt idx="1183">
                  <c:v>0.019</c:v>
                </c:pt>
                <c:pt idx="1184">
                  <c:v>0.008</c:v>
                </c:pt>
                <c:pt idx="1185">
                  <c:v>0.013</c:v>
                </c:pt>
                <c:pt idx="1186">
                  <c:v>0.02</c:v>
                </c:pt>
                <c:pt idx="1187">
                  <c:v>0.023</c:v>
                </c:pt>
                <c:pt idx="1188">
                  <c:v>0.028</c:v>
                </c:pt>
                <c:pt idx="1189">
                  <c:v>0.02</c:v>
                </c:pt>
                <c:pt idx="1190">
                  <c:v>0.029</c:v>
                </c:pt>
                <c:pt idx="1191">
                  <c:v>0.038</c:v>
                </c:pt>
                <c:pt idx="1192">
                  <c:v>0.034</c:v>
                </c:pt>
                <c:pt idx="1193">
                  <c:v>0.039</c:v>
                </c:pt>
                <c:pt idx="1194">
                  <c:v>0.035</c:v>
                </c:pt>
                <c:pt idx="1195">
                  <c:v>0.052</c:v>
                </c:pt>
                <c:pt idx="1196">
                  <c:v>0.055</c:v>
                </c:pt>
                <c:pt idx="1197">
                  <c:v>0.052</c:v>
                </c:pt>
                <c:pt idx="1198">
                  <c:v>0.041</c:v>
                </c:pt>
                <c:pt idx="1199">
                  <c:v>0.05</c:v>
                </c:pt>
                <c:pt idx="1200">
                  <c:v>0.051</c:v>
                </c:pt>
                <c:pt idx="1201">
                  <c:v>0.05</c:v>
                </c:pt>
                <c:pt idx="1202">
                  <c:v>0.044</c:v>
                </c:pt>
                <c:pt idx="1203">
                  <c:v>0.052</c:v>
                </c:pt>
                <c:pt idx="1204">
                  <c:v>0.057</c:v>
                </c:pt>
                <c:pt idx="1205">
                  <c:v>0.045</c:v>
                </c:pt>
                <c:pt idx="1206">
                  <c:v>0.046</c:v>
                </c:pt>
                <c:pt idx="1207">
                  <c:v>0.035</c:v>
                </c:pt>
                <c:pt idx="1208">
                  <c:v>0.029</c:v>
                </c:pt>
                <c:pt idx="1209">
                  <c:v>0.05</c:v>
                </c:pt>
                <c:pt idx="1210">
                  <c:v>0.063</c:v>
                </c:pt>
                <c:pt idx="1211">
                  <c:v>0.072</c:v>
                </c:pt>
                <c:pt idx="1212">
                  <c:v>0.077</c:v>
                </c:pt>
                <c:pt idx="1213">
                  <c:v>0.08</c:v>
                </c:pt>
                <c:pt idx="1214">
                  <c:v>0.079</c:v>
                </c:pt>
                <c:pt idx="1215">
                  <c:v>0.076</c:v>
                </c:pt>
                <c:pt idx="1216">
                  <c:v>0.077</c:v>
                </c:pt>
                <c:pt idx="1217">
                  <c:v>0.078</c:v>
                </c:pt>
                <c:pt idx="1218">
                  <c:v>0.078</c:v>
                </c:pt>
                <c:pt idx="1219">
                  <c:v>0.074</c:v>
                </c:pt>
                <c:pt idx="1220">
                  <c:v>0.069</c:v>
                </c:pt>
                <c:pt idx="1221">
                  <c:v>0.072</c:v>
                </c:pt>
                <c:pt idx="1222">
                  <c:v>0.075</c:v>
                </c:pt>
                <c:pt idx="1223">
                  <c:v>0.078</c:v>
                </c:pt>
                <c:pt idx="1224">
                  <c:v>0.079</c:v>
                </c:pt>
                <c:pt idx="1225">
                  <c:v>0.077</c:v>
                </c:pt>
                <c:pt idx="1226">
                  <c:v>0.081</c:v>
                </c:pt>
                <c:pt idx="1227">
                  <c:v>0.078</c:v>
                </c:pt>
                <c:pt idx="1228">
                  <c:v>0.082</c:v>
                </c:pt>
                <c:pt idx="1229">
                  <c:v>0.088</c:v>
                </c:pt>
                <c:pt idx="1230">
                  <c:v>0.078</c:v>
                </c:pt>
                <c:pt idx="1231">
                  <c:v>0.072</c:v>
                </c:pt>
                <c:pt idx="1232">
                  <c:v>0.079</c:v>
                </c:pt>
                <c:pt idx="1233">
                  <c:v>0.082</c:v>
                </c:pt>
                <c:pt idx="1234">
                  <c:v>0.085</c:v>
                </c:pt>
                <c:pt idx="1235">
                  <c:v>0.091</c:v>
                </c:pt>
                <c:pt idx="1236">
                  <c:v>0.091</c:v>
                </c:pt>
                <c:pt idx="1237">
                  <c:v>0.091</c:v>
                </c:pt>
                <c:pt idx="1238">
                  <c:v>0.091</c:v>
                </c:pt>
                <c:pt idx="1239">
                  <c:v>0.092</c:v>
                </c:pt>
                <c:pt idx="1240">
                  <c:v>0.092</c:v>
                </c:pt>
                <c:pt idx="1241">
                  <c:v>0.08</c:v>
                </c:pt>
                <c:pt idx="1242">
                  <c:v>0.076</c:v>
                </c:pt>
                <c:pt idx="1243">
                  <c:v>0.065</c:v>
                </c:pt>
                <c:pt idx="1244">
                  <c:v>0.065</c:v>
                </c:pt>
                <c:pt idx="1245">
                  <c:v>0.074</c:v>
                </c:pt>
                <c:pt idx="1246">
                  <c:v>0.084</c:v>
                </c:pt>
                <c:pt idx="1247">
                  <c:v>0.081</c:v>
                </c:pt>
                <c:pt idx="1248">
                  <c:v>0.087</c:v>
                </c:pt>
                <c:pt idx="1249">
                  <c:v>0.084</c:v>
                </c:pt>
                <c:pt idx="1250">
                  <c:v>0.087</c:v>
                </c:pt>
                <c:pt idx="1251">
                  <c:v>0.101</c:v>
                </c:pt>
                <c:pt idx="1252">
                  <c:v>0.103</c:v>
                </c:pt>
                <c:pt idx="1253">
                  <c:v>0.104</c:v>
                </c:pt>
                <c:pt idx="1254">
                  <c:v>0.091</c:v>
                </c:pt>
                <c:pt idx="1255">
                  <c:v>0.092</c:v>
                </c:pt>
                <c:pt idx="1256">
                  <c:v>0.108</c:v>
                </c:pt>
                <c:pt idx="1257">
                  <c:v>0.116</c:v>
                </c:pt>
                <c:pt idx="1258">
                  <c:v>0.121</c:v>
                </c:pt>
                <c:pt idx="1259">
                  <c:v>0.107</c:v>
                </c:pt>
                <c:pt idx="1260">
                  <c:v>0.089</c:v>
                </c:pt>
                <c:pt idx="1261">
                  <c:v>0.085</c:v>
                </c:pt>
                <c:pt idx="1262">
                  <c:v>0.068</c:v>
                </c:pt>
                <c:pt idx="1263">
                  <c:v>0.078</c:v>
                </c:pt>
                <c:pt idx="1264">
                  <c:v>0.08</c:v>
                </c:pt>
                <c:pt idx="1265">
                  <c:v>0.068</c:v>
                </c:pt>
                <c:pt idx="1266">
                  <c:v>0.077</c:v>
                </c:pt>
                <c:pt idx="1267">
                  <c:v>0.078</c:v>
                </c:pt>
                <c:pt idx="1268">
                  <c:v>0.107</c:v>
                </c:pt>
                <c:pt idx="1269">
                  <c:v>0.107</c:v>
                </c:pt>
                <c:pt idx="1270">
                  <c:v>0.094</c:v>
                </c:pt>
                <c:pt idx="1271">
                  <c:v>0.1</c:v>
                </c:pt>
                <c:pt idx="1272">
                  <c:v>0.106</c:v>
                </c:pt>
                <c:pt idx="1273">
                  <c:v>0.118</c:v>
                </c:pt>
                <c:pt idx="1274">
                  <c:v>0.097</c:v>
                </c:pt>
                <c:pt idx="1275">
                  <c:v>0.124</c:v>
                </c:pt>
                <c:pt idx="1276">
                  <c:v>0.121</c:v>
                </c:pt>
                <c:pt idx="1277">
                  <c:v>0.118</c:v>
                </c:pt>
                <c:pt idx="1278">
                  <c:v>0.088</c:v>
                </c:pt>
                <c:pt idx="1279">
                  <c:v>0.128</c:v>
                </c:pt>
                <c:pt idx="1280">
                  <c:v>0.114</c:v>
                </c:pt>
                <c:pt idx="1281">
                  <c:v>0.123</c:v>
                </c:pt>
                <c:pt idx="1282">
                  <c:v>0.15</c:v>
                </c:pt>
                <c:pt idx="1283">
                  <c:v>0.156</c:v>
                </c:pt>
                <c:pt idx="1284">
                  <c:v>0.146</c:v>
                </c:pt>
                <c:pt idx="1285">
                  <c:v>0.122</c:v>
                </c:pt>
                <c:pt idx="1286">
                  <c:v>0.12</c:v>
                </c:pt>
                <c:pt idx="1287">
                  <c:v>0.12</c:v>
                </c:pt>
                <c:pt idx="1288">
                  <c:v>0.105</c:v>
                </c:pt>
                <c:pt idx="1289">
                  <c:v>0.092</c:v>
                </c:pt>
                <c:pt idx="1290">
                  <c:v>0.095</c:v>
                </c:pt>
                <c:pt idx="1291">
                  <c:v>0.079</c:v>
                </c:pt>
                <c:pt idx="1292">
                  <c:v>0.077</c:v>
                </c:pt>
                <c:pt idx="1293">
                  <c:v>0.064</c:v>
                </c:pt>
                <c:pt idx="1294">
                  <c:v>0.078</c:v>
                </c:pt>
                <c:pt idx="1295">
                  <c:v>0.078</c:v>
                </c:pt>
                <c:pt idx="1296">
                  <c:v>0.068</c:v>
                </c:pt>
                <c:pt idx="1297">
                  <c:v>0.066</c:v>
                </c:pt>
                <c:pt idx="1298">
                  <c:v>0.054</c:v>
                </c:pt>
                <c:pt idx="1299">
                  <c:v>0.055</c:v>
                </c:pt>
                <c:pt idx="1300">
                  <c:v>0.054</c:v>
                </c:pt>
                <c:pt idx="1301">
                  <c:v>0.049</c:v>
                </c:pt>
                <c:pt idx="1302">
                  <c:v>0.055</c:v>
                </c:pt>
                <c:pt idx="1303">
                  <c:v>0.049</c:v>
                </c:pt>
                <c:pt idx="1304">
                  <c:v>0.036</c:v>
                </c:pt>
                <c:pt idx="1305">
                  <c:v>0.037</c:v>
                </c:pt>
                <c:pt idx="1306">
                  <c:v>0.028</c:v>
                </c:pt>
                <c:pt idx="1307">
                  <c:v>0.036</c:v>
                </c:pt>
                <c:pt idx="1308">
                  <c:v>0.036</c:v>
                </c:pt>
                <c:pt idx="1309">
                  <c:v>0.027</c:v>
                </c:pt>
                <c:pt idx="1310">
                  <c:v>0.036</c:v>
                </c:pt>
                <c:pt idx="1311">
                  <c:v>0.042</c:v>
                </c:pt>
                <c:pt idx="1312">
                  <c:v>0.042</c:v>
                </c:pt>
                <c:pt idx="1313">
                  <c:v>0.031</c:v>
                </c:pt>
                <c:pt idx="1314">
                  <c:v>0.027</c:v>
                </c:pt>
                <c:pt idx="1315">
                  <c:v>0.026</c:v>
                </c:pt>
                <c:pt idx="1316">
                  <c:v>0.03</c:v>
                </c:pt>
                <c:pt idx="1317">
                  <c:v>0.032</c:v>
                </c:pt>
                <c:pt idx="1318">
                  <c:v>0.032</c:v>
                </c:pt>
                <c:pt idx="1319">
                  <c:v>0.035</c:v>
                </c:pt>
                <c:pt idx="1320">
                  <c:v>0.017</c:v>
                </c:pt>
                <c:pt idx="1321">
                  <c:v>0.007</c:v>
                </c:pt>
                <c:pt idx="1322">
                  <c:v>0.017</c:v>
                </c:pt>
                <c:pt idx="1323">
                  <c:v>0.017</c:v>
                </c:pt>
                <c:pt idx="1324">
                  <c:v>0.017</c:v>
                </c:pt>
                <c:pt idx="1325">
                  <c:v>0.017</c:v>
                </c:pt>
                <c:pt idx="1326">
                  <c:v>0.021</c:v>
                </c:pt>
                <c:pt idx="1327">
                  <c:v>0.02</c:v>
                </c:pt>
                <c:pt idx="1328">
                  <c:v>0.017</c:v>
                </c:pt>
                <c:pt idx="1329">
                  <c:v>0.012</c:v>
                </c:pt>
                <c:pt idx="1330">
                  <c:v>0.008</c:v>
                </c:pt>
                <c:pt idx="1331">
                  <c:v>0.007</c:v>
                </c:pt>
                <c:pt idx="1332">
                  <c:v>0.007</c:v>
                </c:pt>
                <c:pt idx="1333">
                  <c:v>0.007</c:v>
                </c:pt>
                <c:pt idx="1334">
                  <c:v>0.005</c:v>
                </c:pt>
                <c:pt idx="1335">
                  <c:v>0.006</c:v>
                </c:pt>
                <c:pt idx="1336">
                  <c:v>0.001</c:v>
                </c:pt>
                <c:pt idx="1337">
                  <c:v>0.007</c:v>
                </c:pt>
                <c:pt idx="1338">
                  <c:v>0.01</c:v>
                </c:pt>
                <c:pt idx="1339">
                  <c:v>0.011</c:v>
                </c:pt>
                <c:pt idx="1340">
                  <c:v>0.017</c:v>
                </c:pt>
                <c:pt idx="1341">
                  <c:v>0.014</c:v>
                </c:pt>
                <c:pt idx="1342">
                  <c:v>0.019</c:v>
                </c:pt>
                <c:pt idx="1343">
                  <c:v>0.019</c:v>
                </c:pt>
                <c:pt idx="1344">
                  <c:v>0.022</c:v>
                </c:pt>
                <c:pt idx="1345">
                  <c:v>0.021</c:v>
                </c:pt>
                <c:pt idx="1346">
                  <c:v>0.016</c:v>
                </c:pt>
                <c:pt idx="1347">
                  <c:v>0.027</c:v>
                </c:pt>
                <c:pt idx="1348">
                  <c:v>0.026</c:v>
                </c:pt>
                <c:pt idx="1349">
                  <c:v>0.022</c:v>
                </c:pt>
                <c:pt idx="1350">
                  <c:v>0.016</c:v>
                </c:pt>
                <c:pt idx="1351">
                  <c:v>0.021</c:v>
                </c:pt>
                <c:pt idx="1352">
                  <c:v>0.008</c:v>
                </c:pt>
                <c:pt idx="1353">
                  <c:v>0.008</c:v>
                </c:pt>
                <c:pt idx="1354">
                  <c:v>0.012</c:v>
                </c:pt>
                <c:pt idx="1355">
                  <c:v>0.013</c:v>
                </c:pt>
                <c:pt idx="1356">
                  <c:v>0.02</c:v>
                </c:pt>
                <c:pt idx="1357">
                  <c:v>0.018</c:v>
                </c:pt>
                <c:pt idx="1358">
                  <c:v>0.02</c:v>
                </c:pt>
                <c:pt idx="1359">
                  <c:v>0.025</c:v>
                </c:pt>
                <c:pt idx="1360">
                  <c:v>0.036</c:v>
                </c:pt>
                <c:pt idx="1361">
                  <c:v>0.041</c:v>
                </c:pt>
                <c:pt idx="1362">
                  <c:v>0.016</c:v>
                </c:pt>
                <c:pt idx="1363">
                  <c:v>0.016</c:v>
                </c:pt>
                <c:pt idx="1364">
                  <c:v>0.017</c:v>
                </c:pt>
                <c:pt idx="1365">
                  <c:v>0.032</c:v>
                </c:pt>
                <c:pt idx="1366">
                  <c:v>0.04</c:v>
                </c:pt>
                <c:pt idx="1367">
                  <c:v>0.04</c:v>
                </c:pt>
                <c:pt idx="1368">
                  <c:v>0.037</c:v>
                </c:pt>
                <c:pt idx="1369">
                  <c:v>0.027</c:v>
                </c:pt>
                <c:pt idx="1370">
                  <c:v>0.02</c:v>
                </c:pt>
                <c:pt idx="1371">
                  <c:v>0.026</c:v>
                </c:pt>
                <c:pt idx="1372">
                  <c:v>0.03</c:v>
                </c:pt>
                <c:pt idx="1373">
                  <c:v>0.036</c:v>
                </c:pt>
                <c:pt idx="1374">
                  <c:v>0.029</c:v>
                </c:pt>
                <c:pt idx="1375">
                  <c:v>0.03</c:v>
                </c:pt>
                <c:pt idx="1376">
                  <c:v>0.017</c:v>
                </c:pt>
                <c:pt idx="1377">
                  <c:v>0.021</c:v>
                </c:pt>
                <c:pt idx="1378">
                  <c:v>0.017</c:v>
                </c:pt>
                <c:pt idx="1379">
                  <c:v>0.018</c:v>
                </c:pt>
                <c:pt idx="1380">
                  <c:v>0.027</c:v>
                </c:pt>
                <c:pt idx="1381">
                  <c:v>0.026</c:v>
                </c:pt>
                <c:pt idx="1382">
                  <c:v>0.028</c:v>
                </c:pt>
                <c:pt idx="1383">
                  <c:v>0.03</c:v>
                </c:pt>
                <c:pt idx="1384">
                  <c:v>0.033</c:v>
                </c:pt>
                <c:pt idx="1385">
                  <c:v>0.035</c:v>
                </c:pt>
                <c:pt idx="1386">
                  <c:v>0.033</c:v>
                </c:pt>
                <c:pt idx="1387">
                  <c:v>0.022</c:v>
                </c:pt>
                <c:pt idx="1388">
                  <c:v>0.017</c:v>
                </c:pt>
                <c:pt idx="1389">
                  <c:v>0.011</c:v>
                </c:pt>
                <c:pt idx="1390">
                  <c:v>0.011</c:v>
                </c:pt>
                <c:pt idx="1391">
                  <c:v>0.012</c:v>
                </c:pt>
                <c:pt idx="1392">
                  <c:v>0.018</c:v>
                </c:pt>
                <c:pt idx="1393">
                  <c:v>0.006</c:v>
                </c:pt>
                <c:pt idx="1394">
                  <c:v>0.006</c:v>
                </c:pt>
                <c:pt idx="1395">
                  <c:v>0.003</c:v>
                </c:pt>
                <c:pt idx="1396">
                  <c:v>0.009</c:v>
                </c:pt>
                <c:pt idx="1397">
                  <c:v>0.009</c:v>
                </c:pt>
                <c:pt idx="1398">
                  <c:v>0.009</c:v>
                </c:pt>
                <c:pt idx="1399">
                  <c:v>0.011</c:v>
                </c:pt>
                <c:pt idx="1400">
                  <c:v>0.015</c:v>
                </c:pt>
                <c:pt idx="1401">
                  <c:v>0.015</c:v>
                </c:pt>
                <c:pt idx="1402">
                  <c:v>0.016</c:v>
                </c:pt>
                <c:pt idx="1403">
                  <c:v>0.022</c:v>
                </c:pt>
                <c:pt idx="1404">
                  <c:v>0.023</c:v>
                </c:pt>
                <c:pt idx="1405">
                  <c:v>0.025</c:v>
                </c:pt>
                <c:pt idx="1406">
                  <c:v>0.035</c:v>
                </c:pt>
                <c:pt idx="1407">
                  <c:v>0.041</c:v>
                </c:pt>
                <c:pt idx="1408">
                  <c:v>0.036</c:v>
                </c:pt>
                <c:pt idx="1409">
                  <c:v>0.035</c:v>
                </c:pt>
                <c:pt idx="1410">
                  <c:v>0.038</c:v>
                </c:pt>
                <c:pt idx="1411">
                  <c:v>0.042</c:v>
                </c:pt>
                <c:pt idx="1412">
                  <c:v>0.047</c:v>
                </c:pt>
                <c:pt idx="1413">
                  <c:v>0.054</c:v>
                </c:pt>
                <c:pt idx="1414">
                  <c:v>0.038</c:v>
                </c:pt>
                <c:pt idx="1415">
                  <c:v>0.042</c:v>
                </c:pt>
                <c:pt idx="1416">
                  <c:v>0.03</c:v>
                </c:pt>
                <c:pt idx="1417">
                  <c:v>0.022</c:v>
                </c:pt>
                <c:pt idx="1418">
                  <c:v>0.028</c:v>
                </c:pt>
                <c:pt idx="1419">
                  <c:v>0.03</c:v>
                </c:pt>
                <c:pt idx="1420">
                  <c:v>0.026</c:v>
                </c:pt>
                <c:pt idx="1421">
                  <c:v>0.034</c:v>
                </c:pt>
                <c:pt idx="1422">
                  <c:v>0.041</c:v>
                </c:pt>
                <c:pt idx="1423">
                  <c:v>0.045</c:v>
                </c:pt>
                <c:pt idx="1424">
                  <c:v>0.029</c:v>
                </c:pt>
                <c:pt idx="1425">
                  <c:v>0.039</c:v>
                </c:pt>
                <c:pt idx="1426">
                  <c:v>0.027</c:v>
                </c:pt>
                <c:pt idx="1427">
                  <c:v>0.006</c:v>
                </c:pt>
                <c:pt idx="1428">
                  <c:v>0.006</c:v>
                </c:pt>
                <c:pt idx="1429">
                  <c:v>0.014</c:v>
                </c:pt>
                <c:pt idx="1430">
                  <c:v>0.006</c:v>
                </c:pt>
                <c:pt idx="1431">
                  <c:v>0.012</c:v>
                </c:pt>
                <c:pt idx="1432">
                  <c:v>0.02</c:v>
                </c:pt>
                <c:pt idx="1433">
                  <c:v>0.014</c:v>
                </c:pt>
                <c:pt idx="1434">
                  <c:v>0.014</c:v>
                </c:pt>
                <c:pt idx="1435">
                  <c:v>0.017</c:v>
                </c:pt>
                <c:pt idx="1436">
                  <c:v>0.018</c:v>
                </c:pt>
                <c:pt idx="1437">
                  <c:v>0.017</c:v>
                </c:pt>
                <c:pt idx="1438">
                  <c:v>0.012</c:v>
                </c:pt>
                <c:pt idx="1439">
                  <c:v>0.012</c:v>
                </c:pt>
                <c:pt idx="1440">
                  <c:v>0.012</c:v>
                </c:pt>
                <c:pt idx="1441">
                  <c:v>0.01</c:v>
                </c:pt>
                <c:pt idx="1442">
                  <c:v>0.018</c:v>
                </c:pt>
                <c:pt idx="1443">
                  <c:v>0.011</c:v>
                </c:pt>
                <c:pt idx="1444">
                  <c:v>0.011</c:v>
                </c:pt>
                <c:pt idx="1445">
                  <c:v>0.02</c:v>
                </c:pt>
                <c:pt idx="1446">
                  <c:v>0.019</c:v>
                </c:pt>
                <c:pt idx="1447">
                  <c:v>0.028</c:v>
                </c:pt>
                <c:pt idx="1448">
                  <c:v>0.013</c:v>
                </c:pt>
                <c:pt idx="1449">
                  <c:v>0.017</c:v>
                </c:pt>
                <c:pt idx="1450">
                  <c:v>0.02</c:v>
                </c:pt>
                <c:pt idx="1451">
                  <c:v>0.033</c:v>
                </c:pt>
                <c:pt idx="1452">
                  <c:v>0.036</c:v>
                </c:pt>
                <c:pt idx="1453">
                  <c:v>0.022</c:v>
                </c:pt>
                <c:pt idx="1454">
                  <c:v>0.029</c:v>
                </c:pt>
                <c:pt idx="1455">
                  <c:v>0.04</c:v>
                </c:pt>
                <c:pt idx="1456">
                  <c:v>0.02</c:v>
                </c:pt>
                <c:pt idx="1457">
                  <c:v>0.01</c:v>
                </c:pt>
                <c:pt idx="1458">
                  <c:v>0.006</c:v>
                </c:pt>
                <c:pt idx="1459">
                  <c:v>0.008</c:v>
                </c:pt>
                <c:pt idx="1460">
                  <c:v>0.008</c:v>
                </c:pt>
                <c:pt idx="1461">
                  <c:v>0.007</c:v>
                </c:pt>
                <c:pt idx="1462">
                  <c:v>0.005</c:v>
                </c:pt>
                <c:pt idx="1463">
                  <c:v>0.01</c:v>
                </c:pt>
                <c:pt idx="1464">
                  <c:v>0.01</c:v>
                </c:pt>
                <c:pt idx="1465">
                  <c:v>0.014</c:v>
                </c:pt>
                <c:pt idx="1466">
                  <c:v>0.013</c:v>
                </c:pt>
                <c:pt idx="1467">
                  <c:v>0.001</c:v>
                </c:pt>
                <c:pt idx="1468">
                  <c:v>0.007</c:v>
                </c:pt>
                <c:pt idx="1469">
                  <c:v>0.003</c:v>
                </c:pt>
                <c:pt idx="1470">
                  <c:v>0.019</c:v>
                </c:pt>
                <c:pt idx="1471">
                  <c:v>0.014</c:v>
                </c:pt>
                <c:pt idx="1472">
                  <c:v>0.045</c:v>
                </c:pt>
                <c:pt idx="1473">
                  <c:v>0.044</c:v>
                </c:pt>
                <c:pt idx="1474">
                  <c:v>0.03</c:v>
                </c:pt>
                <c:pt idx="1475">
                  <c:v>0.011</c:v>
                </c:pt>
                <c:pt idx="1476">
                  <c:v>0.003</c:v>
                </c:pt>
                <c:pt idx="1477">
                  <c:v>0.008</c:v>
                </c:pt>
                <c:pt idx="1478">
                  <c:v>-0.003</c:v>
                </c:pt>
                <c:pt idx="1479">
                  <c:v>-0.005</c:v>
                </c:pt>
                <c:pt idx="1480">
                  <c:v>-0.004</c:v>
                </c:pt>
                <c:pt idx="1481">
                  <c:v>0.001</c:v>
                </c:pt>
                <c:pt idx="1482">
                  <c:v>-0.005</c:v>
                </c:pt>
                <c:pt idx="1483">
                  <c:v>-0.009</c:v>
                </c:pt>
                <c:pt idx="1484">
                  <c:v>-0.005</c:v>
                </c:pt>
                <c:pt idx="1485">
                  <c:v>-0.001</c:v>
                </c:pt>
                <c:pt idx="1486">
                  <c:v>-0.003</c:v>
                </c:pt>
                <c:pt idx="1487">
                  <c:v>-0.014</c:v>
                </c:pt>
                <c:pt idx="1488">
                  <c:v>-0.008</c:v>
                </c:pt>
                <c:pt idx="1489">
                  <c:v>-0.011</c:v>
                </c:pt>
                <c:pt idx="1490">
                  <c:v>-0.008</c:v>
                </c:pt>
                <c:pt idx="1491">
                  <c:v>-0.005</c:v>
                </c:pt>
                <c:pt idx="1492">
                  <c:v>0.007</c:v>
                </c:pt>
                <c:pt idx="1493">
                  <c:v>-0.008</c:v>
                </c:pt>
                <c:pt idx="1494">
                  <c:v>-0.004</c:v>
                </c:pt>
                <c:pt idx="1495">
                  <c:v>-0.031</c:v>
                </c:pt>
                <c:pt idx="1496">
                  <c:v>-0.031</c:v>
                </c:pt>
                <c:pt idx="1497">
                  <c:v>-0.031</c:v>
                </c:pt>
                <c:pt idx="1498">
                  <c:v>-0.031</c:v>
                </c:pt>
                <c:pt idx="1499">
                  <c:v>-0.038</c:v>
                </c:pt>
                <c:pt idx="1500">
                  <c:v>-0.048</c:v>
                </c:pt>
                <c:pt idx="1501">
                  <c:v>-0.048</c:v>
                </c:pt>
                <c:pt idx="1502">
                  <c:v>-0.041</c:v>
                </c:pt>
                <c:pt idx="1503">
                  <c:v>-0.025</c:v>
                </c:pt>
                <c:pt idx="1504">
                  <c:v>-0.006</c:v>
                </c:pt>
                <c:pt idx="1505">
                  <c:v>-0.01</c:v>
                </c:pt>
                <c:pt idx="1506">
                  <c:v>0.011</c:v>
                </c:pt>
                <c:pt idx="1507">
                  <c:v>0.012</c:v>
                </c:pt>
                <c:pt idx="1508">
                  <c:v>0.017</c:v>
                </c:pt>
                <c:pt idx="1509">
                  <c:v>0.007</c:v>
                </c:pt>
                <c:pt idx="1510">
                  <c:v>0.004</c:v>
                </c:pt>
                <c:pt idx="1511">
                  <c:v>0.016</c:v>
                </c:pt>
                <c:pt idx="1512">
                  <c:v>0.01</c:v>
                </c:pt>
                <c:pt idx="1513">
                  <c:v>0</c:v>
                </c:pt>
                <c:pt idx="1514">
                  <c:v>0.011</c:v>
                </c:pt>
                <c:pt idx="1515">
                  <c:v>0.016</c:v>
                </c:pt>
                <c:pt idx="1516">
                  <c:v>0.011</c:v>
                </c:pt>
                <c:pt idx="1517">
                  <c:v>0.007</c:v>
                </c:pt>
                <c:pt idx="1518">
                  <c:v>-0.016</c:v>
                </c:pt>
                <c:pt idx="1519">
                  <c:v>-0.019</c:v>
                </c:pt>
                <c:pt idx="1520">
                  <c:v>0.003</c:v>
                </c:pt>
                <c:pt idx="1521">
                  <c:v>0.012</c:v>
                </c:pt>
                <c:pt idx="1522">
                  <c:v>-0.003</c:v>
                </c:pt>
                <c:pt idx="1523">
                  <c:v>0.006</c:v>
                </c:pt>
                <c:pt idx="1524">
                  <c:v>-0.011</c:v>
                </c:pt>
                <c:pt idx="1525">
                  <c:v>0.04</c:v>
                </c:pt>
                <c:pt idx="1526">
                  <c:v>0.031</c:v>
                </c:pt>
                <c:pt idx="1527">
                  <c:v>0.061</c:v>
                </c:pt>
                <c:pt idx="1528">
                  <c:v>0.064</c:v>
                </c:pt>
                <c:pt idx="1529">
                  <c:v>0.064</c:v>
                </c:pt>
                <c:pt idx="1530">
                  <c:v>0.064</c:v>
                </c:pt>
                <c:pt idx="1531">
                  <c:v>0.008</c:v>
                </c:pt>
                <c:pt idx="1532">
                  <c:v>0.009</c:v>
                </c:pt>
                <c:pt idx="1533">
                  <c:v>0.02</c:v>
                </c:pt>
                <c:pt idx="1534">
                  <c:v>-0.067</c:v>
                </c:pt>
                <c:pt idx="1535">
                  <c:v>-0.071</c:v>
                </c:pt>
                <c:pt idx="1536">
                  <c:v>-0.078</c:v>
                </c:pt>
                <c:pt idx="1537">
                  <c:v>-0.171</c:v>
                </c:pt>
                <c:pt idx="1538">
                  <c:v>-0.136</c:v>
                </c:pt>
                <c:pt idx="1539">
                  <c:v>-0.118</c:v>
                </c:pt>
                <c:pt idx="1540">
                  <c:v>-0.132</c:v>
                </c:pt>
                <c:pt idx="1541">
                  <c:v>-0.113</c:v>
                </c:pt>
                <c:pt idx="1542">
                  <c:v>-0.124</c:v>
                </c:pt>
                <c:pt idx="1543">
                  <c:v>-0.159</c:v>
                </c:pt>
                <c:pt idx="1544">
                  <c:v>-0.111</c:v>
                </c:pt>
                <c:pt idx="1545">
                  <c:v>-0.092</c:v>
                </c:pt>
                <c:pt idx="1546">
                  <c:v>-0.109</c:v>
                </c:pt>
                <c:pt idx="1547">
                  <c:v>-0.06</c:v>
                </c:pt>
                <c:pt idx="1548">
                  <c:v>-0.06</c:v>
                </c:pt>
                <c:pt idx="1549">
                  <c:v>-0.044</c:v>
                </c:pt>
                <c:pt idx="1550">
                  <c:v>-0.052</c:v>
                </c:pt>
                <c:pt idx="1551">
                  <c:v>-0.066</c:v>
                </c:pt>
                <c:pt idx="1552">
                  <c:v>-0.038</c:v>
                </c:pt>
                <c:pt idx="1553">
                  <c:v>-0.032</c:v>
                </c:pt>
                <c:pt idx="1554">
                  <c:v>-0.039</c:v>
                </c:pt>
                <c:pt idx="1555">
                  <c:v>-0.04</c:v>
                </c:pt>
                <c:pt idx="1556">
                  <c:v>-0.06</c:v>
                </c:pt>
                <c:pt idx="1557">
                  <c:v>-0.06</c:v>
                </c:pt>
                <c:pt idx="1558">
                  <c:v>-0.043</c:v>
                </c:pt>
                <c:pt idx="1559">
                  <c:v>-0.022</c:v>
                </c:pt>
                <c:pt idx="1560">
                  <c:v>-0.041</c:v>
                </c:pt>
                <c:pt idx="1561">
                  <c:v>-0.053</c:v>
                </c:pt>
                <c:pt idx="1562">
                  <c:v>-0.062</c:v>
                </c:pt>
                <c:pt idx="1563">
                  <c:v>-0.072</c:v>
                </c:pt>
                <c:pt idx="1564">
                  <c:v>-0.065</c:v>
                </c:pt>
                <c:pt idx="1565">
                  <c:v>-0.045</c:v>
                </c:pt>
                <c:pt idx="1566">
                  <c:v>-0.044</c:v>
                </c:pt>
                <c:pt idx="1567">
                  <c:v>-0.049</c:v>
                </c:pt>
                <c:pt idx="1568">
                  <c:v>-0.027</c:v>
                </c:pt>
                <c:pt idx="1569">
                  <c:v>-0.023</c:v>
                </c:pt>
                <c:pt idx="1570">
                  <c:v>-0.006</c:v>
                </c:pt>
                <c:pt idx="1571">
                  <c:v>-0.003</c:v>
                </c:pt>
                <c:pt idx="1572">
                  <c:v>0.002</c:v>
                </c:pt>
                <c:pt idx="1573">
                  <c:v>-0.003</c:v>
                </c:pt>
                <c:pt idx="1574">
                  <c:v>0.009</c:v>
                </c:pt>
                <c:pt idx="1575">
                  <c:v>0.005</c:v>
                </c:pt>
                <c:pt idx="1576">
                  <c:v>0.01</c:v>
                </c:pt>
                <c:pt idx="1577">
                  <c:v>-0.005</c:v>
                </c:pt>
                <c:pt idx="1578">
                  <c:v>-0.005</c:v>
                </c:pt>
                <c:pt idx="1579">
                  <c:v>0.001</c:v>
                </c:pt>
                <c:pt idx="1580">
                  <c:v>-0.012</c:v>
                </c:pt>
                <c:pt idx="1581">
                  <c:v>-0.014</c:v>
                </c:pt>
                <c:pt idx="1582">
                  <c:v>-0.028</c:v>
                </c:pt>
                <c:pt idx="1583">
                  <c:v>-0.02</c:v>
                </c:pt>
                <c:pt idx="1584">
                  <c:v>-0.02</c:v>
                </c:pt>
                <c:pt idx="1585">
                  <c:v>-0.02</c:v>
                </c:pt>
                <c:pt idx="1586">
                  <c:v>-0.02</c:v>
                </c:pt>
                <c:pt idx="1587">
                  <c:v>-0.02</c:v>
                </c:pt>
                <c:pt idx="1588">
                  <c:v>-0.009</c:v>
                </c:pt>
                <c:pt idx="1589">
                  <c:v>-0.02</c:v>
                </c:pt>
                <c:pt idx="1590">
                  <c:v>-0.028</c:v>
                </c:pt>
                <c:pt idx="1591">
                  <c:v>0.003</c:v>
                </c:pt>
                <c:pt idx="1592">
                  <c:v>0.006</c:v>
                </c:pt>
                <c:pt idx="1593">
                  <c:v>0.007</c:v>
                </c:pt>
                <c:pt idx="1594">
                  <c:v>-0.006</c:v>
                </c:pt>
                <c:pt idx="1595">
                  <c:v>-0.021</c:v>
                </c:pt>
                <c:pt idx="1596">
                  <c:v>-0.014</c:v>
                </c:pt>
                <c:pt idx="1597">
                  <c:v>-0.019</c:v>
                </c:pt>
                <c:pt idx="1598">
                  <c:v>-0.026</c:v>
                </c:pt>
                <c:pt idx="1599">
                  <c:v>-0.021</c:v>
                </c:pt>
                <c:pt idx="1600">
                  <c:v>-0.005</c:v>
                </c:pt>
                <c:pt idx="1601">
                  <c:v>-0.022</c:v>
                </c:pt>
                <c:pt idx="1602">
                  <c:v>-0.011</c:v>
                </c:pt>
                <c:pt idx="1603">
                  <c:v>-0.014</c:v>
                </c:pt>
                <c:pt idx="1604">
                  <c:v>-0.037</c:v>
                </c:pt>
                <c:pt idx="1605">
                  <c:v>-0.048</c:v>
                </c:pt>
                <c:pt idx="1606">
                  <c:v>-0.031</c:v>
                </c:pt>
                <c:pt idx="1607">
                  <c:v>-0.053</c:v>
                </c:pt>
                <c:pt idx="1608">
                  <c:v>-0.082</c:v>
                </c:pt>
                <c:pt idx="1609">
                  <c:v>-0.094</c:v>
                </c:pt>
                <c:pt idx="1610">
                  <c:v>-0.117</c:v>
                </c:pt>
                <c:pt idx="1611">
                  <c:v>-0.101</c:v>
                </c:pt>
                <c:pt idx="1612">
                  <c:v>-0.089</c:v>
                </c:pt>
                <c:pt idx="1613">
                  <c:v>-0.084</c:v>
                </c:pt>
                <c:pt idx="1614">
                  <c:v>-0.114</c:v>
                </c:pt>
                <c:pt idx="1615">
                  <c:v>-0.115</c:v>
                </c:pt>
                <c:pt idx="1616">
                  <c:v>-0.089</c:v>
                </c:pt>
                <c:pt idx="1617">
                  <c:v>-0.086</c:v>
                </c:pt>
                <c:pt idx="1618">
                  <c:v>-0.078</c:v>
                </c:pt>
                <c:pt idx="1619">
                  <c:v>-0.077</c:v>
                </c:pt>
                <c:pt idx="1620">
                  <c:v>-0.052</c:v>
                </c:pt>
                <c:pt idx="1621">
                  <c:v>-0.029</c:v>
                </c:pt>
                <c:pt idx="1622">
                  <c:v>-0.073</c:v>
                </c:pt>
                <c:pt idx="1623">
                  <c:v>-0.061</c:v>
                </c:pt>
                <c:pt idx="1624">
                  <c:v>-0.075</c:v>
                </c:pt>
                <c:pt idx="1625">
                  <c:v>-0.089</c:v>
                </c:pt>
                <c:pt idx="1626">
                  <c:v>-0.131</c:v>
                </c:pt>
                <c:pt idx="1627">
                  <c:v>-0.185</c:v>
                </c:pt>
                <c:pt idx="1628">
                  <c:v>-0.185</c:v>
                </c:pt>
                <c:pt idx="1629">
                  <c:v>-0.143</c:v>
                </c:pt>
                <c:pt idx="1630">
                  <c:v>-0.119</c:v>
                </c:pt>
                <c:pt idx="1631">
                  <c:v>-0.11</c:v>
                </c:pt>
                <c:pt idx="1632">
                  <c:v>-0.131</c:v>
                </c:pt>
                <c:pt idx="1633">
                  <c:v>-0.145</c:v>
                </c:pt>
                <c:pt idx="1634">
                  <c:v>-0.149</c:v>
                </c:pt>
                <c:pt idx="1635">
                  <c:v>-0.145</c:v>
                </c:pt>
                <c:pt idx="1636">
                  <c:v>-0.135</c:v>
                </c:pt>
                <c:pt idx="1637">
                  <c:v>-0.135</c:v>
                </c:pt>
                <c:pt idx="1638">
                  <c:v>-0.143</c:v>
                </c:pt>
                <c:pt idx="1639">
                  <c:v>-0.157</c:v>
                </c:pt>
                <c:pt idx="1640">
                  <c:v>-0.165</c:v>
                </c:pt>
                <c:pt idx="1641">
                  <c:v>-0.176</c:v>
                </c:pt>
                <c:pt idx="1642">
                  <c:v>-0.186</c:v>
                </c:pt>
                <c:pt idx="1643">
                  <c:v>-0.186</c:v>
                </c:pt>
                <c:pt idx="1644">
                  <c:v>-0.21</c:v>
                </c:pt>
                <c:pt idx="1645">
                  <c:v>-0.207</c:v>
                </c:pt>
                <c:pt idx="1646">
                  <c:v>-0.208</c:v>
                </c:pt>
                <c:pt idx="1647">
                  <c:v>-0.228</c:v>
                </c:pt>
                <c:pt idx="1648">
                  <c:v>-0.218</c:v>
                </c:pt>
                <c:pt idx="1649">
                  <c:v>-0.199</c:v>
                </c:pt>
                <c:pt idx="1650">
                  <c:v>-0.168</c:v>
                </c:pt>
                <c:pt idx="1651">
                  <c:v>-0.157</c:v>
                </c:pt>
                <c:pt idx="1652">
                  <c:v>-0.22</c:v>
                </c:pt>
                <c:pt idx="1653">
                  <c:v>-0.242</c:v>
                </c:pt>
                <c:pt idx="1654">
                  <c:v>-0.251</c:v>
                </c:pt>
                <c:pt idx="1655">
                  <c:v>-0.262</c:v>
                </c:pt>
                <c:pt idx="1656">
                  <c:v>-0.241</c:v>
                </c:pt>
                <c:pt idx="1657">
                  <c:v>-0.214</c:v>
                </c:pt>
                <c:pt idx="1658">
                  <c:v>-0.214</c:v>
                </c:pt>
                <c:pt idx="1659">
                  <c:v>-0.219</c:v>
                </c:pt>
                <c:pt idx="1660">
                  <c:v>-0.189</c:v>
                </c:pt>
                <c:pt idx="1661">
                  <c:v>-0.159</c:v>
                </c:pt>
                <c:pt idx="1662">
                  <c:v>-0.161</c:v>
                </c:pt>
                <c:pt idx="1663">
                  <c:v>-0.161</c:v>
                </c:pt>
                <c:pt idx="1664">
                  <c:v>-0.218</c:v>
                </c:pt>
                <c:pt idx="1665">
                  <c:v>-0.206</c:v>
                </c:pt>
                <c:pt idx="1666">
                  <c:v>-0.228</c:v>
                </c:pt>
                <c:pt idx="1667">
                  <c:v>-0.257</c:v>
                </c:pt>
                <c:pt idx="1668">
                  <c:v>-0.247</c:v>
                </c:pt>
                <c:pt idx="1669">
                  <c:v>-0.267</c:v>
                </c:pt>
                <c:pt idx="1670">
                  <c:v>-0.284</c:v>
                </c:pt>
                <c:pt idx="1671">
                  <c:v>-0.291</c:v>
                </c:pt>
                <c:pt idx="1672">
                  <c:v>-0.272</c:v>
                </c:pt>
                <c:pt idx="1673">
                  <c:v>-0.276</c:v>
                </c:pt>
                <c:pt idx="1674">
                  <c:v>-0.291</c:v>
                </c:pt>
                <c:pt idx="1675">
                  <c:v>-0.279</c:v>
                </c:pt>
                <c:pt idx="1676">
                  <c:v>-0.271</c:v>
                </c:pt>
                <c:pt idx="1677">
                  <c:v>-0.271</c:v>
                </c:pt>
                <c:pt idx="1678">
                  <c:v>-0.238</c:v>
                </c:pt>
                <c:pt idx="1679">
                  <c:v>-0.243</c:v>
                </c:pt>
                <c:pt idx="1680">
                  <c:v>-0.242</c:v>
                </c:pt>
                <c:pt idx="1681">
                  <c:v>-0.24</c:v>
                </c:pt>
                <c:pt idx="1682">
                  <c:v>-0.23</c:v>
                </c:pt>
                <c:pt idx="1683">
                  <c:v>-0.235</c:v>
                </c:pt>
                <c:pt idx="1684">
                  <c:v>-0.239</c:v>
                </c:pt>
                <c:pt idx="1685">
                  <c:v>-0.225</c:v>
                </c:pt>
                <c:pt idx="1686">
                  <c:v>-0.241</c:v>
                </c:pt>
                <c:pt idx="1687">
                  <c:v>-0.222</c:v>
                </c:pt>
                <c:pt idx="1688">
                  <c:v>-0.222</c:v>
                </c:pt>
                <c:pt idx="1689">
                  <c:v>-0.198</c:v>
                </c:pt>
                <c:pt idx="1690">
                  <c:v>-0.197</c:v>
                </c:pt>
                <c:pt idx="1691">
                  <c:v>-0.187</c:v>
                </c:pt>
                <c:pt idx="1692">
                  <c:v>-0.199</c:v>
                </c:pt>
                <c:pt idx="1693">
                  <c:v>-0.17</c:v>
                </c:pt>
                <c:pt idx="1694">
                  <c:v>-0.136</c:v>
                </c:pt>
                <c:pt idx="1695">
                  <c:v>-0.159</c:v>
                </c:pt>
                <c:pt idx="1696">
                  <c:v>-0.157</c:v>
                </c:pt>
                <c:pt idx="1697">
                  <c:v>-0.15</c:v>
                </c:pt>
                <c:pt idx="1698">
                  <c:v>-0.154</c:v>
                </c:pt>
                <c:pt idx="1699">
                  <c:v>-0.157</c:v>
                </c:pt>
                <c:pt idx="1700">
                  <c:v>-0.154</c:v>
                </c:pt>
                <c:pt idx="1701">
                  <c:v>-0.151</c:v>
                </c:pt>
                <c:pt idx="1702">
                  <c:v>-0.142</c:v>
                </c:pt>
                <c:pt idx="1703">
                  <c:v>-0.138</c:v>
                </c:pt>
                <c:pt idx="1704">
                  <c:v>-0.137</c:v>
                </c:pt>
                <c:pt idx="1705">
                  <c:v>-0.126</c:v>
                </c:pt>
                <c:pt idx="1706">
                  <c:v>-0.126</c:v>
                </c:pt>
                <c:pt idx="1707">
                  <c:v>-0.121</c:v>
                </c:pt>
                <c:pt idx="1708">
                  <c:v>-0.121</c:v>
                </c:pt>
                <c:pt idx="1709">
                  <c:v>-0.141</c:v>
                </c:pt>
                <c:pt idx="1710">
                  <c:v>-0.123</c:v>
                </c:pt>
                <c:pt idx="1711">
                  <c:v>-0.145</c:v>
                </c:pt>
                <c:pt idx="1712">
                  <c:v>-0.152</c:v>
                </c:pt>
                <c:pt idx="1713">
                  <c:v>-0.163</c:v>
                </c:pt>
                <c:pt idx="1714">
                  <c:v>-0.162</c:v>
                </c:pt>
                <c:pt idx="1715">
                  <c:v>-0.156</c:v>
                </c:pt>
                <c:pt idx="1716">
                  <c:v>-0.15</c:v>
                </c:pt>
                <c:pt idx="1717">
                  <c:v>-0.151</c:v>
                </c:pt>
                <c:pt idx="1718">
                  <c:v>-0.164</c:v>
                </c:pt>
                <c:pt idx="1719">
                  <c:v>-0.146</c:v>
                </c:pt>
                <c:pt idx="1720">
                  <c:v>-0.14</c:v>
                </c:pt>
                <c:pt idx="1721">
                  <c:v>-0.158</c:v>
                </c:pt>
                <c:pt idx="1722">
                  <c:v>-0.158</c:v>
                </c:pt>
                <c:pt idx="1723">
                  <c:v>-0.162</c:v>
                </c:pt>
                <c:pt idx="1724">
                  <c:v>-0.17</c:v>
                </c:pt>
                <c:pt idx="1725">
                  <c:v>-0.141</c:v>
                </c:pt>
                <c:pt idx="1726">
                  <c:v>-0.13</c:v>
                </c:pt>
                <c:pt idx="1727">
                  <c:v>-0.129</c:v>
                </c:pt>
                <c:pt idx="1728">
                  <c:v>-0.134</c:v>
                </c:pt>
                <c:pt idx="1729">
                  <c:v>-0.118</c:v>
                </c:pt>
                <c:pt idx="1730">
                  <c:v>-0.117</c:v>
                </c:pt>
                <c:pt idx="1731">
                  <c:v>-0.114</c:v>
                </c:pt>
                <c:pt idx="1732">
                  <c:v>-0.124</c:v>
                </c:pt>
                <c:pt idx="1733">
                  <c:v>-0.125</c:v>
                </c:pt>
                <c:pt idx="1734">
                  <c:v>-0.126</c:v>
                </c:pt>
                <c:pt idx="1735">
                  <c:v>-0.128</c:v>
                </c:pt>
                <c:pt idx="1736">
                  <c:v>-0.108</c:v>
                </c:pt>
                <c:pt idx="1737">
                  <c:v>-0.098</c:v>
                </c:pt>
                <c:pt idx="1738">
                  <c:v>-0.1</c:v>
                </c:pt>
                <c:pt idx="1739">
                  <c:v>-0.082</c:v>
                </c:pt>
                <c:pt idx="1740">
                  <c:v>-0.096</c:v>
                </c:pt>
                <c:pt idx="1741">
                  <c:v>-0.079</c:v>
                </c:pt>
                <c:pt idx="1742">
                  <c:v>-0.074</c:v>
                </c:pt>
                <c:pt idx="1743">
                  <c:v>-0.078</c:v>
                </c:pt>
                <c:pt idx="1744">
                  <c:v>-0.064</c:v>
                </c:pt>
                <c:pt idx="1745">
                  <c:v>-0.058</c:v>
                </c:pt>
                <c:pt idx="1746">
                  <c:v>-0.051</c:v>
                </c:pt>
                <c:pt idx="1747">
                  <c:v>-0.048</c:v>
                </c:pt>
                <c:pt idx="1748">
                  <c:v>-0.059</c:v>
                </c:pt>
                <c:pt idx="1749">
                  <c:v>-0.067</c:v>
                </c:pt>
                <c:pt idx="1750">
                  <c:v>-0.058</c:v>
                </c:pt>
                <c:pt idx="1751">
                  <c:v>-0.057</c:v>
                </c:pt>
                <c:pt idx="1752">
                  <c:v>-0.053</c:v>
                </c:pt>
                <c:pt idx="1753">
                  <c:v>-0.055</c:v>
                </c:pt>
                <c:pt idx="1754">
                  <c:v>-0.053</c:v>
                </c:pt>
                <c:pt idx="1755">
                  <c:v>-0.055</c:v>
                </c:pt>
                <c:pt idx="1756">
                  <c:v>-0.057</c:v>
                </c:pt>
                <c:pt idx="1757">
                  <c:v>-0.048</c:v>
                </c:pt>
                <c:pt idx="1758">
                  <c:v>-0.048</c:v>
                </c:pt>
                <c:pt idx="1759">
                  <c:v>-0.048</c:v>
                </c:pt>
                <c:pt idx="1760">
                  <c:v>-0.048</c:v>
                </c:pt>
                <c:pt idx="1761">
                  <c:v>-0.048</c:v>
                </c:pt>
                <c:pt idx="1762">
                  <c:v>-0.048</c:v>
                </c:pt>
                <c:pt idx="1763">
                  <c:v>-0.048</c:v>
                </c:pt>
                <c:pt idx="1764">
                  <c:v>-0.037</c:v>
                </c:pt>
                <c:pt idx="1765">
                  <c:v>-0.044</c:v>
                </c:pt>
                <c:pt idx="1766">
                  <c:v>-0.035</c:v>
                </c:pt>
                <c:pt idx="1767">
                  <c:v>-0.033</c:v>
                </c:pt>
                <c:pt idx="1768">
                  <c:v>-0.035</c:v>
                </c:pt>
                <c:pt idx="1769">
                  <c:v>-0.033</c:v>
                </c:pt>
                <c:pt idx="1770">
                  <c:v>-0.013</c:v>
                </c:pt>
                <c:pt idx="1771">
                  <c:v>-0.028</c:v>
                </c:pt>
                <c:pt idx="1772">
                  <c:v>-0.031</c:v>
                </c:pt>
                <c:pt idx="1773">
                  <c:v>-0.058</c:v>
                </c:pt>
                <c:pt idx="1774">
                  <c:v>-0.06</c:v>
                </c:pt>
                <c:pt idx="1775">
                  <c:v>-0.06</c:v>
                </c:pt>
                <c:pt idx="1776">
                  <c:v>-0.054</c:v>
                </c:pt>
                <c:pt idx="1777">
                  <c:v>-0.05</c:v>
                </c:pt>
                <c:pt idx="1778">
                  <c:v>-0.035</c:v>
                </c:pt>
                <c:pt idx="1779">
                  <c:v>-0.048</c:v>
                </c:pt>
                <c:pt idx="1780">
                  <c:v>-0.05</c:v>
                </c:pt>
                <c:pt idx="1781">
                  <c:v>-0.069</c:v>
                </c:pt>
                <c:pt idx="1782">
                  <c:v>-0.079</c:v>
                </c:pt>
                <c:pt idx="1783">
                  <c:v>-0.091</c:v>
                </c:pt>
                <c:pt idx="1784">
                  <c:v>-0.098</c:v>
                </c:pt>
                <c:pt idx="1785">
                  <c:v>-0.073</c:v>
                </c:pt>
                <c:pt idx="1786">
                  <c:v>-0.07</c:v>
                </c:pt>
                <c:pt idx="1787">
                  <c:v>-0.089</c:v>
                </c:pt>
                <c:pt idx="1788">
                  <c:v>-0.075</c:v>
                </c:pt>
                <c:pt idx="1789">
                  <c:v>-0.041</c:v>
                </c:pt>
                <c:pt idx="1790">
                  <c:v>-0.041</c:v>
                </c:pt>
                <c:pt idx="1791">
                  <c:v>-0.047</c:v>
                </c:pt>
                <c:pt idx="1792">
                  <c:v>-0.042</c:v>
                </c:pt>
                <c:pt idx="1793">
                  <c:v>-0.041</c:v>
                </c:pt>
                <c:pt idx="1794">
                  <c:v>-0.047</c:v>
                </c:pt>
                <c:pt idx="1795">
                  <c:v>-0.049</c:v>
                </c:pt>
                <c:pt idx="1796">
                  <c:v>-0.035</c:v>
                </c:pt>
                <c:pt idx="1797">
                  <c:v>-0.04</c:v>
                </c:pt>
                <c:pt idx="1798">
                  <c:v>-0.039</c:v>
                </c:pt>
                <c:pt idx="1799">
                  <c:v>-0.012</c:v>
                </c:pt>
                <c:pt idx="1800">
                  <c:v>-0.01</c:v>
                </c:pt>
                <c:pt idx="1801">
                  <c:v>0.004</c:v>
                </c:pt>
                <c:pt idx="1802">
                  <c:v>-0.003</c:v>
                </c:pt>
                <c:pt idx="1803">
                  <c:v>-0.013</c:v>
                </c:pt>
                <c:pt idx="1804">
                  <c:v>-0.028</c:v>
                </c:pt>
                <c:pt idx="1805">
                  <c:v>-0.031</c:v>
                </c:pt>
                <c:pt idx="1806">
                  <c:v>-0.032</c:v>
                </c:pt>
                <c:pt idx="1807">
                  <c:v>-0.041</c:v>
                </c:pt>
                <c:pt idx="1808">
                  <c:v>-0.044</c:v>
                </c:pt>
                <c:pt idx="1809">
                  <c:v>-0.045</c:v>
                </c:pt>
                <c:pt idx="1810">
                  <c:v>-0.04</c:v>
                </c:pt>
                <c:pt idx="1811">
                  <c:v>-0.035</c:v>
                </c:pt>
                <c:pt idx="1812">
                  <c:v>-0.027</c:v>
                </c:pt>
                <c:pt idx="1813">
                  <c:v>-0.027</c:v>
                </c:pt>
                <c:pt idx="1814">
                  <c:v>-0.02</c:v>
                </c:pt>
                <c:pt idx="1815">
                  <c:v>-0.012</c:v>
                </c:pt>
                <c:pt idx="1816">
                  <c:v>-0.019</c:v>
                </c:pt>
                <c:pt idx="1817">
                  <c:v>-0.034</c:v>
                </c:pt>
                <c:pt idx="1818">
                  <c:v>-0.034</c:v>
                </c:pt>
                <c:pt idx="1819">
                  <c:v>-0.015</c:v>
                </c:pt>
                <c:pt idx="1820">
                  <c:v>-0.021</c:v>
                </c:pt>
                <c:pt idx="1821">
                  <c:v>-0.015</c:v>
                </c:pt>
                <c:pt idx="1822">
                  <c:v>-0.017</c:v>
                </c:pt>
                <c:pt idx="1823">
                  <c:v>-0.022</c:v>
                </c:pt>
                <c:pt idx="1824">
                  <c:v>-0.002</c:v>
                </c:pt>
                <c:pt idx="1825">
                  <c:v>-0.002</c:v>
                </c:pt>
                <c:pt idx="1826">
                  <c:v>0.001</c:v>
                </c:pt>
                <c:pt idx="1827">
                  <c:v>-0.005</c:v>
                </c:pt>
                <c:pt idx="1828">
                  <c:v>-0.007</c:v>
                </c:pt>
                <c:pt idx="1829">
                  <c:v>0.003</c:v>
                </c:pt>
                <c:pt idx="1830">
                  <c:v>-0.001</c:v>
                </c:pt>
                <c:pt idx="1831">
                  <c:v>-0.005</c:v>
                </c:pt>
                <c:pt idx="1832">
                  <c:v>0.001</c:v>
                </c:pt>
                <c:pt idx="1833">
                  <c:v>0.009</c:v>
                </c:pt>
                <c:pt idx="1834">
                  <c:v>0.001</c:v>
                </c:pt>
                <c:pt idx="1835">
                  <c:v>0.004</c:v>
                </c:pt>
                <c:pt idx="1836">
                  <c:v>0.006</c:v>
                </c:pt>
                <c:pt idx="1837">
                  <c:v>0.011</c:v>
                </c:pt>
                <c:pt idx="1838">
                  <c:v>0.011</c:v>
                </c:pt>
                <c:pt idx="1839">
                  <c:v>0.017</c:v>
                </c:pt>
                <c:pt idx="1840">
                  <c:v>0.025</c:v>
                </c:pt>
                <c:pt idx="1841">
                  <c:v>0.004</c:v>
                </c:pt>
                <c:pt idx="1842">
                  <c:v>-0.018</c:v>
                </c:pt>
                <c:pt idx="1843">
                  <c:v>-0.045</c:v>
                </c:pt>
                <c:pt idx="1844">
                  <c:v>-0.005</c:v>
                </c:pt>
                <c:pt idx="1845">
                  <c:v>-0.005</c:v>
                </c:pt>
                <c:pt idx="1846">
                  <c:v>-0.005</c:v>
                </c:pt>
                <c:pt idx="1847">
                  <c:v>-0.005</c:v>
                </c:pt>
                <c:pt idx="1848">
                  <c:v>-0.005</c:v>
                </c:pt>
                <c:pt idx="1849">
                  <c:v>0.017</c:v>
                </c:pt>
                <c:pt idx="1850">
                  <c:v>0.017</c:v>
                </c:pt>
                <c:pt idx="1851">
                  <c:v>0.013</c:v>
                </c:pt>
                <c:pt idx="1852">
                  <c:v>0.041</c:v>
                </c:pt>
                <c:pt idx="1853">
                  <c:v>0.041</c:v>
                </c:pt>
                <c:pt idx="1854">
                  <c:v>0.022</c:v>
                </c:pt>
                <c:pt idx="1855">
                  <c:v>0.029</c:v>
                </c:pt>
                <c:pt idx="1856">
                  <c:v>0.02</c:v>
                </c:pt>
                <c:pt idx="1857">
                  <c:v>0.03</c:v>
                </c:pt>
                <c:pt idx="1858">
                  <c:v>0.027</c:v>
                </c:pt>
                <c:pt idx="1859">
                  <c:v>0.052</c:v>
                </c:pt>
                <c:pt idx="1860">
                  <c:v>0.05</c:v>
                </c:pt>
                <c:pt idx="1861">
                  <c:v>0.044</c:v>
                </c:pt>
                <c:pt idx="1862">
                  <c:v>0.034</c:v>
                </c:pt>
                <c:pt idx="1863">
                  <c:v>0.053</c:v>
                </c:pt>
                <c:pt idx="1864">
                  <c:v>0.057</c:v>
                </c:pt>
                <c:pt idx="1865">
                  <c:v>0.061</c:v>
                </c:pt>
                <c:pt idx="1866">
                  <c:v>0.068</c:v>
                </c:pt>
                <c:pt idx="1867">
                  <c:v>0.079</c:v>
                </c:pt>
                <c:pt idx="1868">
                  <c:v>0.087</c:v>
                </c:pt>
                <c:pt idx="1869">
                  <c:v>0.078</c:v>
                </c:pt>
                <c:pt idx="1870">
                  <c:v>0.095</c:v>
                </c:pt>
                <c:pt idx="1871">
                  <c:v>0.087</c:v>
                </c:pt>
                <c:pt idx="1872">
                  <c:v>0.083</c:v>
                </c:pt>
                <c:pt idx="1873">
                  <c:v>0.093</c:v>
                </c:pt>
                <c:pt idx="1874">
                  <c:v>0.093</c:v>
                </c:pt>
                <c:pt idx="1875">
                  <c:v>0.089</c:v>
                </c:pt>
                <c:pt idx="1876">
                  <c:v>0.098</c:v>
                </c:pt>
                <c:pt idx="1877">
                  <c:v>0.09</c:v>
                </c:pt>
                <c:pt idx="1878">
                  <c:v>0.098</c:v>
                </c:pt>
                <c:pt idx="1879">
                  <c:v>0.104</c:v>
                </c:pt>
                <c:pt idx="1880">
                  <c:v>0.105</c:v>
                </c:pt>
                <c:pt idx="1881">
                  <c:v>0.109</c:v>
                </c:pt>
                <c:pt idx="1882">
                  <c:v>0.113</c:v>
                </c:pt>
                <c:pt idx="1883">
                  <c:v>0.116</c:v>
                </c:pt>
                <c:pt idx="1884">
                  <c:v>0.118</c:v>
                </c:pt>
                <c:pt idx="1885">
                  <c:v>0.118</c:v>
                </c:pt>
                <c:pt idx="1886">
                  <c:v>0.125</c:v>
                </c:pt>
                <c:pt idx="1887">
                  <c:v>0.123</c:v>
                </c:pt>
                <c:pt idx="1888">
                  <c:v>0.122</c:v>
                </c:pt>
                <c:pt idx="1889">
                  <c:v>0.116</c:v>
                </c:pt>
                <c:pt idx="1890">
                  <c:v>0.122</c:v>
                </c:pt>
                <c:pt idx="1891">
                  <c:v>0.116</c:v>
                </c:pt>
                <c:pt idx="1892">
                  <c:v>0.103</c:v>
                </c:pt>
                <c:pt idx="1893">
                  <c:v>0.106</c:v>
                </c:pt>
                <c:pt idx="1894">
                  <c:v>0.111</c:v>
                </c:pt>
                <c:pt idx="1895">
                  <c:v>0.128</c:v>
                </c:pt>
                <c:pt idx="1896">
                  <c:v>0.146</c:v>
                </c:pt>
                <c:pt idx="1897">
                  <c:v>0.15</c:v>
                </c:pt>
                <c:pt idx="1898">
                  <c:v>0.144</c:v>
                </c:pt>
                <c:pt idx="1899">
                  <c:v>0.147</c:v>
                </c:pt>
                <c:pt idx="1900">
                  <c:v>0.142</c:v>
                </c:pt>
                <c:pt idx="1901">
                  <c:v>0.144</c:v>
                </c:pt>
                <c:pt idx="1902">
                  <c:v>0.138</c:v>
                </c:pt>
                <c:pt idx="1903">
                  <c:v>0.145</c:v>
                </c:pt>
                <c:pt idx="1904">
                  <c:v>0.141</c:v>
                </c:pt>
                <c:pt idx="1905">
                  <c:v>0.149</c:v>
                </c:pt>
                <c:pt idx="1906">
                  <c:v>0.156</c:v>
                </c:pt>
                <c:pt idx="1907">
                  <c:v>0.15</c:v>
                </c:pt>
                <c:pt idx="1908">
                  <c:v>0.15</c:v>
                </c:pt>
                <c:pt idx="1909">
                  <c:v>0.154</c:v>
                </c:pt>
                <c:pt idx="1910">
                  <c:v>0.135</c:v>
                </c:pt>
                <c:pt idx="1911">
                  <c:v>0.125</c:v>
                </c:pt>
                <c:pt idx="1912">
                  <c:v>0.13</c:v>
                </c:pt>
                <c:pt idx="1913">
                  <c:v>0.124</c:v>
                </c:pt>
                <c:pt idx="1914">
                  <c:v>0.113</c:v>
                </c:pt>
                <c:pt idx="1915">
                  <c:v>0.12</c:v>
                </c:pt>
                <c:pt idx="1916">
                  <c:v>0.128</c:v>
                </c:pt>
                <c:pt idx="1917">
                  <c:v>0.126</c:v>
                </c:pt>
                <c:pt idx="1918">
                  <c:v>0.126</c:v>
                </c:pt>
                <c:pt idx="1919">
                  <c:v>0.116</c:v>
                </c:pt>
                <c:pt idx="1920">
                  <c:v>0.116</c:v>
                </c:pt>
                <c:pt idx="1921">
                  <c:v>0.112</c:v>
                </c:pt>
                <c:pt idx="1922">
                  <c:v>0.113</c:v>
                </c:pt>
                <c:pt idx="1923">
                  <c:v>0.113</c:v>
                </c:pt>
                <c:pt idx="1924">
                  <c:v>0.107</c:v>
                </c:pt>
                <c:pt idx="1925">
                  <c:v>0.106</c:v>
                </c:pt>
                <c:pt idx="1926">
                  <c:v>0.11</c:v>
                </c:pt>
                <c:pt idx="1927">
                  <c:v>0.111</c:v>
                </c:pt>
                <c:pt idx="1928">
                  <c:v>0.106</c:v>
                </c:pt>
                <c:pt idx="1929">
                  <c:v>0.106</c:v>
                </c:pt>
                <c:pt idx="1930">
                  <c:v>0.11</c:v>
                </c:pt>
                <c:pt idx="1931">
                  <c:v>0.116</c:v>
                </c:pt>
                <c:pt idx="1932">
                  <c:v>0.113</c:v>
                </c:pt>
                <c:pt idx="1933">
                  <c:v>0.101</c:v>
                </c:pt>
                <c:pt idx="1934">
                  <c:v>0.104</c:v>
                </c:pt>
                <c:pt idx="1935">
                  <c:v>0.096</c:v>
                </c:pt>
                <c:pt idx="1936">
                  <c:v>0.093</c:v>
                </c:pt>
                <c:pt idx="1937">
                  <c:v>0.092</c:v>
                </c:pt>
                <c:pt idx="1938">
                  <c:v>0.095</c:v>
                </c:pt>
                <c:pt idx="1939">
                  <c:v>0.092</c:v>
                </c:pt>
                <c:pt idx="1940">
                  <c:v>0.092</c:v>
                </c:pt>
                <c:pt idx="1941">
                  <c:v>0.081</c:v>
                </c:pt>
                <c:pt idx="1942">
                  <c:v>0.095</c:v>
                </c:pt>
                <c:pt idx="1943">
                  <c:v>0.093</c:v>
                </c:pt>
                <c:pt idx="1944">
                  <c:v>0.096</c:v>
                </c:pt>
                <c:pt idx="1945">
                  <c:v>0.094</c:v>
                </c:pt>
                <c:pt idx="1946">
                  <c:v>0.106</c:v>
                </c:pt>
                <c:pt idx="1947">
                  <c:v>0.095</c:v>
                </c:pt>
                <c:pt idx="1948">
                  <c:v>0.096</c:v>
                </c:pt>
                <c:pt idx="1949">
                  <c:v>0.11</c:v>
                </c:pt>
                <c:pt idx="1950">
                  <c:v>0.106</c:v>
                </c:pt>
                <c:pt idx="1951">
                  <c:v>0.109</c:v>
                </c:pt>
                <c:pt idx="1952">
                  <c:v>0.102</c:v>
                </c:pt>
                <c:pt idx="1953">
                  <c:v>0.102</c:v>
                </c:pt>
                <c:pt idx="1954">
                  <c:v>0.12</c:v>
                </c:pt>
                <c:pt idx="1955">
                  <c:v>0.123</c:v>
                </c:pt>
                <c:pt idx="1956">
                  <c:v>0.057</c:v>
                </c:pt>
                <c:pt idx="1957">
                  <c:v>0.097</c:v>
                </c:pt>
                <c:pt idx="1958">
                  <c:v>0.099</c:v>
                </c:pt>
                <c:pt idx="1959">
                  <c:v>0.088</c:v>
                </c:pt>
                <c:pt idx="1960">
                  <c:v>0.069</c:v>
                </c:pt>
                <c:pt idx="1961">
                  <c:v>0.079</c:v>
                </c:pt>
                <c:pt idx="1962">
                  <c:v>0.08</c:v>
                </c:pt>
                <c:pt idx="1963">
                  <c:v>0.03</c:v>
                </c:pt>
                <c:pt idx="1964">
                  <c:v>0.035</c:v>
                </c:pt>
                <c:pt idx="1965">
                  <c:v>0.04</c:v>
                </c:pt>
                <c:pt idx="1966">
                  <c:v>0.036</c:v>
                </c:pt>
                <c:pt idx="1967">
                  <c:v>0.035</c:v>
                </c:pt>
                <c:pt idx="1968">
                  <c:v>0.035</c:v>
                </c:pt>
                <c:pt idx="1969">
                  <c:v>0.035</c:v>
                </c:pt>
                <c:pt idx="1970">
                  <c:v>0.036</c:v>
                </c:pt>
                <c:pt idx="1971">
                  <c:v>0.038</c:v>
                </c:pt>
                <c:pt idx="1972">
                  <c:v>0.033</c:v>
                </c:pt>
                <c:pt idx="1973">
                  <c:v>0.026</c:v>
                </c:pt>
                <c:pt idx="1974">
                  <c:v>0.032</c:v>
                </c:pt>
                <c:pt idx="1975">
                  <c:v>0.029</c:v>
                </c:pt>
                <c:pt idx="1976">
                  <c:v>0.027</c:v>
                </c:pt>
                <c:pt idx="1977">
                  <c:v>0.02</c:v>
                </c:pt>
                <c:pt idx="1978">
                  <c:v>0.029</c:v>
                </c:pt>
                <c:pt idx="1979">
                  <c:v>0.03</c:v>
                </c:pt>
                <c:pt idx="1980">
                  <c:v>0.031</c:v>
                </c:pt>
                <c:pt idx="1981">
                  <c:v>0.031</c:v>
                </c:pt>
                <c:pt idx="1982">
                  <c:v>0.027</c:v>
                </c:pt>
                <c:pt idx="1983">
                  <c:v>0.029</c:v>
                </c:pt>
                <c:pt idx="1984">
                  <c:v>0.032</c:v>
                </c:pt>
                <c:pt idx="1985">
                  <c:v>0.033</c:v>
                </c:pt>
                <c:pt idx="1986">
                  <c:v>0.029</c:v>
                </c:pt>
                <c:pt idx="1987">
                  <c:v>0.033</c:v>
                </c:pt>
                <c:pt idx="1988">
                  <c:v>0.03</c:v>
                </c:pt>
                <c:pt idx="1989">
                  <c:v>0.038</c:v>
                </c:pt>
                <c:pt idx="1990">
                  <c:v>0.046</c:v>
                </c:pt>
                <c:pt idx="1991">
                  <c:v>0.049</c:v>
                </c:pt>
                <c:pt idx="1992">
                  <c:v>0.042</c:v>
                </c:pt>
                <c:pt idx="1993">
                  <c:v>0.04</c:v>
                </c:pt>
                <c:pt idx="1994">
                  <c:v>0.047</c:v>
                </c:pt>
                <c:pt idx="1995">
                  <c:v>0.047</c:v>
                </c:pt>
                <c:pt idx="1996">
                  <c:v>0.047</c:v>
                </c:pt>
                <c:pt idx="1997">
                  <c:v>0.046</c:v>
                </c:pt>
                <c:pt idx="1998">
                  <c:v>0.043</c:v>
                </c:pt>
                <c:pt idx="1999">
                  <c:v>0.032</c:v>
                </c:pt>
                <c:pt idx="2000">
                  <c:v>0.029</c:v>
                </c:pt>
                <c:pt idx="2001">
                  <c:v>0.028</c:v>
                </c:pt>
                <c:pt idx="2002">
                  <c:v>0.038</c:v>
                </c:pt>
                <c:pt idx="2003">
                  <c:v>0.035</c:v>
                </c:pt>
                <c:pt idx="2004">
                  <c:v>0.044</c:v>
                </c:pt>
                <c:pt idx="2005">
                  <c:v>0.041</c:v>
                </c:pt>
                <c:pt idx="2006">
                  <c:v>0.048</c:v>
                </c:pt>
                <c:pt idx="2007">
                  <c:v>0.051</c:v>
                </c:pt>
                <c:pt idx="2008">
                  <c:v>0.056</c:v>
                </c:pt>
                <c:pt idx="2009">
                  <c:v>0.057</c:v>
                </c:pt>
                <c:pt idx="2010">
                  <c:v>0.051</c:v>
                </c:pt>
                <c:pt idx="2011">
                  <c:v>0.052</c:v>
                </c:pt>
                <c:pt idx="2012">
                  <c:v>0.045</c:v>
                </c:pt>
                <c:pt idx="2013">
                  <c:v>0.04</c:v>
                </c:pt>
                <c:pt idx="2014">
                  <c:v>0.047</c:v>
                </c:pt>
                <c:pt idx="2015">
                  <c:v>0.048</c:v>
                </c:pt>
                <c:pt idx="2016">
                  <c:v>0.046</c:v>
                </c:pt>
                <c:pt idx="2017">
                  <c:v>0.04</c:v>
                </c:pt>
                <c:pt idx="2018">
                  <c:v>0.04</c:v>
                </c:pt>
                <c:pt idx="2019">
                  <c:v>0.04</c:v>
                </c:pt>
                <c:pt idx="2020">
                  <c:v>0.04</c:v>
                </c:pt>
                <c:pt idx="2021">
                  <c:v>0.036</c:v>
                </c:pt>
                <c:pt idx="2022">
                  <c:v>0.05</c:v>
                </c:pt>
                <c:pt idx="2023">
                  <c:v>0.05</c:v>
                </c:pt>
                <c:pt idx="2024">
                  <c:v>0.054</c:v>
                </c:pt>
                <c:pt idx="2025">
                  <c:v>0.061</c:v>
                </c:pt>
                <c:pt idx="2026">
                  <c:v>0.05</c:v>
                </c:pt>
                <c:pt idx="2027">
                  <c:v>0.059</c:v>
                </c:pt>
                <c:pt idx="2028">
                  <c:v>0.055</c:v>
                </c:pt>
                <c:pt idx="2029">
                  <c:v>0.038</c:v>
                </c:pt>
                <c:pt idx="2030">
                  <c:v>0.033</c:v>
                </c:pt>
                <c:pt idx="2031">
                  <c:v>0.037</c:v>
                </c:pt>
                <c:pt idx="2032">
                  <c:v>0.04</c:v>
                </c:pt>
                <c:pt idx="2033">
                  <c:v>0.033</c:v>
                </c:pt>
                <c:pt idx="2034">
                  <c:v>0.032</c:v>
                </c:pt>
                <c:pt idx="2035">
                  <c:v>0.027</c:v>
                </c:pt>
                <c:pt idx="2036">
                  <c:v>0.03</c:v>
                </c:pt>
                <c:pt idx="2037">
                  <c:v>0.032</c:v>
                </c:pt>
                <c:pt idx="2038">
                  <c:v>0.041</c:v>
                </c:pt>
                <c:pt idx="2039">
                  <c:v>0.04</c:v>
                </c:pt>
                <c:pt idx="2040">
                  <c:v>0.026</c:v>
                </c:pt>
                <c:pt idx="2041">
                  <c:v>0.023</c:v>
                </c:pt>
                <c:pt idx="2042">
                  <c:v>0.04</c:v>
                </c:pt>
                <c:pt idx="2043">
                  <c:v>0.044</c:v>
                </c:pt>
                <c:pt idx="2044">
                  <c:v>0.035</c:v>
                </c:pt>
                <c:pt idx="2045">
                  <c:v>0.031</c:v>
                </c:pt>
                <c:pt idx="2046">
                  <c:v>0.033</c:v>
                </c:pt>
                <c:pt idx="2047">
                  <c:v>0.019</c:v>
                </c:pt>
                <c:pt idx="2048">
                  <c:v>0.018</c:v>
                </c:pt>
                <c:pt idx="2049">
                  <c:v>0.033</c:v>
                </c:pt>
                <c:pt idx="2050">
                  <c:v>0.038</c:v>
                </c:pt>
                <c:pt idx="2051">
                  <c:v>0.038</c:v>
                </c:pt>
                <c:pt idx="2052">
                  <c:v>0.038</c:v>
                </c:pt>
                <c:pt idx="2053">
                  <c:v>0.033</c:v>
                </c:pt>
                <c:pt idx="2054">
                  <c:v>0.041</c:v>
                </c:pt>
                <c:pt idx="2055">
                  <c:v>0.045</c:v>
                </c:pt>
                <c:pt idx="2056">
                  <c:v>0.048</c:v>
                </c:pt>
                <c:pt idx="2057">
                  <c:v>0.048</c:v>
                </c:pt>
                <c:pt idx="2058">
                  <c:v>0.048</c:v>
                </c:pt>
                <c:pt idx="2059">
                  <c:v>0.048</c:v>
                </c:pt>
                <c:pt idx="2060">
                  <c:v>0.045</c:v>
                </c:pt>
                <c:pt idx="2061">
                  <c:v>0.05</c:v>
                </c:pt>
                <c:pt idx="2062">
                  <c:v>0.036</c:v>
                </c:pt>
                <c:pt idx="2063">
                  <c:v>0.063</c:v>
                </c:pt>
                <c:pt idx="2064">
                  <c:v>0.038</c:v>
                </c:pt>
                <c:pt idx="2065">
                  <c:v>0.048</c:v>
                </c:pt>
                <c:pt idx="2066">
                  <c:v>0.04</c:v>
                </c:pt>
                <c:pt idx="2067">
                  <c:v>0.042</c:v>
                </c:pt>
                <c:pt idx="2068">
                  <c:v>0.048</c:v>
                </c:pt>
                <c:pt idx="2069">
                  <c:v>0.051</c:v>
                </c:pt>
                <c:pt idx="2070">
                  <c:v>0.051</c:v>
                </c:pt>
                <c:pt idx="2071">
                  <c:v>0.061</c:v>
                </c:pt>
                <c:pt idx="2072">
                  <c:v>0.057</c:v>
                </c:pt>
                <c:pt idx="2073">
                  <c:v>0.054</c:v>
                </c:pt>
                <c:pt idx="2074">
                  <c:v>0.062</c:v>
                </c:pt>
                <c:pt idx="2075">
                  <c:v>0.06</c:v>
                </c:pt>
                <c:pt idx="2076">
                  <c:v>0.066</c:v>
                </c:pt>
                <c:pt idx="2077">
                  <c:v>0.061</c:v>
                </c:pt>
                <c:pt idx="2078">
                  <c:v>0.061</c:v>
                </c:pt>
                <c:pt idx="2079">
                  <c:v>0.076</c:v>
                </c:pt>
                <c:pt idx="2080">
                  <c:v>0.07</c:v>
                </c:pt>
                <c:pt idx="2081">
                  <c:v>0.072</c:v>
                </c:pt>
                <c:pt idx="2082">
                  <c:v>0.079</c:v>
                </c:pt>
                <c:pt idx="2083">
                  <c:v>0.08</c:v>
                </c:pt>
                <c:pt idx="2084">
                  <c:v>0.094</c:v>
                </c:pt>
                <c:pt idx="2085">
                  <c:v>0.08</c:v>
                </c:pt>
                <c:pt idx="2086">
                  <c:v>0.089</c:v>
                </c:pt>
                <c:pt idx="2087">
                  <c:v>0.081</c:v>
                </c:pt>
                <c:pt idx="2088">
                  <c:v>0.072</c:v>
                </c:pt>
                <c:pt idx="2089">
                  <c:v>0.08</c:v>
                </c:pt>
                <c:pt idx="2090">
                  <c:v>0.077</c:v>
                </c:pt>
                <c:pt idx="2091">
                  <c:v>0.068</c:v>
                </c:pt>
                <c:pt idx="2092">
                  <c:v>0.074</c:v>
                </c:pt>
                <c:pt idx="2093">
                  <c:v>0.079</c:v>
                </c:pt>
                <c:pt idx="2094">
                  <c:v>0.078</c:v>
                </c:pt>
                <c:pt idx="2095">
                  <c:v>0.082</c:v>
                </c:pt>
                <c:pt idx="2096">
                  <c:v>0.076</c:v>
                </c:pt>
                <c:pt idx="2097">
                  <c:v>0.072</c:v>
                </c:pt>
                <c:pt idx="2098">
                  <c:v>0.073</c:v>
                </c:pt>
                <c:pt idx="2099">
                  <c:v>0.064</c:v>
                </c:pt>
                <c:pt idx="2100">
                  <c:v>0.08</c:v>
                </c:pt>
                <c:pt idx="2101">
                  <c:v>0.066</c:v>
                </c:pt>
                <c:pt idx="2102">
                  <c:v>0.055</c:v>
                </c:pt>
                <c:pt idx="2103">
                  <c:v>0.055</c:v>
                </c:pt>
                <c:pt idx="2104">
                  <c:v>0.052</c:v>
                </c:pt>
                <c:pt idx="2105">
                  <c:v>0.043</c:v>
                </c:pt>
                <c:pt idx="2106">
                  <c:v>0.043</c:v>
                </c:pt>
                <c:pt idx="2107">
                  <c:v>0.043</c:v>
                </c:pt>
                <c:pt idx="2108">
                  <c:v>0.043</c:v>
                </c:pt>
                <c:pt idx="2109">
                  <c:v>0.05</c:v>
                </c:pt>
                <c:pt idx="2110">
                  <c:v>0.051</c:v>
                </c:pt>
                <c:pt idx="2111">
                  <c:v>0.044</c:v>
                </c:pt>
                <c:pt idx="2112">
                  <c:v>0.035</c:v>
                </c:pt>
                <c:pt idx="2113">
                  <c:v>0.043</c:v>
                </c:pt>
                <c:pt idx="2114">
                  <c:v>0.056</c:v>
                </c:pt>
                <c:pt idx="2115">
                  <c:v>0.054</c:v>
                </c:pt>
                <c:pt idx="2116">
                  <c:v>0.037</c:v>
                </c:pt>
                <c:pt idx="2117">
                  <c:v>0.037</c:v>
                </c:pt>
                <c:pt idx="2118">
                  <c:v>0.04</c:v>
                </c:pt>
                <c:pt idx="2119">
                  <c:v>0.045</c:v>
                </c:pt>
                <c:pt idx="2120">
                  <c:v>0.045</c:v>
                </c:pt>
                <c:pt idx="2121">
                  <c:v>0.042</c:v>
                </c:pt>
                <c:pt idx="2122">
                  <c:v>0.045</c:v>
                </c:pt>
                <c:pt idx="2123">
                  <c:v>0.045</c:v>
                </c:pt>
                <c:pt idx="2124">
                  <c:v>0.05</c:v>
                </c:pt>
                <c:pt idx="2125">
                  <c:v>0.05</c:v>
                </c:pt>
                <c:pt idx="2126">
                  <c:v>0.041</c:v>
                </c:pt>
                <c:pt idx="2127">
                  <c:v>0.036</c:v>
                </c:pt>
                <c:pt idx="2128">
                  <c:v>0.03</c:v>
                </c:pt>
                <c:pt idx="2129">
                  <c:v>0.034</c:v>
                </c:pt>
                <c:pt idx="2130">
                  <c:v>0.025</c:v>
                </c:pt>
                <c:pt idx="2131">
                  <c:v>0.035</c:v>
                </c:pt>
                <c:pt idx="2132">
                  <c:v>0.038</c:v>
                </c:pt>
                <c:pt idx="2133">
                  <c:v>0.024</c:v>
                </c:pt>
                <c:pt idx="2134">
                  <c:v>0.017</c:v>
                </c:pt>
                <c:pt idx="2135">
                  <c:v>0.017</c:v>
                </c:pt>
                <c:pt idx="2136">
                  <c:v>0.028</c:v>
                </c:pt>
                <c:pt idx="2137">
                  <c:v>0.033</c:v>
                </c:pt>
                <c:pt idx="2138">
                  <c:v>0.029</c:v>
                </c:pt>
                <c:pt idx="2139">
                  <c:v>0.047</c:v>
                </c:pt>
                <c:pt idx="2140">
                  <c:v>0.041</c:v>
                </c:pt>
                <c:pt idx="2141">
                  <c:v>0.045</c:v>
                </c:pt>
                <c:pt idx="2142">
                  <c:v>0.045</c:v>
                </c:pt>
                <c:pt idx="2143">
                  <c:v>0.038</c:v>
                </c:pt>
                <c:pt idx="2144">
                  <c:v>0.025</c:v>
                </c:pt>
                <c:pt idx="2145">
                  <c:v>0.019</c:v>
                </c:pt>
                <c:pt idx="2146">
                  <c:v>0.024</c:v>
                </c:pt>
                <c:pt idx="2147">
                  <c:v>0.021</c:v>
                </c:pt>
                <c:pt idx="2148">
                  <c:v>0.05</c:v>
                </c:pt>
                <c:pt idx="2149">
                  <c:v>0.05</c:v>
                </c:pt>
                <c:pt idx="2150">
                  <c:v>0.056</c:v>
                </c:pt>
                <c:pt idx="2151">
                  <c:v>0.064</c:v>
                </c:pt>
                <c:pt idx="2152">
                  <c:v>0.065</c:v>
                </c:pt>
                <c:pt idx="2153">
                  <c:v>0.068</c:v>
                </c:pt>
                <c:pt idx="2154">
                  <c:v>0.065</c:v>
                </c:pt>
                <c:pt idx="2155">
                  <c:v>0.065</c:v>
                </c:pt>
                <c:pt idx="2156">
                  <c:v>0.064</c:v>
                </c:pt>
                <c:pt idx="2157">
                  <c:v>0.064</c:v>
                </c:pt>
                <c:pt idx="2158">
                  <c:v>0.07</c:v>
                </c:pt>
                <c:pt idx="2159">
                  <c:v>0.062</c:v>
                </c:pt>
                <c:pt idx="2160">
                  <c:v>0.066</c:v>
                </c:pt>
                <c:pt idx="2161">
                  <c:v>0.065</c:v>
                </c:pt>
                <c:pt idx="2162">
                  <c:v>0.059</c:v>
                </c:pt>
                <c:pt idx="2163">
                  <c:v>0.059</c:v>
                </c:pt>
                <c:pt idx="2164">
                  <c:v>0.062</c:v>
                </c:pt>
                <c:pt idx="2165">
                  <c:v>0.061</c:v>
                </c:pt>
                <c:pt idx="2166">
                  <c:v>0.05</c:v>
                </c:pt>
                <c:pt idx="2167">
                  <c:v>0.051</c:v>
                </c:pt>
                <c:pt idx="2168">
                  <c:v>0.051</c:v>
                </c:pt>
                <c:pt idx="2169">
                  <c:v>0.041</c:v>
                </c:pt>
                <c:pt idx="2170">
                  <c:v>0.05</c:v>
                </c:pt>
                <c:pt idx="2171">
                  <c:v>0.069</c:v>
                </c:pt>
                <c:pt idx="2172">
                  <c:v>0.07</c:v>
                </c:pt>
                <c:pt idx="2173">
                  <c:v>0.06</c:v>
                </c:pt>
                <c:pt idx="2174">
                  <c:v>0.066</c:v>
                </c:pt>
                <c:pt idx="2175">
                  <c:v>0.044</c:v>
                </c:pt>
                <c:pt idx="2176">
                  <c:v>0.026</c:v>
                </c:pt>
                <c:pt idx="2177">
                  <c:v>0.021</c:v>
                </c:pt>
                <c:pt idx="2178">
                  <c:v>0.019</c:v>
                </c:pt>
                <c:pt idx="2179">
                  <c:v>0.025</c:v>
                </c:pt>
                <c:pt idx="2180">
                  <c:v>0.021</c:v>
                </c:pt>
                <c:pt idx="2181">
                  <c:v>0.024</c:v>
                </c:pt>
                <c:pt idx="2182">
                  <c:v>0.02</c:v>
                </c:pt>
                <c:pt idx="2183">
                  <c:v>0.02</c:v>
                </c:pt>
                <c:pt idx="2184">
                  <c:v>0.035</c:v>
                </c:pt>
                <c:pt idx="2185">
                  <c:v>0.019</c:v>
                </c:pt>
                <c:pt idx="2186">
                  <c:v>0.015</c:v>
                </c:pt>
                <c:pt idx="2187">
                  <c:v>-0.005</c:v>
                </c:pt>
                <c:pt idx="2188">
                  <c:v>-0.005</c:v>
                </c:pt>
                <c:pt idx="2189">
                  <c:v>0.003</c:v>
                </c:pt>
                <c:pt idx="2190">
                  <c:v>0.007</c:v>
                </c:pt>
                <c:pt idx="2191">
                  <c:v>0.001</c:v>
                </c:pt>
                <c:pt idx="2192">
                  <c:v>-0.014</c:v>
                </c:pt>
                <c:pt idx="2193">
                  <c:v>-0.009</c:v>
                </c:pt>
                <c:pt idx="2194">
                  <c:v>0.004</c:v>
                </c:pt>
                <c:pt idx="2195">
                  <c:v>0.003</c:v>
                </c:pt>
                <c:pt idx="2196">
                  <c:v>0</c:v>
                </c:pt>
                <c:pt idx="2197">
                  <c:v>0.006</c:v>
                </c:pt>
                <c:pt idx="2198">
                  <c:v>0.011</c:v>
                </c:pt>
                <c:pt idx="2199">
                  <c:v>0.019</c:v>
                </c:pt>
                <c:pt idx="2200">
                  <c:v>0.03</c:v>
                </c:pt>
                <c:pt idx="2201">
                  <c:v>0.035</c:v>
                </c:pt>
                <c:pt idx="2202">
                  <c:v>0.026</c:v>
                </c:pt>
                <c:pt idx="2203">
                  <c:v>0.028</c:v>
                </c:pt>
                <c:pt idx="2204">
                  <c:v>0.039</c:v>
                </c:pt>
                <c:pt idx="2205">
                  <c:v>0.034</c:v>
                </c:pt>
                <c:pt idx="2206">
                  <c:v>0.042</c:v>
                </c:pt>
                <c:pt idx="2207">
                  <c:v>0.05</c:v>
                </c:pt>
                <c:pt idx="2208">
                  <c:v>0.055</c:v>
                </c:pt>
                <c:pt idx="2209">
                  <c:v>0.055</c:v>
                </c:pt>
                <c:pt idx="2210">
                  <c:v>0.053</c:v>
                </c:pt>
                <c:pt idx="2211">
                  <c:v>0.065</c:v>
                </c:pt>
                <c:pt idx="2212">
                  <c:v>0.067</c:v>
                </c:pt>
                <c:pt idx="2213">
                  <c:v>0.06</c:v>
                </c:pt>
                <c:pt idx="2214">
                  <c:v>0.064</c:v>
                </c:pt>
                <c:pt idx="2215">
                  <c:v>0.07</c:v>
                </c:pt>
                <c:pt idx="2216">
                  <c:v>0.07</c:v>
                </c:pt>
                <c:pt idx="2217">
                  <c:v>0.075</c:v>
                </c:pt>
                <c:pt idx="2218">
                  <c:v>0.071</c:v>
                </c:pt>
                <c:pt idx="2219">
                  <c:v>0.065</c:v>
                </c:pt>
                <c:pt idx="2220">
                  <c:v>0.074</c:v>
                </c:pt>
                <c:pt idx="2221">
                  <c:v>0.071</c:v>
                </c:pt>
                <c:pt idx="2222">
                  <c:v>0.064</c:v>
                </c:pt>
                <c:pt idx="2223">
                  <c:v>0.062</c:v>
                </c:pt>
                <c:pt idx="2224">
                  <c:v>0.073</c:v>
                </c:pt>
                <c:pt idx="2225">
                  <c:v>0.07</c:v>
                </c:pt>
                <c:pt idx="2226">
                  <c:v>0.067</c:v>
                </c:pt>
                <c:pt idx="2227">
                  <c:v>0.075</c:v>
                </c:pt>
                <c:pt idx="2228">
                  <c:v>0.075</c:v>
                </c:pt>
                <c:pt idx="2229">
                  <c:v>0.079</c:v>
                </c:pt>
                <c:pt idx="2230">
                  <c:v>0.084</c:v>
                </c:pt>
                <c:pt idx="2231">
                  <c:v>0.091</c:v>
                </c:pt>
                <c:pt idx="2232">
                  <c:v>0.089</c:v>
                </c:pt>
                <c:pt idx="2233">
                  <c:v>0.082</c:v>
                </c:pt>
                <c:pt idx="2234">
                  <c:v>0.096</c:v>
                </c:pt>
                <c:pt idx="2235">
                  <c:v>0.085</c:v>
                </c:pt>
                <c:pt idx="2236">
                  <c:v>0.076</c:v>
                </c:pt>
                <c:pt idx="2237">
                  <c:v>0.081</c:v>
                </c:pt>
                <c:pt idx="2238">
                  <c:v>0.079</c:v>
                </c:pt>
                <c:pt idx="2239">
                  <c:v>0.055</c:v>
                </c:pt>
                <c:pt idx="2240">
                  <c:v>0.056</c:v>
                </c:pt>
                <c:pt idx="2241">
                  <c:v>0.042</c:v>
                </c:pt>
                <c:pt idx="2242">
                  <c:v>0.049</c:v>
                </c:pt>
                <c:pt idx="2243">
                  <c:v>0.052</c:v>
                </c:pt>
                <c:pt idx="2244">
                  <c:v>0.051</c:v>
                </c:pt>
                <c:pt idx="2245">
                  <c:v>0.054</c:v>
                </c:pt>
                <c:pt idx="2246">
                  <c:v>0.049</c:v>
                </c:pt>
                <c:pt idx="2247">
                  <c:v>0.05</c:v>
                </c:pt>
                <c:pt idx="2248">
                  <c:v>0.051</c:v>
                </c:pt>
                <c:pt idx="2249">
                  <c:v>0.048</c:v>
                </c:pt>
                <c:pt idx="2250">
                  <c:v>0.062</c:v>
                </c:pt>
                <c:pt idx="2251">
                  <c:v>0.059</c:v>
                </c:pt>
                <c:pt idx="2252">
                  <c:v>0.053</c:v>
                </c:pt>
                <c:pt idx="2253">
                  <c:v>0.051</c:v>
                </c:pt>
                <c:pt idx="2254">
                  <c:v>0.064</c:v>
                </c:pt>
                <c:pt idx="2255">
                  <c:v>0.042</c:v>
                </c:pt>
                <c:pt idx="2256">
                  <c:v>0.037</c:v>
                </c:pt>
                <c:pt idx="2257">
                  <c:v>0.045</c:v>
                </c:pt>
                <c:pt idx="2258">
                  <c:v>0.047</c:v>
                </c:pt>
                <c:pt idx="2259">
                  <c:v>0.039</c:v>
                </c:pt>
                <c:pt idx="2260">
                  <c:v>0.041</c:v>
                </c:pt>
                <c:pt idx="2261">
                  <c:v>0.035</c:v>
                </c:pt>
                <c:pt idx="2262">
                  <c:v>0.034</c:v>
                </c:pt>
                <c:pt idx="2263">
                  <c:v>0.037</c:v>
                </c:pt>
                <c:pt idx="2264">
                  <c:v>0.045</c:v>
                </c:pt>
                <c:pt idx="2265">
                  <c:v>0.048</c:v>
                </c:pt>
                <c:pt idx="2266">
                  <c:v>0.041</c:v>
                </c:pt>
                <c:pt idx="2267">
                  <c:v>0.045</c:v>
                </c:pt>
                <c:pt idx="2268">
                  <c:v>0.035</c:v>
                </c:pt>
                <c:pt idx="2269">
                  <c:v>0.04</c:v>
                </c:pt>
                <c:pt idx="2270">
                  <c:v>0.041</c:v>
                </c:pt>
                <c:pt idx="2271">
                  <c:v>0.041</c:v>
                </c:pt>
                <c:pt idx="2272">
                  <c:v>0.036</c:v>
                </c:pt>
                <c:pt idx="2273">
                  <c:v>0.039</c:v>
                </c:pt>
                <c:pt idx="2274">
                  <c:v>0.048</c:v>
                </c:pt>
                <c:pt idx="2275">
                  <c:v>0.034</c:v>
                </c:pt>
                <c:pt idx="2276">
                  <c:v>0.035</c:v>
                </c:pt>
                <c:pt idx="2277">
                  <c:v>0.022</c:v>
                </c:pt>
                <c:pt idx="2278">
                  <c:v>0.016</c:v>
                </c:pt>
                <c:pt idx="2279">
                  <c:v>0.016</c:v>
                </c:pt>
                <c:pt idx="2280">
                  <c:v>0.016</c:v>
                </c:pt>
                <c:pt idx="2281">
                  <c:v>0.016</c:v>
                </c:pt>
                <c:pt idx="2282">
                  <c:v>0.009</c:v>
                </c:pt>
                <c:pt idx="2283">
                  <c:v>0.01</c:v>
                </c:pt>
                <c:pt idx="2284">
                  <c:v>0.015</c:v>
                </c:pt>
                <c:pt idx="2285">
                  <c:v>0.011</c:v>
                </c:pt>
                <c:pt idx="2286">
                  <c:v>0.018</c:v>
                </c:pt>
                <c:pt idx="2287">
                  <c:v>0.017</c:v>
                </c:pt>
                <c:pt idx="2288">
                  <c:v>0.011</c:v>
                </c:pt>
                <c:pt idx="2289">
                  <c:v>0.012</c:v>
                </c:pt>
                <c:pt idx="2290">
                  <c:v>0.003</c:v>
                </c:pt>
                <c:pt idx="2291">
                  <c:v>0.005</c:v>
                </c:pt>
                <c:pt idx="2292">
                  <c:v>0.003</c:v>
                </c:pt>
                <c:pt idx="2293">
                  <c:v>0.003</c:v>
                </c:pt>
                <c:pt idx="2294">
                  <c:v>0.024</c:v>
                </c:pt>
                <c:pt idx="2295">
                  <c:v>0.024</c:v>
                </c:pt>
                <c:pt idx="2296">
                  <c:v>0.032</c:v>
                </c:pt>
                <c:pt idx="2297">
                  <c:v>0.044</c:v>
                </c:pt>
                <c:pt idx="2298">
                  <c:v>0.056</c:v>
                </c:pt>
                <c:pt idx="2299">
                  <c:v>0.055</c:v>
                </c:pt>
                <c:pt idx="2300">
                  <c:v>0.058</c:v>
                </c:pt>
                <c:pt idx="2301">
                  <c:v>0.058</c:v>
                </c:pt>
                <c:pt idx="2302">
                  <c:v>0.07</c:v>
                </c:pt>
                <c:pt idx="2303">
                  <c:v>0.065</c:v>
                </c:pt>
                <c:pt idx="2304">
                  <c:v>0.06</c:v>
                </c:pt>
                <c:pt idx="2305">
                  <c:v>0.05</c:v>
                </c:pt>
                <c:pt idx="2306">
                  <c:v>0.053</c:v>
                </c:pt>
                <c:pt idx="2307">
                  <c:v>0.051</c:v>
                </c:pt>
                <c:pt idx="2308">
                  <c:v>0.06</c:v>
                </c:pt>
                <c:pt idx="2309">
                  <c:v>0.052</c:v>
                </c:pt>
                <c:pt idx="2310">
                  <c:v>0.056</c:v>
                </c:pt>
                <c:pt idx="2311">
                  <c:v>0.061</c:v>
                </c:pt>
                <c:pt idx="2312">
                  <c:v>0.07</c:v>
                </c:pt>
                <c:pt idx="2313">
                  <c:v>0.07</c:v>
                </c:pt>
                <c:pt idx="2314">
                  <c:v>0.07</c:v>
                </c:pt>
                <c:pt idx="2315">
                  <c:v>0.09</c:v>
                </c:pt>
                <c:pt idx="2316">
                  <c:v>0.092</c:v>
                </c:pt>
                <c:pt idx="2317">
                  <c:v>0.085</c:v>
                </c:pt>
                <c:pt idx="2318">
                  <c:v>0.084</c:v>
                </c:pt>
                <c:pt idx="2319">
                  <c:v>0.09</c:v>
                </c:pt>
                <c:pt idx="2320">
                  <c:v>0.075</c:v>
                </c:pt>
                <c:pt idx="2321">
                  <c:v>0.071</c:v>
                </c:pt>
                <c:pt idx="2322">
                  <c:v>0.069</c:v>
                </c:pt>
                <c:pt idx="2323">
                  <c:v>0.073</c:v>
                </c:pt>
                <c:pt idx="2324">
                  <c:v>0.064</c:v>
                </c:pt>
                <c:pt idx="2325">
                  <c:v>0.06</c:v>
                </c:pt>
                <c:pt idx="2326">
                  <c:v>0.048</c:v>
                </c:pt>
                <c:pt idx="2327">
                  <c:v>0.046</c:v>
                </c:pt>
                <c:pt idx="2328">
                  <c:v>0.063</c:v>
                </c:pt>
                <c:pt idx="2329">
                  <c:v>0.077</c:v>
                </c:pt>
                <c:pt idx="2330">
                  <c:v>0.078</c:v>
                </c:pt>
                <c:pt idx="2331">
                  <c:v>0.09</c:v>
                </c:pt>
                <c:pt idx="2332">
                  <c:v>0.097</c:v>
                </c:pt>
                <c:pt idx="2333">
                  <c:v>0.087</c:v>
                </c:pt>
                <c:pt idx="2334">
                  <c:v>0.092</c:v>
                </c:pt>
                <c:pt idx="2335">
                  <c:v>0.086</c:v>
                </c:pt>
                <c:pt idx="2336">
                  <c:v>0.093</c:v>
                </c:pt>
                <c:pt idx="2337">
                  <c:v>0.088</c:v>
                </c:pt>
                <c:pt idx="2338">
                  <c:v>0.084</c:v>
                </c:pt>
                <c:pt idx="2339">
                  <c:v>0.094</c:v>
                </c:pt>
                <c:pt idx="2340">
                  <c:v>0.093</c:v>
                </c:pt>
                <c:pt idx="2341">
                  <c:v>0.1</c:v>
                </c:pt>
                <c:pt idx="2342">
                  <c:v>0.1</c:v>
                </c:pt>
                <c:pt idx="2343">
                  <c:v>0.095</c:v>
                </c:pt>
                <c:pt idx="2344">
                  <c:v>0.109</c:v>
                </c:pt>
                <c:pt idx="2345">
                  <c:v>0.09</c:v>
                </c:pt>
                <c:pt idx="2346">
                  <c:v>0.08</c:v>
                </c:pt>
                <c:pt idx="2347">
                  <c:v>0.08</c:v>
                </c:pt>
                <c:pt idx="2348">
                  <c:v>0.077</c:v>
                </c:pt>
                <c:pt idx="2349">
                  <c:v>0.086</c:v>
                </c:pt>
                <c:pt idx="2350">
                  <c:v>0.066</c:v>
                </c:pt>
                <c:pt idx="2351">
                  <c:v>0.044</c:v>
                </c:pt>
                <c:pt idx="2352">
                  <c:v>0.052</c:v>
                </c:pt>
                <c:pt idx="2353">
                  <c:v>0.059</c:v>
                </c:pt>
                <c:pt idx="2354">
                  <c:v>0.072</c:v>
                </c:pt>
                <c:pt idx="2355">
                  <c:v>0.052</c:v>
                </c:pt>
                <c:pt idx="2356">
                  <c:v>0.042</c:v>
                </c:pt>
                <c:pt idx="2357">
                  <c:v>0.048</c:v>
                </c:pt>
                <c:pt idx="2358">
                  <c:v>0.045</c:v>
                </c:pt>
                <c:pt idx="2359">
                  <c:v>0.035</c:v>
                </c:pt>
                <c:pt idx="2360">
                  <c:v>0.057</c:v>
                </c:pt>
                <c:pt idx="2361">
                  <c:v>0.057</c:v>
                </c:pt>
                <c:pt idx="2362">
                  <c:v>0.053</c:v>
                </c:pt>
                <c:pt idx="2363">
                  <c:v>0.053</c:v>
                </c:pt>
                <c:pt idx="2364">
                  <c:v>0.053</c:v>
                </c:pt>
                <c:pt idx="2365">
                  <c:v>0.06</c:v>
                </c:pt>
                <c:pt idx="2366">
                  <c:v>0.041</c:v>
                </c:pt>
                <c:pt idx="2367">
                  <c:v>0.041</c:v>
                </c:pt>
                <c:pt idx="2368">
                  <c:v>0.041</c:v>
                </c:pt>
                <c:pt idx="2369">
                  <c:v>0.035</c:v>
                </c:pt>
                <c:pt idx="2370">
                  <c:v>0.054</c:v>
                </c:pt>
                <c:pt idx="2371">
                  <c:v>0.059</c:v>
                </c:pt>
                <c:pt idx="2372">
                  <c:v>0.056</c:v>
                </c:pt>
                <c:pt idx="2373">
                  <c:v>0.051</c:v>
                </c:pt>
                <c:pt idx="2374">
                  <c:v>0.051</c:v>
                </c:pt>
                <c:pt idx="2375">
                  <c:v>0.056</c:v>
                </c:pt>
                <c:pt idx="2376">
                  <c:v>0.066</c:v>
                </c:pt>
                <c:pt idx="2377">
                  <c:v>0.083</c:v>
                </c:pt>
                <c:pt idx="2378">
                  <c:v>0.075</c:v>
                </c:pt>
                <c:pt idx="2379">
                  <c:v>0.085</c:v>
                </c:pt>
                <c:pt idx="2380">
                  <c:v>0.054</c:v>
                </c:pt>
                <c:pt idx="2381">
                  <c:v>0.078</c:v>
                </c:pt>
                <c:pt idx="2382">
                  <c:v>0.083</c:v>
                </c:pt>
                <c:pt idx="2383">
                  <c:v>0.056</c:v>
                </c:pt>
                <c:pt idx="2384">
                  <c:v>0.044</c:v>
                </c:pt>
                <c:pt idx="2385">
                  <c:v>0.027</c:v>
                </c:pt>
                <c:pt idx="2386">
                  <c:v>0.045</c:v>
                </c:pt>
                <c:pt idx="2387">
                  <c:v>0.033</c:v>
                </c:pt>
                <c:pt idx="2388">
                  <c:v>0.032</c:v>
                </c:pt>
                <c:pt idx="2389">
                  <c:v>0.026</c:v>
                </c:pt>
                <c:pt idx="2390">
                  <c:v>0.019</c:v>
                </c:pt>
                <c:pt idx="2391">
                  <c:v>0.013</c:v>
                </c:pt>
                <c:pt idx="2392">
                  <c:v>0.014</c:v>
                </c:pt>
                <c:pt idx="2393">
                  <c:v>0.036</c:v>
                </c:pt>
                <c:pt idx="2394">
                  <c:v>0.027</c:v>
                </c:pt>
                <c:pt idx="2395">
                  <c:v>0.027</c:v>
                </c:pt>
                <c:pt idx="2396">
                  <c:v>0.027</c:v>
                </c:pt>
                <c:pt idx="2397">
                  <c:v>0.024</c:v>
                </c:pt>
                <c:pt idx="2398">
                  <c:v>0.032</c:v>
                </c:pt>
                <c:pt idx="2399">
                  <c:v>0.003</c:v>
                </c:pt>
                <c:pt idx="2400">
                  <c:v>0.019</c:v>
                </c:pt>
                <c:pt idx="2401">
                  <c:v>0.001</c:v>
                </c:pt>
                <c:pt idx="2402">
                  <c:v>-0.016</c:v>
                </c:pt>
                <c:pt idx="2403">
                  <c:v>-0.031</c:v>
                </c:pt>
                <c:pt idx="2404">
                  <c:v>-0.045</c:v>
                </c:pt>
                <c:pt idx="2405">
                  <c:v>-0.074</c:v>
                </c:pt>
                <c:pt idx="2406">
                  <c:v>-0.07</c:v>
                </c:pt>
                <c:pt idx="2407">
                  <c:v>-0.055</c:v>
                </c:pt>
                <c:pt idx="2408">
                  <c:v>-0.067</c:v>
                </c:pt>
                <c:pt idx="2409">
                  <c:v>-0.068</c:v>
                </c:pt>
                <c:pt idx="2410">
                  <c:v>-0.068</c:v>
                </c:pt>
                <c:pt idx="2411">
                  <c:v>-0.054</c:v>
                </c:pt>
                <c:pt idx="2412">
                  <c:v>-0.053</c:v>
                </c:pt>
                <c:pt idx="2413">
                  <c:v>-0.051</c:v>
                </c:pt>
                <c:pt idx="2414">
                  <c:v>-0.06</c:v>
                </c:pt>
                <c:pt idx="2415">
                  <c:v>-0.069</c:v>
                </c:pt>
                <c:pt idx="2416">
                  <c:v>-0.07</c:v>
                </c:pt>
                <c:pt idx="2417">
                  <c:v>-0.06</c:v>
                </c:pt>
                <c:pt idx="2418">
                  <c:v>-0.061</c:v>
                </c:pt>
                <c:pt idx="2419">
                  <c:v>-0.07</c:v>
                </c:pt>
                <c:pt idx="2420">
                  <c:v>-0.062</c:v>
                </c:pt>
                <c:pt idx="2421">
                  <c:v>-0.055</c:v>
                </c:pt>
                <c:pt idx="2422">
                  <c:v>-0.057</c:v>
                </c:pt>
                <c:pt idx="2423">
                  <c:v>-0.059</c:v>
                </c:pt>
                <c:pt idx="2424">
                  <c:v>-0.061</c:v>
                </c:pt>
                <c:pt idx="2425">
                  <c:v>-0.061</c:v>
                </c:pt>
                <c:pt idx="2426">
                  <c:v>-0.05</c:v>
                </c:pt>
                <c:pt idx="2427">
                  <c:v>-0.064</c:v>
                </c:pt>
                <c:pt idx="2428">
                  <c:v>-0.064</c:v>
                </c:pt>
                <c:pt idx="2429">
                  <c:v>-0.063</c:v>
                </c:pt>
                <c:pt idx="2430">
                  <c:v>-0.062</c:v>
                </c:pt>
                <c:pt idx="2431">
                  <c:v>-0.077</c:v>
                </c:pt>
                <c:pt idx="2432">
                  <c:v>-0.073</c:v>
                </c:pt>
                <c:pt idx="2433">
                  <c:v>-0.094</c:v>
                </c:pt>
                <c:pt idx="2434">
                  <c:v>-0.085</c:v>
                </c:pt>
                <c:pt idx="2435">
                  <c:v>-0.095</c:v>
                </c:pt>
                <c:pt idx="2436">
                  <c:v>-0.079</c:v>
                </c:pt>
                <c:pt idx="2437">
                  <c:v>-0.069</c:v>
                </c:pt>
                <c:pt idx="2438">
                  <c:v>-0.05</c:v>
                </c:pt>
                <c:pt idx="2439">
                  <c:v>-0.032</c:v>
                </c:pt>
                <c:pt idx="2440">
                  <c:v>-0.032</c:v>
                </c:pt>
                <c:pt idx="2441">
                  <c:v>-0.068</c:v>
                </c:pt>
                <c:pt idx="2442">
                  <c:v>-0.044</c:v>
                </c:pt>
                <c:pt idx="2443">
                  <c:v>-0.044</c:v>
                </c:pt>
                <c:pt idx="2444">
                  <c:v>-0.043</c:v>
                </c:pt>
                <c:pt idx="2445">
                  <c:v>-0.026</c:v>
                </c:pt>
                <c:pt idx="2446">
                  <c:v>-0.018</c:v>
                </c:pt>
                <c:pt idx="2447">
                  <c:v>-0.007</c:v>
                </c:pt>
                <c:pt idx="2448">
                  <c:v>-0.02</c:v>
                </c:pt>
                <c:pt idx="2449">
                  <c:v>-0.04</c:v>
                </c:pt>
                <c:pt idx="2450">
                  <c:v>-0.054</c:v>
                </c:pt>
                <c:pt idx="2451">
                  <c:v>-0.023</c:v>
                </c:pt>
                <c:pt idx="2452">
                  <c:v>-0.038</c:v>
                </c:pt>
                <c:pt idx="2453">
                  <c:v>-0.038</c:v>
                </c:pt>
                <c:pt idx="2454">
                  <c:v>-0.053</c:v>
                </c:pt>
                <c:pt idx="2455">
                  <c:v>-0.071</c:v>
                </c:pt>
                <c:pt idx="2456">
                  <c:v>-0.08</c:v>
                </c:pt>
                <c:pt idx="2457">
                  <c:v>-0.068</c:v>
                </c:pt>
                <c:pt idx="2458">
                  <c:v>-0.075</c:v>
                </c:pt>
                <c:pt idx="2459">
                  <c:v>-0.09</c:v>
                </c:pt>
                <c:pt idx="2460">
                  <c:v>-0.073</c:v>
                </c:pt>
                <c:pt idx="2461">
                  <c:v>-0.095</c:v>
                </c:pt>
                <c:pt idx="2462">
                  <c:v>-0.075</c:v>
                </c:pt>
                <c:pt idx="2463">
                  <c:v>-0.083</c:v>
                </c:pt>
                <c:pt idx="2464">
                  <c:v>-0.087</c:v>
                </c:pt>
                <c:pt idx="2465">
                  <c:v>-0.085</c:v>
                </c:pt>
                <c:pt idx="2466">
                  <c:v>-0.1</c:v>
                </c:pt>
                <c:pt idx="2467">
                  <c:v>-0.09</c:v>
                </c:pt>
                <c:pt idx="2468">
                  <c:v>-0.11</c:v>
                </c:pt>
                <c:pt idx="2469">
                  <c:v>-0.103</c:v>
                </c:pt>
                <c:pt idx="2470">
                  <c:v>-0.103</c:v>
                </c:pt>
                <c:pt idx="2471">
                  <c:v>-0.084</c:v>
                </c:pt>
                <c:pt idx="2472">
                  <c:v>-0.054</c:v>
                </c:pt>
                <c:pt idx="2473">
                  <c:v>-0.098</c:v>
                </c:pt>
                <c:pt idx="2474">
                  <c:v>-0.083</c:v>
                </c:pt>
                <c:pt idx="2475">
                  <c:v>-0.091</c:v>
                </c:pt>
                <c:pt idx="2476">
                  <c:v>-0.08</c:v>
                </c:pt>
                <c:pt idx="2477">
                  <c:v>-0.14</c:v>
                </c:pt>
                <c:pt idx="2478">
                  <c:v>-0.195</c:v>
                </c:pt>
                <c:pt idx="2479">
                  <c:v>-0.277</c:v>
                </c:pt>
                <c:pt idx="2480">
                  <c:v>-0.295</c:v>
                </c:pt>
                <c:pt idx="2481">
                  <c:v>-0.26</c:v>
                </c:pt>
                <c:pt idx="2482">
                  <c:v>-0.245</c:v>
                </c:pt>
                <c:pt idx="2483">
                  <c:v>-0.227</c:v>
                </c:pt>
                <c:pt idx="2484">
                  <c:v>-0.223</c:v>
                </c:pt>
                <c:pt idx="2485">
                  <c:v>-0.237</c:v>
                </c:pt>
                <c:pt idx="2486">
                  <c:v>-0.234</c:v>
                </c:pt>
                <c:pt idx="2487">
                  <c:v>-0.232</c:v>
                </c:pt>
                <c:pt idx="2488">
                  <c:v>-0.232</c:v>
                </c:pt>
                <c:pt idx="2489">
                  <c:v>-0.262</c:v>
                </c:pt>
                <c:pt idx="2490">
                  <c:v>-0.285</c:v>
                </c:pt>
                <c:pt idx="2491">
                  <c:v>-0.28</c:v>
                </c:pt>
                <c:pt idx="2492">
                  <c:v>-0.272</c:v>
                </c:pt>
                <c:pt idx="2493">
                  <c:v>-0.287</c:v>
                </c:pt>
                <c:pt idx="2494">
                  <c:v>-0.28</c:v>
                </c:pt>
                <c:pt idx="2495">
                  <c:v>-0.27</c:v>
                </c:pt>
                <c:pt idx="2496">
                  <c:v>-0.252</c:v>
                </c:pt>
                <c:pt idx="2497">
                  <c:v>-0.255</c:v>
                </c:pt>
                <c:pt idx="2498">
                  <c:v>-0.261</c:v>
                </c:pt>
                <c:pt idx="2499">
                  <c:v>-0.222</c:v>
                </c:pt>
                <c:pt idx="2500">
                  <c:v>-0.238</c:v>
                </c:pt>
                <c:pt idx="2501">
                  <c:v>-0.23</c:v>
                </c:pt>
                <c:pt idx="2502">
                  <c:v>-0.198</c:v>
                </c:pt>
                <c:pt idx="2503">
                  <c:v>-0.178</c:v>
                </c:pt>
                <c:pt idx="2504">
                  <c:v>-0.148</c:v>
                </c:pt>
                <c:pt idx="2505">
                  <c:v>-0.143</c:v>
                </c:pt>
                <c:pt idx="2506">
                  <c:v>-0.147</c:v>
                </c:pt>
                <c:pt idx="2507">
                  <c:v>-0.153</c:v>
                </c:pt>
                <c:pt idx="2508">
                  <c:v>-0.155</c:v>
                </c:pt>
                <c:pt idx="2509">
                  <c:v>-0.199</c:v>
                </c:pt>
                <c:pt idx="2510">
                  <c:v>-0.194</c:v>
                </c:pt>
                <c:pt idx="2511">
                  <c:v>-0.17</c:v>
                </c:pt>
                <c:pt idx="2512">
                  <c:v>-0.162</c:v>
                </c:pt>
                <c:pt idx="2513">
                  <c:v>-0.155</c:v>
                </c:pt>
                <c:pt idx="2514">
                  <c:v>-0.133</c:v>
                </c:pt>
                <c:pt idx="2515">
                  <c:v>-0.115</c:v>
                </c:pt>
                <c:pt idx="2516">
                  <c:v>-0.123</c:v>
                </c:pt>
                <c:pt idx="2517">
                  <c:v>-0.125</c:v>
                </c:pt>
                <c:pt idx="2518">
                  <c:v>-0.104</c:v>
                </c:pt>
                <c:pt idx="2519">
                  <c:v>-0.11</c:v>
                </c:pt>
                <c:pt idx="2520">
                  <c:v>-0.119</c:v>
                </c:pt>
                <c:pt idx="2521">
                  <c:v>-0.12</c:v>
                </c:pt>
                <c:pt idx="2522">
                  <c:v>-0.118</c:v>
                </c:pt>
                <c:pt idx="2523">
                  <c:v>-0.121</c:v>
                </c:pt>
                <c:pt idx="2524">
                  <c:v>-0.125</c:v>
                </c:pt>
                <c:pt idx="2525">
                  <c:v>-0.088</c:v>
                </c:pt>
                <c:pt idx="2526">
                  <c:v>-0.109</c:v>
                </c:pt>
                <c:pt idx="2527">
                  <c:v>-0.099</c:v>
                </c:pt>
                <c:pt idx="2528">
                  <c:v>-0.118</c:v>
                </c:pt>
                <c:pt idx="2529">
                  <c:v>-0.075</c:v>
                </c:pt>
                <c:pt idx="2530">
                  <c:v>-0.098</c:v>
                </c:pt>
                <c:pt idx="2531">
                  <c:v>-0.11</c:v>
                </c:pt>
                <c:pt idx="2532">
                  <c:v>-0.109</c:v>
                </c:pt>
                <c:pt idx="2533">
                  <c:v>-0.114</c:v>
                </c:pt>
                <c:pt idx="2534">
                  <c:v>-0.123</c:v>
                </c:pt>
                <c:pt idx="2535">
                  <c:v>-0.109</c:v>
                </c:pt>
                <c:pt idx="2536">
                  <c:v>-0.095</c:v>
                </c:pt>
                <c:pt idx="2537">
                  <c:v>-0.1</c:v>
                </c:pt>
                <c:pt idx="2538">
                  <c:v>-0.123</c:v>
                </c:pt>
                <c:pt idx="2539">
                  <c:v>-0.129</c:v>
                </c:pt>
                <c:pt idx="2540">
                  <c:v>-0.129</c:v>
                </c:pt>
                <c:pt idx="2541">
                  <c:v>-0.129</c:v>
                </c:pt>
                <c:pt idx="2542">
                  <c:v>-0.129</c:v>
                </c:pt>
                <c:pt idx="2543">
                  <c:v>-0.083</c:v>
                </c:pt>
                <c:pt idx="2544">
                  <c:v>-0.083</c:v>
                </c:pt>
                <c:pt idx="2545">
                  <c:v>-0.053</c:v>
                </c:pt>
                <c:pt idx="2546">
                  <c:v>-0.105</c:v>
                </c:pt>
                <c:pt idx="2547">
                  <c:v>-0.07</c:v>
                </c:pt>
                <c:pt idx="2548">
                  <c:v>-0.115</c:v>
                </c:pt>
                <c:pt idx="2549">
                  <c:v>-0.119</c:v>
                </c:pt>
                <c:pt idx="2550">
                  <c:v>-0.14</c:v>
                </c:pt>
                <c:pt idx="2551">
                  <c:v>-0.132</c:v>
                </c:pt>
                <c:pt idx="2552">
                  <c:v>-0.119</c:v>
                </c:pt>
                <c:pt idx="2553">
                  <c:v>-0.123</c:v>
                </c:pt>
                <c:pt idx="2554">
                  <c:v>-0.097</c:v>
                </c:pt>
                <c:pt idx="2555">
                  <c:v>-0.081</c:v>
                </c:pt>
                <c:pt idx="2556">
                  <c:v>-0.107</c:v>
                </c:pt>
                <c:pt idx="2557">
                  <c:v>-0.091</c:v>
                </c:pt>
                <c:pt idx="2558">
                  <c:v>-0.088</c:v>
                </c:pt>
                <c:pt idx="2559">
                  <c:v>-0.061</c:v>
                </c:pt>
                <c:pt idx="2560">
                  <c:v>-0.064</c:v>
                </c:pt>
                <c:pt idx="2561">
                  <c:v>-0.058</c:v>
                </c:pt>
                <c:pt idx="2562">
                  <c:v>-0.088</c:v>
                </c:pt>
                <c:pt idx="2563">
                  <c:v>-0.067</c:v>
                </c:pt>
                <c:pt idx="2564">
                  <c:v>-0.035</c:v>
                </c:pt>
                <c:pt idx="2565">
                  <c:v>-0.093</c:v>
                </c:pt>
                <c:pt idx="2566">
                  <c:v>-0.088</c:v>
                </c:pt>
                <c:pt idx="2567">
                  <c:v>-0.089</c:v>
                </c:pt>
                <c:pt idx="2568">
                  <c:v>-0.098</c:v>
                </c:pt>
                <c:pt idx="2569">
                  <c:v>-0.09</c:v>
                </c:pt>
                <c:pt idx="2570">
                  <c:v>-0.119</c:v>
                </c:pt>
                <c:pt idx="2571">
                  <c:v>-0.102</c:v>
                </c:pt>
                <c:pt idx="2572">
                  <c:v>-0.098</c:v>
                </c:pt>
                <c:pt idx="2573">
                  <c:v>-0.098</c:v>
                </c:pt>
                <c:pt idx="2574">
                  <c:v>-0.052</c:v>
                </c:pt>
                <c:pt idx="2575">
                  <c:v>-0.084</c:v>
                </c:pt>
                <c:pt idx="2576">
                  <c:v>-0.012</c:v>
                </c:pt>
                <c:pt idx="2577">
                  <c:v>-0.044</c:v>
                </c:pt>
                <c:pt idx="2578">
                  <c:v>-0.013</c:v>
                </c:pt>
                <c:pt idx="2579">
                  <c:v>-0.024</c:v>
                </c:pt>
                <c:pt idx="2580">
                  <c:v>-0.02</c:v>
                </c:pt>
                <c:pt idx="2581">
                  <c:v>-0.108</c:v>
                </c:pt>
                <c:pt idx="2582">
                  <c:v>-0.055</c:v>
                </c:pt>
                <c:pt idx="2583">
                  <c:v>-0.05</c:v>
                </c:pt>
                <c:pt idx="2584">
                  <c:v>-0.015</c:v>
                </c:pt>
                <c:pt idx="2585">
                  <c:v>-0.033</c:v>
                </c:pt>
                <c:pt idx="2586">
                  <c:v>-0.068</c:v>
                </c:pt>
                <c:pt idx="2587">
                  <c:v>-0.065</c:v>
                </c:pt>
                <c:pt idx="2588">
                  <c:v>-0.074</c:v>
                </c:pt>
                <c:pt idx="2589">
                  <c:v>-0.074</c:v>
                </c:pt>
                <c:pt idx="2590">
                  <c:v>-0.063</c:v>
                </c:pt>
                <c:pt idx="2591">
                  <c:v>-0.001</c:v>
                </c:pt>
                <c:pt idx="2592">
                  <c:v>-0.008</c:v>
                </c:pt>
                <c:pt idx="2593">
                  <c:v>0.006</c:v>
                </c:pt>
                <c:pt idx="2594">
                  <c:v>0.015</c:v>
                </c:pt>
                <c:pt idx="2595">
                  <c:v>0.05</c:v>
                </c:pt>
                <c:pt idx="2596">
                  <c:v>0.025</c:v>
                </c:pt>
                <c:pt idx="2597">
                  <c:v>0.083</c:v>
                </c:pt>
                <c:pt idx="2598">
                  <c:v>0.08</c:v>
                </c:pt>
                <c:pt idx="2599">
                  <c:v>0.017</c:v>
                </c:pt>
                <c:pt idx="2600">
                  <c:v>0.017</c:v>
                </c:pt>
                <c:pt idx="2601">
                  <c:v>-0.03</c:v>
                </c:pt>
                <c:pt idx="2602">
                  <c:v>0.037</c:v>
                </c:pt>
                <c:pt idx="2603">
                  <c:v>0.022</c:v>
                </c:pt>
                <c:pt idx="2604">
                  <c:v>0.049</c:v>
                </c:pt>
                <c:pt idx="2605">
                  <c:v>0.06</c:v>
                </c:pt>
                <c:pt idx="2606">
                  <c:v>0.079</c:v>
                </c:pt>
                <c:pt idx="2607">
                  <c:v>0.05</c:v>
                </c:pt>
                <c:pt idx="2608">
                  <c:v>0.095</c:v>
                </c:pt>
                <c:pt idx="2609">
                  <c:v>0.222</c:v>
                </c:pt>
                <c:pt idx="2610">
                  <c:v>0.209</c:v>
                </c:pt>
                <c:pt idx="2611">
                  <c:v>0.212</c:v>
                </c:pt>
                <c:pt idx="2612">
                  <c:v>0.218</c:v>
                </c:pt>
                <c:pt idx="2613">
                  <c:v>0.232</c:v>
                </c:pt>
                <c:pt idx="2614">
                  <c:v>0.226</c:v>
                </c:pt>
                <c:pt idx="2615">
                  <c:v>0.212</c:v>
                </c:pt>
                <c:pt idx="2616">
                  <c:v>0.22</c:v>
                </c:pt>
                <c:pt idx="2617">
                  <c:v>0.207</c:v>
                </c:pt>
                <c:pt idx="2618">
                  <c:v>0.214</c:v>
                </c:pt>
                <c:pt idx="2619">
                  <c:v>0.237</c:v>
                </c:pt>
                <c:pt idx="2620">
                  <c:v>0.195</c:v>
                </c:pt>
                <c:pt idx="2621">
                  <c:v>0.215</c:v>
                </c:pt>
                <c:pt idx="2622">
                  <c:v>0.221</c:v>
                </c:pt>
                <c:pt idx="2623">
                  <c:v>0.221</c:v>
                </c:pt>
                <c:pt idx="2624">
                  <c:v>0.236</c:v>
                </c:pt>
                <c:pt idx="2625">
                  <c:v>0.245</c:v>
                </c:pt>
                <c:pt idx="2626">
                  <c:v>0.253</c:v>
                </c:pt>
                <c:pt idx="2627">
                  <c:v>0.254</c:v>
                </c:pt>
                <c:pt idx="2628">
                  <c:v>0.26</c:v>
                </c:pt>
                <c:pt idx="2629">
                  <c:v>0.26</c:v>
                </c:pt>
                <c:pt idx="2630">
                  <c:v>0.26</c:v>
                </c:pt>
                <c:pt idx="2631">
                  <c:v>0.263</c:v>
                </c:pt>
                <c:pt idx="2632">
                  <c:v>0.262</c:v>
                </c:pt>
                <c:pt idx="2633">
                  <c:v>0.274</c:v>
                </c:pt>
                <c:pt idx="2634">
                  <c:v>0.276</c:v>
                </c:pt>
                <c:pt idx="2635">
                  <c:v>0.27</c:v>
                </c:pt>
                <c:pt idx="2636">
                  <c:v>0.27</c:v>
                </c:pt>
                <c:pt idx="2637">
                  <c:v>0.275</c:v>
                </c:pt>
                <c:pt idx="2638">
                  <c:v>0.265</c:v>
                </c:pt>
                <c:pt idx="2639">
                  <c:v>0.292</c:v>
                </c:pt>
                <c:pt idx="2640">
                  <c:v>0.296</c:v>
                </c:pt>
                <c:pt idx="2641">
                  <c:v>0.291</c:v>
                </c:pt>
                <c:pt idx="2642">
                  <c:v>0.295</c:v>
                </c:pt>
                <c:pt idx="2643">
                  <c:v>0.317</c:v>
                </c:pt>
                <c:pt idx="2644">
                  <c:v>0.307</c:v>
                </c:pt>
                <c:pt idx="2645">
                  <c:v>0.301</c:v>
                </c:pt>
                <c:pt idx="2646">
                  <c:v>0.315</c:v>
                </c:pt>
                <c:pt idx="2647">
                  <c:v>0.325</c:v>
                </c:pt>
                <c:pt idx="2648">
                  <c:v>0.336</c:v>
                </c:pt>
                <c:pt idx="2649">
                  <c:v>0.314</c:v>
                </c:pt>
                <c:pt idx="2650">
                  <c:v>0.317</c:v>
                </c:pt>
                <c:pt idx="2651">
                  <c:v>0.294</c:v>
                </c:pt>
                <c:pt idx="2652">
                  <c:v>0.302</c:v>
                </c:pt>
                <c:pt idx="2653">
                  <c:v>0.3</c:v>
                </c:pt>
                <c:pt idx="2654">
                  <c:v>0.295</c:v>
                </c:pt>
                <c:pt idx="2655">
                  <c:v>0.299</c:v>
                </c:pt>
                <c:pt idx="2656">
                  <c:v>0.315</c:v>
                </c:pt>
                <c:pt idx="2657">
                  <c:v>0.319</c:v>
                </c:pt>
                <c:pt idx="2658">
                  <c:v>0.319</c:v>
                </c:pt>
                <c:pt idx="2659">
                  <c:v>0.292</c:v>
                </c:pt>
                <c:pt idx="2660">
                  <c:v>0.295</c:v>
                </c:pt>
                <c:pt idx="2661">
                  <c:v>0.294</c:v>
                </c:pt>
                <c:pt idx="2662">
                  <c:v>0.298</c:v>
                </c:pt>
                <c:pt idx="2663">
                  <c:v>0.3</c:v>
                </c:pt>
                <c:pt idx="2664">
                  <c:v>0.296</c:v>
                </c:pt>
                <c:pt idx="2665">
                  <c:v>0.311</c:v>
                </c:pt>
                <c:pt idx="2666">
                  <c:v>0.312</c:v>
                </c:pt>
                <c:pt idx="2667">
                  <c:v>0.328</c:v>
                </c:pt>
                <c:pt idx="2668">
                  <c:v>0.316</c:v>
                </c:pt>
                <c:pt idx="2669">
                  <c:v>0.314</c:v>
                </c:pt>
                <c:pt idx="2670">
                  <c:v>0.318</c:v>
                </c:pt>
                <c:pt idx="2671">
                  <c:v>0.31</c:v>
                </c:pt>
                <c:pt idx="2672">
                  <c:v>0.31</c:v>
                </c:pt>
                <c:pt idx="2673">
                  <c:v>0.304</c:v>
                </c:pt>
                <c:pt idx="2674">
                  <c:v>0.293</c:v>
                </c:pt>
                <c:pt idx="2675">
                  <c:v>0.282</c:v>
                </c:pt>
                <c:pt idx="2676">
                  <c:v>0.301</c:v>
                </c:pt>
                <c:pt idx="2677">
                  <c:v>0.316</c:v>
                </c:pt>
                <c:pt idx="2678">
                  <c:v>0.298</c:v>
                </c:pt>
                <c:pt idx="2679">
                  <c:v>0.303</c:v>
                </c:pt>
                <c:pt idx="2680">
                  <c:v>0.313</c:v>
                </c:pt>
                <c:pt idx="2681">
                  <c:v>0.309</c:v>
                </c:pt>
                <c:pt idx="2682">
                  <c:v>0.327</c:v>
                </c:pt>
                <c:pt idx="2683">
                  <c:v>0.315</c:v>
                </c:pt>
                <c:pt idx="2684">
                  <c:v>0.319</c:v>
                </c:pt>
                <c:pt idx="2685">
                  <c:v>0.302</c:v>
                </c:pt>
                <c:pt idx="2686">
                  <c:v>0.31</c:v>
                </c:pt>
                <c:pt idx="2687">
                  <c:v>0.315</c:v>
                </c:pt>
                <c:pt idx="2688">
                  <c:v>0.315</c:v>
                </c:pt>
                <c:pt idx="2689">
                  <c:v>0.328</c:v>
                </c:pt>
                <c:pt idx="2690">
                  <c:v>0.336</c:v>
                </c:pt>
                <c:pt idx="2691">
                  <c:v>0.324</c:v>
                </c:pt>
                <c:pt idx="2692">
                  <c:v>0.308</c:v>
                </c:pt>
                <c:pt idx="2693">
                  <c:v>0.312</c:v>
                </c:pt>
                <c:pt idx="2694">
                  <c:v>0.317</c:v>
                </c:pt>
                <c:pt idx="2695">
                  <c:v>0.351</c:v>
                </c:pt>
                <c:pt idx="2696">
                  <c:v>0.327</c:v>
                </c:pt>
                <c:pt idx="2697">
                  <c:v>0.353</c:v>
                </c:pt>
                <c:pt idx="2698">
                  <c:v>0.319</c:v>
                </c:pt>
                <c:pt idx="2699">
                  <c:v>0.326</c:v>
                </c:pt>
                <c:pt idx="2700">
                  <c:v>0.309</c:v>
                </c:pt>
                <c:pt idx="2701">
                  <c:v>0.309</c:v>
                </c:pt>
                <c:pt idx="2702">
                  <c:v>0.309</c:v>
                </c:pt>
                <c:pt idx="2703">
                  <c:v>0.309</c:v>
                </c:pt>
                <c:pt idx="2704">
                  <c:v>0.36</c:v>
                </c:pt>
                <c:pt idx="2705">
                  <c:v>0.365</c:v>
                </c:pt>
                <c:pt idx="2706">
                  <c:v>0.377</c:v>
                </c:pt>
                <c:pt idx="2707">
                  <c:v>0.359</c:v>
                </c:pt>
                <c:pt idx="2708">
                  <c:v>0.34</c:v>
                </c:pt>
                <c:pt idx="2709">
                  <c:v>0.345</c:v>
                </c:pt>
                <c:pt idx="2710">
                  <c:v>0.364</c:v>
                </c:pt>
                <c:pt idx="2711">
                  <c:v>0.35</c:v>
                </c:pt>
                <c:pt idx="2712">
                  <c:v>0.365</c:v>
                </c:pt>
                <c:pt idx="2713">
                  <c:v>0.355</c:v>
                </c:pt>
                <c:pt idx="2714">
                  <c:v>0.396</c:v>
                </c:pt>
                <c:pt idx="2715">
                  <c:v>0.39</c:v>
                </c:pt>
                <c:pt idx="2716">
                  <c:v>0.356</c:v>
                </c:pt>
                <c:pt idx="2717">
                  <c:v>0.375</c:v>
                </c:pt>
                <c:pt idx="2718">
                  <c:v>0.374</c:v>
                </c:pt>
                <c:pt idx="2719">
                  <c:v>0.388</c:v>
                </c:pt>
                <c:pt idx="2720">
                  <c:v>0.366</c:v>
                </c:pt>
                <c:pt idx="2721">
                  <c:v>0.38</c:v>
                </c:pt>
                <c:pt idx="2722">
                  <c:v>0.343</c:v>
                </c:pt>
                <c:pt idx="2723">
                  <c:v>0.361</c:v>
                </c:pt>
                <c:pt idx="2724">
                  <c:v>0.356</c:v>
                </c:pt>
                <c:pt idx="2725">
                  <c:v>0.371</c:v>
                </c:pt>
                <c:pt idx="2726">
                  <c:v>0.371</c:v>
                </c:pt>
                <c:pt idx="2727">
                  <c:v>0.389</c:v>
                </c:pt>
                <c:pt idx="2728">
                  <c:v>0.374</c:v>
                </c:pt>
                <c:pt idx="2729">
                  <c:v>0.374</c:v>
                </c:pt>
                <c:pt idx="2730">
                  <c:v>0.353</c:v>
                </c:pt>
                <c:pt idx="2731">
                  <c:v>0.388</c:v>
                </c:pt>
                <c:pt idx="2732">
                  <c:v>0.4</c:v>
                </c:pt>
                <c:pt idx="2733">
                  <c:v>0.415</c:v>
                </c:pt>
                <c:pt idx="2734">
                  <c:v>0.421</c:v>
                </c:pt>
                <c:pt idx="2735">
                  <c:v>0.396</c:v>
                </c:pt>
                <c:pt idx="2736">
                  <c:v>0.386</c:v>
                </c:pt>
                <c:pt idx="2737">
                  <c:v>0.409</c:v>
                </c:pt>
                <c:pt idx="2738">
                  <c:v>0.405</c:v>
                </c:pt>
                <c:pt idx="2739">
                  <c:v>0.406</c:v>
                </c:pt>
                <c:pt idx="2740">
                  <c:v>0.4</c:v>
                </c:pt>
                <c:pt idx="2741">
                  <c:v>0.402</c:v>
                </c:pt>
                <c:pt idx="2742">
                  <c:v>0.403</c:v>
                </c:pt>
                <c:pt idx="2743">
                  <c:v>0.406</c:v>
                </c:pt>
                <c:pt idx="2744">
                  <c:v>0.407</c:v>
                </c:pt>
                <c:pt idx="2745">
                  <c:v>0.415</c:v>
                </c:pt>
                <c:pt idx="2746">
                  <c:v>0.41</c:v>
                </c:pt>
                <c:pt idx="2747">
                  <c:v>0.421</c:v>
                </c:pt>
                <c:pt idx="2748">
                  <c:v>0.421</c:v>
                </c:pt>
                <c:pt idx="2749">
                  <c:v>0.442</c:v>
                </c:pt>
                <c:pt idx="2750">
                  <c:v>0.451</c:v>
                </c:pt>
                <c:pt idx="2751">
                  <c:v>0.454</c:v>
                </c:pt>
                <c:pt idx="2752">
                  <c:v>0.449</c:v>
                </c:pt>
                <c:pt idx="2753">
                  <c:v>0.441</c:v>
                </c:pt>
                <c:pt idx="2754">
                  <c:v>0.443</c:v>
                </c:pt>
                <c:pt idx="2755">
                  <c:v>0.414</c:v>
                </c:pt>
                <c:pt idx="2756">
                  <c:v>0.452</c:v>
                </c:pt>
                <c:pt idx="2757">
                  <c:v>0.465</c:v>
                </c:pt>
                <c:pt idx="2758">
                  <c:v>0.478</c:v>
                </c:pt>
                <c:pt idx="2759">
                  <c:v>0.516</c:v>
                </c:pt>
                <c:pt idx="2760">
                  <c:v>0.478</c:v>
                </c:pt>
                <c:pt idx="2761">
                  <c:v>0.459</c:v>
                </c:pt>
                <c:pt idx="2762">
                  <c:v>0.446</c:v>
                </c:pt>
                <c:pt idx="2763">
                  <c:v>0.465</c:v>
                </c:pt>
                <c:pt idx="2764">
                  <c:v>0.475</c:v>
                </c:pt>
                <c:pt idx="2765">
                  <c:v>0.458</c:v>
                </c:pt>
                <c:pt idx="2766">
                  <c:v>0.457</c:v>
                </c:pt>
                <c:pt idx="2767">
                  <c:v>0.427</c:v>
                </c:pt>
                <c:pt idx="2768">
                  <c:v>0.418</c:v>
                </c:pt>
                <c:pt idx="2769">
                  <c:v>0.443</c:v>
                </c:pt>
                <c:pt idx="2770">
                  <c:v>0.476</c:v>
                </c:pt>
                <c:pt idx="2771">
                  <c:v>0.496</c:v>
                </c:pt>
                <c:pt idx="2772">
                  <c:v>0.499</c:v>
                </c:pt>
                <c:pt idx="2773">
                  <c:v>0.509</c:v>
                </c:pt>
                <c:pt idx="2774">
                  <c:v>0.531</c:v>
                </c:pt>
                <c:pt idx="2775">
                  <c:v>0.506</c:v>
                </c:pt>
                <c:pt idx="2776">
                  <c:v>0.448</c:v>
                </c:pt>
                <c:pt idx="2777">
                  <c:v>0.491</c:v>
                </c:pt>
                <c:pt idx="2778">
                  <c:v>0.486</c:v>
                </c:pt>
                <c:pt idx="2779">
                  <c:v>0.503</c:v>
                </c:pt>
                <c:pt idx="2780">
                  <c:v>0.464</c:v>
                </c:pt>
                <c:pt idx="2781">
                  <c:v>0.418</c:v>
                </c:pt>
                <c:pt idx="2782">
                  <c:v>0.403</c:v>
                </c:pt>
                <c:pt idx="2783">
                  <c:v>0.389</c:v>
                </c:pt>
                <c:pt idx="2784">
                  <c:v>0.396</c:v>
                </c:pt>
                <c:pt idx="2785">
                  <c:v>0.385</c:v>
                </c:pt>
                <c:pt idx="2786">
                  <c:v>0.418</c:v>
                </c:pt>
                <c:pt idx="2787">
                  <c:v>0.419</c:v>
                </c:pt>
                <c:pt idx="2788">
                  <c:v>0.413</c:v>
                </c:pt>
                <c:pt idx="2789">
                  <c:v>0.408</c:v>
                </c:pt>
                <c:pt idx="2790">
                  <c:v>0.386</c:v>
                </c:pt>
                <c:pt idx="2791">
                  <c:v>0.374</c:v>
                </c:pt>
                <c:pt idx="2792">
                  <c:v>0.385</c:v>
                </c:pt>
                <c:pt idx="2793">
                  <c:v>0.399</c:v>
                </c:pt>
                <c:pt idx="2794">
                  <c:v>0.448</c:v>
                </c:pt>
                <c:pt idx="2795">
                  <c:v>0.448</c:v>
                </c:pt>
                <c:pt idx="2796">
                  <c:v>0.443</c:v>
                </c:pt>
                <c:pt idx="2797">
                  <c:v>0.391</c:v>
                </c:pt>
                <c:pt idx="2798">
                  <c:v>0.416</c:v>
                </c:pt>
                <c:pt idx="2799">
                  <c:v>0.425</c:v>
                </c:pt>
                <c:pt idx="2800">
                  <c:v>0.358</c:v>
                </c:pt>
                <c:pt idx="2801">
                  <c:v>0.358</c:v>
                </c:pt>
                <c:pt idx="2802">
                  <c:v>0.358</c:v>
                </c:pt>
                <c:pt idx="2803">
                  <c:v>0.358</c:v>
                </c:pt>
                <c:pt idx="2804">
                  <c:v>0.336</c:v>
                </c:pt>
                <c:pt idx="2805">
                  <c:v>0.296</c:v>
                </c:pt>
                <c:pt idx="2806">
                  <c:v>0.296</c:v>
                </c:pt>
                <c:pt idx="2807">
                  <c:v>0.299</c:v>
                </c:pt>
                <c:pt idx="2808">
                  <c:v>0.285</c:v>
                </c:pt>
                <c:pt idx="2809">
                  <c:v>0.309</c:v>
                </c:pt>
                <c:pt idx="2810">
                  <c:v>0.301</c:v>
                </c:pt>
                <c:pt idx="2811">
                  <c:v>0.305</c:v>
                </c:pt>
                <c:pt idx="2812">
                  <c:v>0.305</c:v>
                </c:pt>
                <c:pt idx="2813">
                  <c:v>0.303</c:v>
                </c:pt>
                <c:pt idx="2814">
                  <c:v>0.323</c:v>
                </c:pt>
                <c:pt idx="2815">
                  <c:v>0.323</c:v>
                </c:pt>
                <c:pt idx="2816">
                  <c:v>0.324</c:v>
                </c:pt>
                <c:pt idx="2817">
                  <c:v>0.333</c:v>
                </c:pt>
                <c:pt idx="2818">
                  <c:v>0.339</c:v>
                </c:pt>
                <c:pt idx="2819">
                  <c:v>0.357</c:v>
                </c:pt>
                <c:pt idx="2820">
                  <c:v>0.354</c:v>
                </c:pt>
                <c:pt idx="2821">
                  <c:v>0.354</c:v>
                </c:pt>
                <c:pt idx="2822">
                  <c:v>0.335</c:v>
                </c:pt>
                <c:pt idx="2823">
                  <c:v>0.363</c:v>
                </c:pt>
                <c:pt idx="2824">
                  <c:v>0.336</c:v>
                </c:pt>
                <c:pt idx="2825">
                  <c:v>0.378</c:v>
                </c:pt>
                <c:pt idx="2826">
                  <c:v>0.396</c:v>
                </c:pt>
                <c:pt idx="2827">
                  <c:v>0.368</c:v>
                </c:pt>
                <c:pt idx="2828">
                  <c:v>0.37</c:v>
                </c:pt>
                <c:pt idx="2829">
                  <c:v>0.324</c:v>
                </c:pt>
                <c:pt idx="2830">
                  <c:v>0.325</c:v>
                </c:pt>
                <c:pt idx="2831">
                  <c:v>0.305</c:v>
                </c:pt>
                <c:pt idx="2832">
                  <c:v>0.304</c:v>
                </c:pt>
                <c:pt idx="2833">
                  <c:v>0.323</c:v>
                </c:pt>
                <c:pt idx="2834">
                  <c:v>0.331</c:v>
                </c:pt>
                <c:pt idx="2835">
                  <c:v>0.361</c:v>
                </c:pt>
                <c:pt idx="2836">
                  <c:v>0.418</c:v>
                </c:pt>
                <c:pt idx="2837">
                  <c:v>0.411</c:v>
                </c:pt>
                <c:pt idx="2838">
                  <c:v>0.402</c:v>
                </c:pt>
                <c:pt idx="2839">
                  <c:v>0.383</c:v>
                </c:pt>
                <c:pt idx="2840">
                  <c:v>0.414</c:v>
                </c:pt>
                <c:pt idx="2841">
                  <c:v>0.463</c:v>
                </c:pt>
                <c:pt idx="2842">
                  <c:v>0.426</c:v>
                </c:pt>
                <c:pt idx="2843">
                  <c:v>0.391</c:v>
                </c:pt>
                <c:pt idx="2844">
                  <c:v>0.399</c:v>
                </c:pt>
                <c:pt idx="2845">
                  <c:v>0.403</c:v>
                </c:pt>
                <c:pt idx="2846">
                  <c:v>0.371</c:v>
                </c:pt>
                <c:pt idx="2847">
                  <c:v>0.34</c:v>
                </c:pt>
                <c:pt idx="2848">
                  <c:v>0.329</c:v>
                </c:pt>
                <c:pt idx="2849">
                  <c:v>0.338</c:v>
                </c:pt>
                <c:pt idx="2850">
                  <c:v>0.335</c:v>
                </c:pt>
                <c:pt idx="2851">
                  <c:v>0.372</c:v>
                </c:pt>
                <c:pt idx="2852">
                  <c:v>0.378</c:v>
                </c:pt>
                <c:pt idx="2853">
                  <c:v>0.381</c:v>
                </c:pt>
                <c:pt idx="2854">
                  <c:v>0.388</c:v>
                </c:pt>
                <c:pt idx="2855">
                  <c:v>0.405</c:v>
                </c:pt>
                <c:pt idx="2856">
                  <c:v>0.393</c:v>
                </c:pt>
                <c:pt idx="2857">
                  <c:v>0.435</c:v>
                </c:pt>
                <c:pt idx="2858">
                  <c:v>0.419</c:v>
                </c:pt>
                <c:pt idx="2859">
                  <c:v>0.391</c:v>
                </c:pt>
                <c:pt idx="2860">
                  <c:v>0.388</c:v>
                </c:pt>
                <c:pt idx="2861">
                  <c:v>0.388</c:v>
                </c:pt>
                <c:pt idx="2862">
                  <c:v>0.349</c:v>
                </c:pt>
                <c:pt idx="2863">
                  <c:v>0.334</c:v>
                </c:pt>
                <c:pt idx="2864">
                  <c:v>0.354</c:v>
                </c:pt>
                <c:pt idx="2865">
                  <c:v>0.376</c:v>
                </c:pt>
                <c:pt idx="2866">
                  <c:v>0.361</c:v>
                </c:pt>
                <c:pt idx="2867">
                  <c:v>0.284</c:v>
                </c:pt>
                <c:pt idx="2868">
                  <c:v>0.272</c:v>
                </c:pt>
                <c:pt idx="2869">
                  <c:v>0.287</c:v>
                </c:pt>
                <c:pt idx="2870">
                  <c:v>0.286</c:v>
                </c:pt>
                <c:pt idx="2871">
                  <c:v>0.254</c:v>
                </c:pt>
                <c:pt idx="2872">
                  <c:v>0.224</c:v>
                </c:pt>
                <c:pt idx="2873">
                  <c:v>0.228</c:v>
                </c:pt>
                <c:pt idx="2874">
                  <c:v>0.31</c:v>
                </c:pt>
                <c:pt idx="2875">
                  <c:v>0.242</c:v>
                </c:pt>
                <c:pt idx="2876">
                  <c:v>0.213</c:v>
                </c:pt>
                <c:pt idx="2877">
                  <c:v>0.196</c:v>
                </c:pt>
                <c:pt idx="2878">
                  <c:v>0.237</c:v>
                </c:pt>
                <c:pt idx="2879">
                  <c:v>0.248</c:v>
                </c:pt>
                <c:pt idx="2880">
                  <c:v>0.249</c:v>
                </c:pt>
                <c:pt idx="2881">
                  <c:v>0.258</c:v>
                </c:pt>
                <c:pt idx="2882">
                  <c:v>0.269</c:v>
                </c:pt>
                <c:pt idx="2883">
                  <c:v>0.269</c:v>
                </c:pt>
                <c:pt idx="2884">
                  <c:v>0.288</c:v>
                </c:pt>
                <c:pt idx="2885">
                  <c:v>0.297</c:v>
                </c:pt>
                <c:pt idx="2886">
                  <c:v>0.288</c:v>
                </c:pt>
                <c:pt idx="2887">
                  <c:v>0.32</c:v>
                </c:pt>
                <c:pt idx="2888">
                  <c:v>0.322</c:v>
                </c:pt>
                <c:pt idx="2889">
                  <c:v>0.322</c:v>
                </c:pt>
                <c:pt idx="2890">
                  <c:v>0.322</c:v>
                </c:pt>
                <c:pt idx="2891">
                  <c:v>0.322</c:v>
                </c:pt>
                <c:pt idx="2892">
                  <c:v>0.32</c:v>
                </c:pt>
                <c:pt idx="2893">
                  <c:v>0.325</c:v>
                </c:pt>
                <c:pt idx="2894">
                  <c:v>0.31</c:v>
                </c:pt>
                <c:pt idx="2895">
                  <c:v>0.329</c:v>
                </c:pt>
                <c:pt idx="2896">
                  <c:v>0.333</c:v>
                </c:pt>
                <c:pt idx="2897">
                  <c:v>0.333</c:v>
                </c:pt>
                <c:pt idx="2898">
                  <c:v>0.351</c:v>
                </c:pt>
                <c:pt idx="2899">
                  <c:v>0.356</c:v>
                </c:pt>
                <c:pt idx="2900">
                  <c:v>0.358</c:v>
                </c:pt>
                <c:pt idx="2901">
                  <c:v>0.356</c:v>
                </c:pt>
                <c:pt idx="2902">
                  <c:v>0.373</c:v>
                </c:pt>
                <c:pt idx="2903">
                  <c:v>0.391</c:v>
                </c:pt>
                <c:pt idx="2904">
                  <c:v>0.405</c:v>
                </c:pt>
                <c:pt idx="2905">
                  <c:v>0.404</c:v>
                </c:pt>
                <c:pt idx="2906">
                  <c:v>0.414</c:v>
                </c:pt>
                <c:pt idx="2907">
                  <c:v>0.439</c:v>
                </c:pt>
                <c:pt idx="2908">
                  <c:v>0.416</c:v>
                </c:pt>
                <c:pt idx="2909">
                  <c:v>0.432</c:v>
                </c:pt>
                <c:pt idx="2910">
                  <c:v>0.431</c:v>
                </c:pt>
                <c:pt idx="2911">
                  <c:v>0.419</c:v>
                </c:pt>
                <c:pt idx="2912">
                  <c:v>0.422</c:v>
                </c:pt>
                <c:pt idx="2913">
                  <c:v>0.416</c:v>
                </c:pt>
                <c:pt idx="2914">
                  <c:v>0.422</c:v>
                </c:pt>
                <c:pt idx="2915">
                  <c:v>0.432</c:v>
                </c:pt>
                <c:pt idx="2916">
                  <c:v>0.447</c:v>
                </c:pt>
                <c:pt idx="2917">
                  <c:v>0.457</c:v>
                </c:pt>
                <c:pt idx="2918">
                  <c:v>0.457</c:v>
                </c:pt>
                <c:pt idx="2919">
                  <c:v>0.468</c:v>
                </c:pt>
                <c:pt idx="2920">
                  <c:v>0.478</c:v>
                </c:pt>
                <c:pt idx="2921">
                  <c:v>0.508</c:v>
                </c:pt>
                <c:pt idx="2922">
                  <c:v>0.482</c:v>
                </c:pt>
                <c:pt idx="2923">
                  <c:v>0.478</c:v>
                </c:pt>
                <c:pt idx="2924">
                  <c:v>0.497</c:v>
                </c:pt>
                <c:pt idx="2925">
                  <c:v>0.528</c:v>
                </c:pt>
                <c:pt idx="2926">
                  <c:v>0.487</c:v>
                </c:pt>
                <c:pt idx="2927">
                  <c:v>0.45</c:v>
                </c:pt>
                <c:pt idx="2928">
                  <c:v>0.478</c:v>
                </c:pt>
                <c:pt idx="2929">
                  <c:v>0.465</c:v>
                </c:pt>
                <c:pt idx="2930">
                  <c:v>0.466</c:v>
                </c:pt>
                <c:pt idx="2931">
                  <c:v>0.439</c:v>
                </c:pt>
                <c:pt idx="2932">
                  <c:v>0.453</c:v>
                </c:pt>
                <c:pt idx="2933">
                  <c:v>0.453</c:v>
                </c:pt>
                <c:pt idx="2934">
                  <c:v>0.464</c:v>
                </c:pt>
                <c:pt idx="2935">
                  <c:v>0.461</c:v>
                </c:pt>
                <c:pt idx="2936">
                  <c:v>0.456</c:v>
                </c:pt>
                <c:pt idx="2937">
                  <c:v>0.469</c:v>
                </c:pt>
                <c:pt idx="2938">
                  <c:v>0.465</c:v>
                </c:pt>
                <c:pt idx="2939">
                  <c:v>0.473</c:v>
                </c:pt>
                <c:pt idx="2940">
                  <c:v>0.48</c:v>
                </c:pt>
                <c:pt idx="2941">
                  <c:v>0.48</c:v>
                </c:pt>
                <c:pt idx="2942">
                  <c:v>0.483</c:v>
                </c:pt>
                <c:pt idx="2943">
                  <c:v>0.471</c:v>
                </c:pt>
                <c:pt idx="2944">
                  <c:v>0.482</c:v>
                </c:pt>
                <c:pt idx="2945">
                  <c:v>0.486</c:v>
                </c:pt>
                <c:pt idx="2946">
                  <c:v>0.495</c:v>
                </c:pt>
                <c:pt idx="2947">
                  <c:v>0.5</c:v>
                </c:pt>
                <c:pt idx="2948">
                  <c:v>0.5</c:v>
                </c:pt>
                <c:pt idx="2949">
                  <c:v>0.487</c:v>
                </c:pt>
                <c:pt idx="2950">
                  <c:v>0.498</c:v>
                </c:pt>
                <c:pt idx="2951">
                  <c:v>0.508</c:v>
                </c:pt>
                <c:pt idx="2952">
                  <c:v>0.518</c:v>
                </c:pt>
                <c:pt idx="2953">
                  <c:v>0.513</c:v>
                </c:pt>
                <c:pt idx="2954">
                  <c:v>0.521</c:v>
                </c:pt>
                <c:pt idx="2955">
                  <c:v>0.526</c:v>
                </c:pt>
                <c:pt idx="2956">
                  <c:v>0.526</c:v>
                </c:pt>
                <c:pt idx="2957">
                  <c:v>0.519</c:v>
                </c:pt>
                <c:pt idx="2958">
                  <c:v>0.518</c:v>
                </c:pt>
                <c:pt idx="2959">
                  <c:v>0.52</c:v>
                </c:pt>
                <c:pt idx="2960">
                  <c:v>0.523</c:v>
                </c:pt>
                <c:pt idx="2961">
                  <c:v>0.537</c:v>
                </c:pt>
                <c:pt idx="2962">
                  <c:v>0.537</c:v>
                </c:pt>
                <c:pt idx="2963">
                  <c:v>0.559</c:v>
                </c:pt>
                <c:pt idx="2964">
                  <c:v>0.564</c:v>
                </c:pt>
                <c:pt idx="2965">
                  <c:v>0.555</c:v>
                </c:pt>
                <c:pt idx="2966">
                  <c:v>0.577</c:v>
                </c:pt>
                <c:pt idx="2967">
                  <c:v>0.573</c:v>
                </c:pt>
                <c:pt idx="2968">
                  <c:v>0.573</c:v>
                </c:pt>
                <c:pt idx="2969">
                  <c:v>0.561</c:v>
                </c:pt>
                <c:pt idx="2970">
                  <c:v>0.545</c:v>
                </c:pt>
                <c:pt idx="2971">
                  <c:v>0.531</c:v>
                </c:pt>
                <c:pt idx="2972">
                  <c:v>0.526</c:v>
                </c:pt>
                <c:pt idx="2973">
                  <c:v>0.538</c:v>
                </c:pt>
                <c:pt idx="2974">
                  <c:v>0.53</c:v>
                </c:pt>
                <c:pt idx="2975">
                  <c:v>0.529</c:v>
                </c:pt>
                <c:pt idx="2976">
                  <c:v>0.5</c:v>
                </c:pt>
                <c:pt idx="2977">
                  <c:v>0.491</c:v>
                </c:pt>
                <c:pt idx="2978">
                  <c:v>0.491</c:v>
                </c:pt>
                <c:pt idx="2979">
                  <c:v>0.488</c:v>
                </c:pt>
                <c:pt idx="2980">
                  <c:v>0.493</c:v>
                </c:pt>
                <c:pt idx="2981">
                  <c:v>0.498</c:v>
                </c:pt>
                <c:pt idx="2982">
                  <c:v>0.506</c:v>
                </c:pt>
                <c:pt idx="2983">
                  <c:v>0.505</c:v>
                </c:pt>
                <c:pt idx="2984">
                  <c:v>0.524</c:v>
                </c:pt>
                <c:pt idx="2985">
                  <c:v>0.515</c:v>
                </c:pt>
                <c:pt idx="2986">
                  <c:v>0.499</c:v>
                </c:pt>
                <c:pt idx="2987">
                  <c:v>0.497</c:v>
                </c:pt>
                <c:pt idx="2988">
                  <c:v>0.498</c:v>
                </c:pt>
                <c:pt idx="2989">
                  <c:v>0.501</c:v>
                </c:pt>
                <c:pt idx="2990">
                  <c:v>0.51</c:v>
                </c:pt>
                <c:pt idx="2991">
                  <c:v>0.509</c:v>
                </c:pt>
                <c:pt idx="2992">
                  <c:v>0.512</c:v>
                </c:pt>
                <c:pt idx="2993">
                  <c:v>0.5</c:v>
                </c:pt>
                <c:pt idx="2994">
                  <c:v>0.522</c:v>
                </c:pt>
                <c:pt idx="2995">
                  <c:v>0.516</c:v>
                </c:pt>
                <c:pt idx="2996">
                  <c:v>0.518</c:v>
                </c:pt>
                <c:pt idx="2997">
                  <c:v>0.527</c:v>
                </c:pt>
                <c:pt idx="2998">
                  <c:v>0.534</c:v>
                </c:pt>
                <c:pt idx="2999">
                  <c:v>0.533</c:v>
                </c:pt>
                <c:pt idx="3000">
                  <c:v>0.525</c:v>
                </c:pt>
                <c:pt idx="3001">
                  <c:v>0.519</c:v>
                </c:pt>
                <c:pt idx="3002">
                  <c:v>0.527</c:v>
                </c:pt>
                <c:pt idx="3003">
                  <c:v>0.531</c:v>
                </c:pt>
                <c:pt idx="3004">
                  <c:v>0.521</c:v>
                </c:pt>
                <c:pt idx="3005">
                  <c:v>0.532</c:v>
                </c:pt>
                <c:pt idx="3006">
                  <c:v>0.535</c:v>
                </c:pt>
                <c:pt idx="3007">
                  <c:v>0.541</c:v>
                </c:pt>
                <c:pt idx="3008">
                  <c:v>0.541</c:v>
                </c:pt>
                <c:pt idx="3009">
                  <c:v>0.532</c:v>
                </c:pt>
                <c:pt idx="3010">
                  <c:v>0.542</c:v>
                </c:pt>
                <c:pt idx="3011">
                  <c:v>0.539</c:v>
                </c:pt>
                <c:pt idx="3012">
                  <c:v>0.536</c:v>
                </c:pt>
                <c:pt idx="3013">
                  <c:v>0.532</c:v>
                </c:pt>
                <c:pt idx="3014">
                  <c:v>0.541</c:v>
                </c:pt>
                <c:pt idx="3015">
                  <c:v>0.546</c:v>
                </c:pt>
                <c:pt idx="3016">
                  <c:v>0.552</c:v>
                </c:pt>
                <c:pt idx="3017">
                  <c:v>0.562</c:v>
                </c:pt>
                <c:pt idx="3018">
                  <c:v>0.565</c:v>
                </c:pt>
                <c:pt idx="3019">
                  <c:v>0.561</c:v>
                </c:pt>
                <c:pt idx="3020">
                  <c:v>0.556</c:v>
                </c:pt>
                <c:pt idx="3021">
                  <c:v>0.554</c:v>
                </c:pt>
                <c:pt idx="3022">
                  <c:v>0.561</c:v>
                </c:pt>
                <c:pt idx="3023">
                  <c:v>0.559</c:v>
                </c:pt>
                <c:pt idx="3024">
                  <c:v>0.567</c:v>
                </c:pt>
                <c:pt idx="3025">
                  <c:v>0.569</c:v>
                </c:pt>
                <c:pt idx="3026">
                  <c:v>0.577</c:v>
                </c:pt>
                <c:pt idx="3027">
                  <c:v>0.579</c:v>
                </c:pt>
                <c:pt idx="3028">
                  <c:v>0.582</c:v>
                </c:pt>
                <c:pt idx="3029">
                  <c:v>0.586</c:v>
                </c:pt>
                <c:pt idx="3030">
                  <c:v>0.597</c:v>
                </c:pt>
                <c:pt idx="3031">
                  <c:v>0.59</c:v>
                </c:pt>
                <c:pt idx="3032">
                  <c:v>0.597</c:v>
                </c:pt>
                <c:pt idx="3033">
                  <c:v>0.598</c:v>
                </c:pt>
                <c:pt idx="3034">
                  <c:v>0.597</c:v>
                </c:pt>
                <c:pt idx="3035">
                  <c:v>0.599</c:v>
                </c:pt>
                <c:pt idx="3036">
                  <c:v>0.597</c:v>
                </c:pt>
                <c:pt idx="3037">
                  <c:v>0.598</c:v>
                </c:pt>
                <c:pt idx="3038">
                  <c:v>0.595</c:v>
                </c:pt>
                <c:pt idx="3039">
                  <c:v>0.613</c:v>
                </c:pt>
                <c:pt idx="3040">
                  <c:v>0.611</c:v>
                </c:pt>
                <c:pt idx="3041">
                  <c:v>0.584</c:v>
                </c:pt>
                <c:pt idx="3042">
                  <c:v>0.582</c:v>
                </c:pt>
                <c:pt idx="3043">
                  <c:v>0.573</c:v>
                </c:pt>
                <c:pt idx="3044">
                  <c:v>0.571</c:v>
                </c:pt>
                <c:pt idx="3045">
                  <c:v>0.579</c:v>
                </c:pt>
                <c:pt idx="3046">
                  <c:v>0.588</c:v>
                </c:pt>
                <c:pt idx="3047">
                  <c:v>0.584</c:v>
                </c:pt>
                <c:pt idx="3048">
                  <c:v>0.587</c:v>
                </c:pt>
                <c:pt idx="3049">
                  <c:v>0.596</c:v>
                </c:pt>
                <c:pt idx="3050">
                  <c:v>0.593</c:v>
                </c:pt>
                <c:pt idx="3051">
                  <c:v>0.587</c:v>
                </c:pt>
                <c:pt idx="3052">
                  <c:v>0.585</c:v>
                </c:pt>
                <c:pt idx="3053">
                  <c:v>0.579</c:v>
                </c:pt>
                <c:pt idx="3054">
                  <c:v>0.59</c:v>
                </c:pt>
                <c:pt idx="3055">
                  <c:v>0.597</c:v>
                </c:pt>
                <c:pt idx="3056">
                  <c:v>0.607</c:v>
                </c:pt>
                <c:pt idx="3057">
                  <c:v>0.606</c:v>
                </c:pt>
                <c:pt idx="3058">
                  <c:v>0.603</c:v>
                </c:pt>
                <c:pt idx="3059">
                  <c:v>0.607</c:v>
                </c:pt>
                <c:pt idx="3060">
                  <c:v>0.596</c:v>
                </c:pt>
                <c:pt idx="3061">
                  <c:v>0.606</c:v>
                </c:pt>
                <c:pt idx="3062">
                  <c:v>0.606</c:v>
                </c:pt>
                <c:pt idx="3063">
                  <c:v>0.606</c:v>
                </c:pt>
                <c:pt idx="3064">
                  <c:v>0.617</c:v>
                </c:pt>
                <c:pt idx="3065">
                  <c:v>0.622</c:v>
                </c:pt>
                <c:pt idx="3066">
                  <c:v>0.612</c:v>
                </c:pt>
                <c:pt idx="3067">
                  <c:v>0.612</c:v>
                </c:pt>
                <c:pt idx="3068">
                  <c:v>0.618</c:v>
                </c:pt>
                <c:pt idx="3069">
                  <c:v>0.612</c:v>
                </c:pt>
                <c:pt idx="3070">
                  <c:v>0.611</c:v>
                </c:pt>
                <c:pt idx="3071">
                  <c:v>0.6</c:v>
                </c:pt>
                <c:pt idx="3072">
                  <c:v>0.603</c:v>
                </c:pt>
                <c:pt idx="3073">
                  <c:v>0.596</c:v>
                </c:pt>
                <c:pt idx="3074">
                  <c:v>0.6</c:v>
                </c:pt>
                <c:pt idx="3075">
                  <c:v>0.605</c:v>
                </c:pt>
                <c:pt idx="3076">
                  <c:v>0.6</c:v>
                </c:pt>
                <c:pt idx="3077">
                  <c:v>0.603</c:v>
                </c:pt>
                <c:pt idx="3078">
                  <c:v>0.6</c:v>
                </c:pt>
                <c:pt idx="3079">
                  <c:v>0.604</c:v>
                </c:pt>
                <c:pt idx="3080">
                  <c:v>0.611</c:v>
                </c:pt>
                <c:pt idx="3081">
                  <c:v>0.615</c:v>
                </c:pt>
                <c:pt idx="3082">
                  <c:v>0.613</c:v>
                </c:pt>
                <c:pt idx="3083">
                  <c:v>0.643</c:v>
                </c:pt>
                <c:pt idx="3084">
                  <c:v>0.64</c:v>
                </c:pt>
                <c:pt idx="3085">
                  <c:v>0.621</c:v>
                </c:pt>
                <c:pt idx="3086">
                  <c:v>0.615</c:v>
                </c:pt>
                <c:pt idx="3087">
                  <c:v>0.637</c:v>
                </c:pt>
                <c:pt idx="3088">
                  <c:v>0.621</c:v>
                </c:pt>
                <c:pt idx="3089">
                  <c:v>0.625</c:v>
                </c:pt>
                <c:pt idx="3090">
                  <c:v>0.627</c:v>
                </c:pt>
                <c:pt idx="3091">
                  <c:v>0.604</c:v>
                </c:pt>
                <c:pt idx="3092">
                  <c:v>0.609</c:v>
                </c:pt>
                <c:pt idx="3093">
                  <c:v>0.594</c:v>
                </c:pt>
                <c:pt idx="3094">
                  <c:v>0.594</c:v>
                </c:pt>
                <c:pt idx="3095">
                  <c:v>0.609</c:v>
                </c:pt>
                <c:pt idx="3096">
                  <c:v>0.615</c:v>
                </c:pt>
                <c:pt idx="3097">
                  <c:v>0.619</c:v>
                </c:pt>
                <c:pt idx="3098">
                  <c:v>0.62</c:v>
                </c:pt>
                <c:pt idx="3099">
                  <c:v>0.639</c:v>
                </c:pt>
                <c:pt idx="3100">
                  <c:v>0.625</c:v>
                </c:pt>
                <c:pt idx="3101">
                  <c:v>0.628</c:v>
                </c:pt>
                <c:pt idx="3102">
                  <c:v>0.625</c:v>
                </c:pt>
                <c:pt idx="3103">
                  <c:v>0.623</c:v>
                </c:pt>
                <c:pt idx="3104">
                  <c:v>0.617</c:v>
                </c:pt>
                <c:pt idx="3105">
                  <c:v>0.604</c:v>
                </c:pt>
                <c:pt idx="3106">
                  <c:v>0.582</c:v>
                </c:pt>
                <c:pt idx="3107">
                  <c:v>0.574</c:v>
                </c:pt>
                <c:pt idx="3108">
                  <c:v>0.581</c:v>
                </c:pt>
                <c:pt idx="3109">
                  <c:v>0.582</c:v>
                </c:pt>
                <c:pt idx="3110">
                  <c:v>0.587</c:v>
                </c:pt>
                <c:pt idx="3111">
                  <c:v>0.587</c:v>
                </c:pt>
                <c:pt idx="3112">
                  <c:v>0.59</c:v>
                </c:pt>
                <c:pt idx="3113">
                  <c:v>0.597</c:v>
                </c:pt>
                <c:pt idx="3114">
                  <c:v>0.583</c:v>
                </c:pt>
                <c:pt idx="3115">
                  <c:v>0.598</c:v>
                </c:pt>
                <c:pt idx="3116">
                  <c:v>0.597</c:v>
                </c:pt>
                <c:pt idx="3117">
                  <c:v>0.597</c:v>
                </c:pt>
                <c:pt idx="3118">
                  <c:v>0.594</c:v>
                </c:pt>
                <c:pt idx="3119">
                  <c:v>0.598</c:v>
                </c:pt>
                <c:pt idx="3120">
                  <c:v>0.606</c:v>
                </c:pt>
                <c:pt idx="3121">
                  <c:v>0.603</c:v>
                </c:pt>
                <c:pt idx="3122">
                  <c:v>0.603</c:v>
                </c:pt>
                <c:pt idx="3123">
                  <c:v>0.615</c:v>
                </c:pt>
                <c:pt idx="3124">
                  <c:v>0.61</c:v>
                </c:pt>
                <c:pt idx="3125">
                  <c:v>0.595</c:v>
                </c:pt>
                <c:pt idx="3126">
                  <c:v>0.608</c:v>
                </c:pt>
                <c:pt idx="3127">
                  <c:v>0.61</c:v>
                </c:pt>
                <c:pt idx="3128">
                  <c:v>0.617</c:v>
                </c:pt>
                <c:pt idx="3129">
                  <c:v>0.62</c:v>
                </c:pt>
                <c:pt idx="3130">
                  <c:v>0.63</c:v>
                </c:pt>
                <c:pt idx="3131">
                  <c:v>0.628</c:v>
                </c:pt>
                <c:pt idx="3132">
                  <c:v>0.635</c:v>
                </c:pt>
                <c:pt idx="3133">
                  <c:v>0.627</c:v>
                </c:pt>
                <c:pt idx="3134">
                  <c:v>0.656</c:v>
                </c:pt>
                <c:pt idx="3135">
                  <c:v>0.671</c:v>
                </c:pt>
                <c:pt idx="3136">
                  <c:v>0.683</c:v>
                </c:pt>
                <c:pt idx="3137">
                  <c:v>0.663</c:v>
                </c:pt>
                <c:pt idx="3138">
                  <c:v>0.669</c:v>
                </c:pt>
                <c:pt idx="3139">
                  <c:v>0.673</c:v>
                </c:pt>
                <c:pt idx="3140">
                  <c:v>0.66</c:v>
                </c:pt>
                <c:pt idx="3141">
                  <c:v>0.65</c:v>
                </c:pt>
                <c:pt idx="3142">
                  <c:v>0.697</c:v>
                </c:pt>
                <c:pt idx="3143">
                  <c:v>0.697</c:v>
                </c:pt>
                <c:pt idx="3144">
                  <c:v>0.694</c:v>
                </c:pt>
                <c:pt idx="3145">
                  <c:v>0.703</c:v>
                </c:pt>
                <c:pt idx="3146">
                  <c:v>0.69</c:v>
                </c:pt>
                <c:pt idx="3147">
                  <c:v>0.722</c:v>
                </c:pt>
                <c:pt idx="3148">
                  <c:v>0.736</c:v>
                </c:pt>
                <c:pt idx="3149">
                  <c:v>0.736</c:v>
                </c:pt>
                <c:pt idx="3150">
                  <c:v>0.736</c:v>
                </c:pt>
                <c:pt idx="3151">
                  <c:v>0.736</c:v>
                </c:pt>
                <c:pt idx="3152">
                  <c:v>0.736</c:v>
                </c:pt>
                <c:pt idx="3153">
                  <c:v>0.7</c:v>
                </c:pt>
                <c:pt idx="3154">
                  <c:v>0.702</c:v>
                </c:pt>
                <c:pt idx="3155">
                  <c:v>0.689</c:v>
                </c:pt>
                <c:pt idx="3156">
                  <c:v>0.675</c:v>
                </c:pt>
                <c:pt idx="3157">
                  <c:v>0.676</c:v>
                </c:pt>
                <c:pt idx="3158">
                  <c:v>0.676</c:v>
                </c:pt>
                <c:pt idx="3159">
                  <c:v>0.669</c:v>
                </c:pt>
                <c:pt idx="3160">
                  <c:v>0.659</c:v>
                </c:pt>
                <c:pt idx="3161">
                  <c:v>0.661</c:v>
                </c:pt>
                <c:pt idx="3162">
                  <c:v>0.683</c:v>
                </c:pt>
                <c:pt idx="3163">
                  <c:v>0.691</c:v>
                </c:pt>
                <c:pt idx="3164">
                  <c:v>0.658</c:v>
                </c:pt>
                <c:pt idx="3165">
                  <c:v>0.645</c:v>
                </c:pt>
                <c:pt idx="3166">
                  <c:v>0.657</c:v>
                </c:pt>
                <c:pt idx="3167">
                  <c:v>0.654</c:v>
                </c:pt>
                <c:pt idx="3168">
                  <c:v>0.663</c:v>
                </c:pt>
                <c:pt idx="3169">
                  <c:v>0.629</c:v>
                </c:pt>
                <c:pt idx="3170">
                  <c:v>0.628</c:v>
                </c:pt>
                <c:pt idx="3171">
                  <c:v>0.629</c:v>
                </c:pt>
                <c:pt idx="3172">
                  <c:v>0.612</c:v>
                </c:pt>
                <c:pt idx="3173">
                  <c:v>0.6</c:v>
                </c:pt>
                <c:pt idx="3174">
                  <c:v>0.6</c:v>
                </c:pt>
                <c:pt idx="3175">
                  <c:v>0.602</c:v>
                </c:pt>
                <c:pt idx="3176">
                  <c:v>0.614</c:v>
                </c:pt>
                <c:pt idx="3177">
                  <c:v>0.639</c:v>
                </c:pt>
                <c:pt idx="3178">
                  <c:v>0.623</c:v>
                </c:pt>
                <c:pt idx="3179">
                  <c:v>0.626</c:v>
                </c:pt>
                <c:pt idx="3180">
                  <c:v>0.61</c:v>
                </c:pt>
                <c:pt idx="3181">
                  <c:v>0.616</c:v>
                </c:pt>
                <c:pt idx="3182">
                  <c:v>0.628</c:v>
                </c:pt>
                <c:pt idx="3183">
                  <c:v>0.629</c:v>
                </c:pt>
                <c:pt idx="3184">
                  <c:v>0.597</c:v>
                </c:pt>
                <c:pt idx="3185">
                  <c:v>0.596</c:v>
                </c:pt>
                <c:pt idx="3186">
                  <c:v>0.599</c:v>
                </c:pt>
                <c:pt idx="3187">
                  <c:v>0.592</c:v>
                </c:pt>
                <c:pt idx="3188">
                  <c:v>0.589</c:v>
                </c:pt>
                <c:pt idx="3189">
                  <c:v>0.59</c:v>
                </c:pt>
                <c:pt idx="3190">
                  <c:v>0.607</c:v>
                </c:pt>
                <c:pt idx="3191">
                  <c:v>0.596</c:v>
                </c:pt>
                <c:pt idx="3192">
                  <c:v>0.594</c:v>
                </c:pt>
                <c:pt idx="3193">
                  <c:v>0.594</c:v>
                </c:pt>
                <c:pt idx="3194">
                  <c:v>0.59</c:v>
                </c:pt>
                <c:pt idx="3195">
                  <c:v>0.583</c:v>
                </c:pt>
                <c:pt idx="3196">
                  <c:v>0.609</c:v>
                </c:pt>
                <c:pt idx="3197">
                  <c:v>0.615</c:v>
                </c:pt>
                <c:pt idx="3198">
                  <c:v>0.612</c:v>
                </c:pt>
                <c:pt idx="3199">
                  <c:v>0.61</c:v>
                </c:pt>
                <c:pt idx="3200">
                  <c:v>0.603</c:v>
                </c:pt>
                <c:pt idx="3201">
                  <c:v>0.616</c:v>
                </c:pt>
                <c:pt idx="3202">
                  <c:v>0.62</c:v>
                </c:pt>
                <c:pt idx="3203">
                  <c:v>0.615</c:v>
                </c:pt>
                <c:pt idx="3204">
                  <c:v>0.624</c:v>
                </c:pt>
                <c:pt idx="3205">
                  <c:v>0.638</c:v>
                </c:pt>
                <c:pt idx="3206">
                  <c:v>0.666</c:v>
                </c:pt>
                <c:pt idx="3207">
                  <c:v>0.652</c:v>
                </c:pt>
                <c:pt idx="3208">
                  <c:v>0.652</c:v>
                </c:pt>
                <c:pt idx="3209">
                  <c:v>0.651</c:v>
                </c:pt>
                <c:pt idx="3210">
                  <c:v>0.65</c:v>
                </c:pt>
                <c:pt idx="3211">
                  <c:v>0.651</c:v>
                </c:pt>
                <c:pt idx="3212">
                  <c:v>0.641</c:v>
                </c:pt>
                <c:pt idx="3213">
                  <c:v>0.647</c:v>
                </c:pt>
                <c:pt idx="3214">
                  <c:v>0.636</c:v>
                </c:pt>
                <c:pt idx="3215">
                  <c:v>0.639</c:v>
                </c:pt>
                <c:pt idx="3216">
                  <c:v>0.662</c:v>
                </c:pt>
                <c:pt idx="3217">
                  <c:v>0.681</c:v>
                </c:pt>
                <c:pt idx="3218">
                  <c:v>0.677</c:v>
                </c:pt>
                <c:pt idx="3219">
                  <c:v>0.692</c:v>
                </c:pt>
                <c:pt idx="3220">
                  <c:v>0.668</c:v>
                </c:pt>
                <c:pt idx="3221">
                  <c:v>0.668</c:v>
                </c:pt>
                <c:pt idx="3222">
                  <c:v>0.69</c:v>
                </c:pt>
                <c:pt idx="3223">
                  <c:v>0.69</c:v>
                </c:pt>
                <c:pt idx="3224">
                  <c:v>0.673</c:v>
                </c:pt>
                <c:pt idx="3225">
                  <c:v>0.701</c:v>
                </c:pt>
                <c:pt idx="3226">
                  <c:v>0.715</c:v>
                </c:pt>
                <c:pt idx="3227">
                  <c:v>0.723</c:v>
                </c:pt>
                <c:pt idx="3228">
                  <c:v>0.723</c:v>
                </c:pt>
                <c:pt idx="3229">
                  <c:v>0.726</c:v>
                </c:pt>
                <c:pt idx="3230">
                  <c:v>0.729</c:v>
                </c:pt>
                <c:pt idx="3231">
                  <c:v>0.741</c:v>
                </c:pt>
                <c:pt idx="3232">
                  <c:v>0.747</c:v>
                </c:pt>
                <c:pt idx="3233">
                  <c:v>0.778</c:v>
                </c:pt>
                <c:pt idx="3234">
                  <c:v>0.775</c:v>
                </c:pt>
                <c:pt idx="3235">
                  <c:v>0.77</c:v>
                </c:pt>
                <c:pt idx="3236">
                  <c:v>0.747</c:v>
                </c:pt>
                <c:pt idx="3237">
                  <c:v>0.741</c:v>
                </c:pt>
                <c:pt idx="3238">
                  <c:v>0.715</c:v>
                </c:pt>
                <c:pt idx="3239">
                  <c:v>0.709</c:v>
                </c:pt>
                <c:pt idx="3240">
                  <c:v>0.72</c:v>
                </c:pt>
                <c:pt idx="3241">
                  <c:v>0.74</c:v>
                </c:pt>
                <c:pt idx="3242">
                  <c:v>0.761</c:v>
                </c:pt>
                <c:pt idx="3243">
                  <c:v>0.769</c:v>
                </c:pt>
                <c:pt idx="3244">
                  <c:v>0.748</c:v>
                </c:pt>
                <c:pt idx="3245">
                  <c:v>0.728</c:v>
                </c:pt>
                <c:pt idx="3246">
                  <c:v>0.739</c:v>
                </c:pt>
                <c:pt idx="3247">
                  <c:v>0.764</c:v>
                </c:pt>
                <c:pt idx="3248">
                  <c:v>0.752</c:v>
                </c:pt>
                <c:pt idx="3249">
                  <c:v>0.741</c:v>
                </c:pt>
                <c:pt idx="3250">
                  <c:v>0.747</c:v>
                </c:pt>
                <c:pt idx="3251">
                  <c:v>0.737</c:v>
                </c:pt>
                <c:pt idx="3252">
                  <c:v>0.747</c:v>
                </c:pt>
                <c:pt idx="3253">
                  <c:v>0.752</c:v>
                </c:pt>
                <c:pt idx="3254">
                  <c:v>0.75</c:v>
                </c:pt>
                <c:pt idx="3255">
                  <c:v>0.752</c:v>
                </c:pt>
                <c:pt idx="3256">
                  <c:v>0.783</c:v>
                </c:pt>
                <c:pt idx="3257">
                  <c:v>0.773</c:v>
                </c:pt>
                <c:pt idx="3258">
                  <c:v>0.817</c:v>
                </c:pt>
                <c:pt idx="3259">
                  <c:v>0.794</c:v>
                </c:pt>
                <c:pt idx="3260">
                  <c:v>0.797</c:v>
                </c:pt>
                <c:pt idx="3261">
                  <c:v>0.791</c:v>
                </c:pt>
                <c:pt idx="3262">
                  <c:v>0.791</c:v>
                </c:pt>
                <c:pt idx="3263">
                  <c:v>0.782</c:v>
                </c:pt>
                <c:pt idx="3264">
                  <c:v>0.802</c:v>
                </c:pt>
                <c:pt idx="3265">
                  <c:v>0.771</c:v>
                </c:pt>
                <c:pt idx="3266">
                  <c:v>0.774</c:v>
                </c:pt>
                <c:pt idx="3267">
                  <c:v>0.783</c:v>
                </c:pt>
                <c:pt idx="3268">
                  <c:v>0.809</c:v>
                </c:pt>
                <c:pt idx="3269">
                  <c:v>0.804</c:v>
                </c:pt>
                <c:pt idx="3270">
                  <c:v>0.815</c:v>
                </c:pt>
                <c:pt idx="3271">
                  <c:v>0.822</c:v>
                </c:pt>
                <c:pt idx="3272">
                  <c:v>0.817</c:v>
                </c:pt>
                <c:pt idx="3273">
                  <c:v>0.817</c:v>
                </c:pt>
                <c:pt idx="3274">
                  <c:v>0.827</c:v>
                </c:pt>
                <c:pt idx="3275">
                  <c:v>0.854</c:v>
                </c:pt>
                <c:pt idx="3276">
                  <c:v>0.865</c:v>
                </c:pt>
                <c:pt idx="3277">
                  <c:v>0.877</c:v>
                </c:pt>
                <c:pt idx="3278">
                  <c:v>0.854</c:v>
                </c:pt>
                <c:pt idx="3279">
                  <c:v>0.851</c:v>
                </c:pt>
                <c:pt idx="3280">
                  <c:v>0.869</c:v>
                </c:pt>
                <c:pt idx="3281">
                  <c:v>0.889</c:v>
                </c:pt>
                <c:pt idx="3282">
                  <c:v>0.889</c:v>
                </c:pt>
                <c:pt idx="3283">
                  <c:v>0.848</c:v>
                </c:pt>
                <c:pt idx="3284">
                  <c:v>0.833</c:v>
                </c:pt>
                <c:pt idx="3285">
                  <c:v>0.86</c:v>
                </c:pt>
                <c:pt idx="3286">
                  <c:v>0.848</c:v>
                </c:pt>
                <c:pt idx="3287">
                  <c:v>0.874</c:v>
                </c:pt>
                <c:pt idx="3288">
                  <c:v>0.871</c:v>
                </c:pt>
                <c:pt idx="3289">
                  <c:v>0.851</c:v>
                </c:pt>
                <c:pt idx="3290">
                  <c:v>0.811</c:v>
                </c:pt>
                <c:pt idx="3291">
                  <c:v>0.831</c:v>
                </c:pt>
                <c:pt idx="3292">
                  <c:v>0.833</c:v>
                </c:pt>
                <c:pt idx="3293">
                  <c:v>0.819</c:v>
                </c:pt>
                <c:pt idx="3294">
                  <c:v>0.855</c:v>
                </c:pt>
                <c:pt idx="3295">
                  <c:v>0.879</c:v>
                </c:pt>
                <c:pt idx="3296">
                  <c:v>0.884</c:v>
                </c:pt>
                <c:pt idx="3297">
                  <c:v>0.837</c:v>
                </c:pt>
                <c:pt idx="3298">
                  <c:v>0.85</c:v>
                </c:pt>
                <c:pt idx="3299">
                  <c:v>0.828</c:v>
                </c:pt>
                <c:pt idx="3300">
                  <c:v>0.842</c:v>
                </c:pt>
                <c:pt idx="3301">
                  <c:v>0.875</c:v>
                </c:pt>
                <c:pt idx="3302">
                  <c:v>0.812</c:v>
                </c:pt>
                <c:pt idx="3303">
                  <c:v>0.852</c:v>
                </c:pt>
                <c:pt idx="3304">
                  <c:v>0.899</c:v>
                </c:pt>
                <c:pt idx="3305">
                  <c:v>0.928</c:v>
                </c:pt>
                <c:pt idx="3306">
                  <c:v>0.901</c:v>
                </c:pt>
                <c:pt idx="3307">
                  <c:v>0.825</c:v>
                </c:pt>
                <c:pt idx="3308">
                  <c:v>0.829</c:v>
                </c:pt>
                <c:pt idx="3309">
                  <c:v>0.858</c:v>
                </c:pt>
                <c:pt idx="3310">
                  <c:v>0.886</c:v>
                </c:pt>
                <c:pt idx="3311">
                  <c:v>0.874</c:v>
                </c:pt>
                <c:pt idx="3312">
                  <c:v>0.844</c:v>
                </c:pt>
                <c:pt idx="3313">
                  <c:v>0.791</c:v>
                </c:pt>
                <c:pt idx="3314">
                  <c:v>0.815</c:v>
                </c:pt>
                <c:pt idx="3315">
                  <c:v>0.85</c:v>
                </c:pt>
                <c:pt idx="3316">
                  <c:v>0.857</c:v>
                </c:pt>
                <c:pt idx="3317">
                  <c:v>0.749</c:v>
                </c:pt>
                <c:pt idx="3318">
                  <c:v>0.691</c:v>
                </c:pt>
                <c:pt idx="3319">
                  <c:v>0.595</c:v>
                </c:pt>
                <c:pt idx="3320">
                  <c:v>0.592</c:v>
                </c:pt>
                <c:pt idx="3321">
                  <c:v>0.589</c:v>
                </c:pt>
                <c:pt idx="3322">
                  <c:v>0.56</c:v>
                </c:pt>
                <c:pt idx="3323">
                  <c:v>0.56</c:v>
                </c:pt>
                <c:pt idx="3324">
                  <c:v>0.56</c:v>
                </c:pt>
                <c:pt idx="3325">
                  <c:v>0.586</c:v>
                </c:pt>
                <c:pt idx="3326">
                  <c:v>0.604</c:v>
                </c:pt>
                <c:pt idx="3327">
                  <c:v>0.586</c:v>
                </c:pt>
                <c:pt idx="3328">
                  <c:v>0.586</c:v>
                </c:pt>
                <c:pt idx="3329">
                  <c:v>0.578</c:v>
                </c:pt>
                <c:pt idx="3330">
                  <c:v>0.586</c:v>
                </c:pt>
                <c:pt idx="3331">
                  <c:v>0.581</c:v>
                </c:pt>
                <c:pt idx="3332">
                  <c:v>0.605</c:v>
                </c:pt>
                <c:pt idx="3333">
                  <c:v>0.576</c:v>
                </c:pt>
                <c:pt idx="3334">
                  <c:v>0.582</c:v>
                </c:pt>
                <c:pt idx="3335">
                  <c:v>0.597</c:v>
                </c:pt>
                <c:pt idx="3336">
                  <c:v>0.582</c:v>
                </c:pt>
                <c:pt idx="3337">
                  <c:v>0.644</c:v>
                </c:pt>
                <c:pt idx="3338">
                  <c:v>0.609</c:v>
                </c:pt>
                <c:pt idx="3339">
                  <c:v>0.542</c:v>
                </c:pt>
                <c:pt idx="3340">
                  <c:v>0.579</c:v>
                </c:pt>
                <c:pt idx="3341">
                  <c:v>0.523</c:v>
                </c:pt>
                <c:pt idx="3342">
                  <c:v>0.515</c:v>
                </c:pt>
                <c:pt idx="3343">
                  <c:v>0.529</c:v>
                </c:pt>
                <c:pt idx="3344">
                  <c:v>0.441</c:v>
                </c:pt>
                <c:pt idx="3345">
                  <c:v>0.555</c:v>
                </c:pt>
                <c:pt idx="3346">
                  <c:v>0.559</c:v>
                </c:pt>
                <c:pt idx="3347">
                  <c:v>0.566</c:v>
                </c:pt>
                <c:pt idx="3348">
                  <c:v>0.546</c:v>
                </c:pt>
                <c:pt idx="3349">
                  <c:v>0.508</c:v>
                </c:pt>
                <c:pt idx="3350">
                  <c:v>0.517</c:v>
                </c:pt>
                <c:pt idx="3351">
                  <c:v>0.538</c:v>
                </c:pt>
                <c:pt idx="3352">
                  <c:v>0.558</c:v>
                </c:pt>
                <c:pt idx="3353">
                  <c:v>0.561</c:v>
                </c:pt>
                <c:pt idx="3354">
                  <c:v>0.577</c:v>
                </c:pt>
                <c:pt idx="3355">
                  <c:v>0.595</c:v>
                </c:pt>
                <c:pt idx="3356">
                  <c:v>0.595</c:v>
                </c:pt>
                <c:pt idx="3357">
                  <c:v>0.591</c:v>
                </c:pt>
                <c:pt idx="3358">
                  <c:v>0.62</c:v>
                </c:pt>
                <c:pt idx="3359">
                  <c:v>0.623</c:v>
                </c:pt>
                <c:pt idx="3360">
                  <c:v>0.628</c:v>
                </c:pt>
                <c:pt idx="3361">
                  <c:v>0.637</c:v>
                </c:pt>
                <c:pt idx="3362">
                  <c:v>0.655</c:v>
                </c:pt>
                <c:pt idx="3363">
                  <c:v>0.643</c:v>
                </c:pt>
                <c:pt idx="3364">
                  <c:v>0.673</c:v>
                </c:pt>
                <c:pt idx="3365">
                  <c:v>0.643</c:v>
                </c:pt>
                <c:pt idx="3366">
                  <c:v>0.627</c:v>
                </c:pt>
                <c:pt idx="3367">
                  <c:v>0.611</c:v>
                </c:pt>
                <c:pt idx="3368">
                  <c:v>0.655</c:v>
                </c:pt>
                <c:pt idx="3369">
                  <c:v>0.658</c:v>
                </c:pt>
                <c:pt idx="3370">
                  <c:v>0.665</c:v>
                </c:pt>
                <c:pt idx="3371">
                  <c:v>0.685</c:v>
                </c:pt>
                <c:pt idx="3372">
                  <c:v>0.703</c:v>
                </c:pt>
                <c:pt idx="3373">
                  <c:v>0.725</c:v>
                </c:pt>
                <c:pt idx="3374">
                  <c:v>0.737</c:v>
                </c:pt>
                <c:pt idx="3375">
                  <c:v>0.74</c:v>
                </c:pt>
                <c:pt idx="3376">
                  <c:v>0.737</c:v>
                </c:pt>
                <c:pt idx="3377">
                  <c:v>0.742</c:v>
                </c:pt>
                <c:pt idx="3378">
                  <c:v>0.748</c:v>
                </c:pt>
                <c:pt idx="3379">
                  <c:v>0.763</c:v>
                </c:pt>
                <c:pt idx="3380">
                  <c:v>0.74</c:v>
                </c:pt>
                <c:pt idx="3381">
                  <c:v>0.748</c:v>
                </c:pt>
                <c:pt idx="3382">
                  <c:v>0.76</c:v>
                </c:pt>
                <c:pt idx="3383">
                  <c:v>0.76</c:v>
                </c:pt>
                <c:pt idx="3384">
                  <c:v>0.762</c:v>
                </c:pt>
                <c:pt idx="3385">
                  <c:v>0.773</c:v>
                </c:pt>
                <c:pt idx="3386">
                  <c:v>0.788</c:v>
                </c:pt>
                <c:pt idx="3387">
                  <c:v>0.802</c:v>
                </c:pt>
                <c:pt idx="3388">
                  <c:v>0.766</c:v>
                </c:pt>
                <c:pt idx="3389">
                  <c:v>0.749</c:v>
                </c:pt>
                <c:pt idx="3390">
                  <c:v>0.768</c:v>
                </c:pt>
                <c:pt idx="3391">
                  <c:v>0.76</c:v>
                </c:pt>
                <c:pt idx="3392">
                  <c:v>0.745</c:v>
                </c:pt>
                <c:pt idx="3393">
                  <c:v>0.721</c:v>
                </c:pt>
                <c:pt idx="3394">
                  <c:v>0.726</c:v>
                </c:pt>
                <c:pt idx="3395">
                  <c:v>0.735</c:v>
                </c:pt>
                <c:pt idx="3396">
                  <c:v>0.731</c:v>
                </c:pt>
                <c:pt idx="3397">
                  <c:v>0.733</c:v>
                </c:pt>
                <c:pt idx="3398">
                  <c:v>0.748</c:v>
                </c:pt>
                <c:pt idx="3399">
                  <c:v>0.738</c:v>
                </c:pt>
                <c:pt idx="3400">
                  <c:v>0.751</c:v>
                </c:pt>
                <c:pt idx="3401">
                  <c:v>0.776</c:v>
                </c:pt>
                <c:pt idx="3402">
                  <c:v>0.812</c:v>
                </c:pt>
                <c:pt idx="3403">
                  <c:v>0.812</c:v>
                </c:pt>
                <c:pt idx="3404">
                  <c:v>0.82</c:v>
                </c:pt>
                <c:pt idx="3405">
                  <c:v>0.826</c:v>
                </c:pt>
                <c:pt idx="3406">
                  <c:v>0.831</c:v>
                </c:pt>
                <c:pt idx="3407">
                  <c:v>0.825</c:v>
                </c:pt>
                <c:pt idx="3408">
                  <c:v>0.821</c:v>
                </c:pt>
                <c:pt idx="3409">
                  <c:v>0.786</c:v>
                </c:pt>
                <c:pt idx="3410">
                  <c:v>0.786</c:v>
                </c:pt>
                <c:pt idx="3411">
                  <c:v>0.786</c:v>
                </c:pt>
                <c:pt idx="3412">
                  <c:v>0.786</c:v>
                </c:pt>
                <c:pt idx="3413">
                  <c:v>0.786</c:v>
                </c:pt>
                <c:pt idx="3414">
                  <c:v>0.793</c:v>
                </c:pt>
                <c:pt idx="3415">
                  <c:v>0.788</c:v>
                </c:pt>
                <c:pt idx="3416">
                  <c:v>0.769</c:v>
                </c:pt>
                <c:pt idx="3417">
                  <c:v>0.761</c:v>
                </c:pt>
                <c:pt idx="3418">
                  <c:v>0.761</c:v>
                </c:pt>
                <c:pt idx="3419">
                  <c:v>0.766</c:v>
                </c:pt>
                <c:pt idx="3420">
                  <c:v>0.766</c:v>
                </c:pt>
                <c:pt idx="3421">
                  <c:v>0.752</c:v>
                </c:pt>
                <c:pt idx="3422">
                  <c:v>0.734</c:v>
                </c:pt>
                <c:pt idx="3423">
                  <c:v>0.731</c:v>
                </c:pt>
                <c:pt idx="3424">
                  <c:v>0.724</c:v>
                </c:pt>
                <c:pt idx="3425">
                  <c:v>0.697</c:v>
                </c:pt>
                <c:pt idx="3426">
                  <c:v>0.7</c:v>
                </c:pt>
                <c:pt idx="3427">
                  <c:v>0.692</c:v>
                </c:pt>
                <c:pt idx="3428">
                  <c:v>0.7</c:v>
                </c:pt>
                <c:pt idx="3429">
                  <c:v>0.69</c:v>
                </c:pt>
                <c:pt idx="3430">
                  <c:v>0.69</c:v>
                </c:pt>
                <c:pt idx="3431">
                  <c:v>0.701</c:v>
                </c:pt>
                <c:pt idx="3432">
                  <c:v>0.705</c:v>
                </c:pt>
                <c:pt idx="3433">
                  <c:v>0.71</c:v>
                </c:pt>
                <c:pt idx="3434">
                  <c:v>0.711</c:v>
                </c:pt>
                <c:pt idx="3435">
                  <c:v>0.715</c:v>
                </c:pt>
                <c:pt idx="3436">
                  <c:v>0.726</c:v>
                </c:pt>
                <c:pt idx="3437">
                  <c:v>0.726</c:v>
                </c:pt>
                <c:pt idx="3438">
                  <c:v>0.735</c:v>
                </c:pt>
                <c:pt idx="3439">
                  <c:v>0.735</c:v>
                </c:pt>
                <c:pt idx="3440">
                  <c:v>0.733</c:v>
                </c:pt>
                <c:pt idx="3441">
                  <c:v>0.73</c:v>
                </c:pt>
                <c:pt idx="3442">
                  <c:v>0.731</c:v>
                </c:pt>
                <c:pt idx="3443">
                  <c:v>0.724</c:v>
                </c:pt>
                <c:pt idx="3444">
                  <c:v>0.734</c:v>
                </c:pt>
                <c:pt idx="3445">
                  <c:v>0.741</c:v>
                </c:pt>
                <c:pt idx="3446">
                  <c:v>0.733</c:v>
                </c:pt>
                <c:pt idx="3447">
                  <c:v>0.73</c:v>
                </c:pt>
                <c:pt idx="3448">
                  <c:v>0.733</c:v>
                </c:pt>
                <c:pt idx="3449">
                  <c:v>0.745</c:v>
                </c:pt>
                <c:pt idx="3450">
                  <c:v>0.759</c:v>
                </c:pt>
                <c:pt idx="3451">
                  <c:v>0.757</c:v>
                </c:pt>
                <c:pt idx="3452">
                  <c:v>0.767</c:v>
                </c:pt>
                <c:pt idx="3453">
                  <c:v>0.779</c:v>
                </c:pt>
                <c:pt idx="3454">
                  <c:v>0.778</c:v>
                </c:pt>
                <c:pt idx="3455">
                  <c:v>0.77</c:v>
                </c:pt>
                <c:pt idx="3456">
                  <c:v>0.756</c:v>
                </c:pt>
                <c:pt idx="3457">
                  <c:v>0.77</c:v>
                </c:pt>
                <c:pt idx="3458">
                  <c:v>0.762</c:v>
                </c:pt>
                <c:pt idx="3459">
                  <c:v>0.776</c:v>
                </c:pt>
                <c:pt idx="3460">
                  <c:v>0.77</c:v>
                </c:pt>
                <c:pt idx="3461">
                  <c:v>0.778</c:v>
                </c:pt>
                <c:pt idx="3462">
                  <c:v>0.776</c:v>
                </c:pt>
                <c:pt idx="3463">
                  <c:v>0.78</c:v>
                </c:pt>
                <c:pt idx="3464">
                  <c:v>0.789</c:v>
                </c:pt>
                <c:pt idx="3465">
                  <c:v>0.765</c:v>
                </c:pt>
                <c:pt idx="3466">
                  <c:v>0.756</c:v>
                </c:pt>
                <c:pt idx="3467">
                  <c:v>0.753</c:v>
                </c:pt>
                <c:pt idx="3468">
                  <c:v>0.761</c:v>
                </c:pt>
                <c:pt idx="3469">
                  <c:v>0.752</c:v>
                </c:pt>
                <c:pt idx="3470">
                  <c:v>0.767</c:v>
                </c:pt>
                <c:pt idx="3471">
                  <c:v>0.768</c:v>
                </c:pt>
                <c:pt idx="3472">
                  <c:v>0.771</c:v>
                </c:pt>
                <c:pt idx="3473">
                  <c:v>0.771</c:v>
                </c:pt>
                <c:pt idx="3474">
                  <c:v>0.768</c:v>
                </c:pt>
                <c:pt idx="3475">
                  <c:v>0.762</c:v>
                </c:pt>
                <c:pt idx="3476">
                  <c:v>0.758</c:v>
                </c:pt>
                <c:pt idx="3477">
                  <c:v>0.76</c:v>
                </c:pt>
                <c:pt idx="3478">
                  <c:v>0.772</c:v>
                </c:pt>
                <c:pt idx="3479">
                  <c:v>0.774</c:v>
                </c:pt>
                <c:pt idx="3480">
                  <c:v>0.779</c:v>
                </c:pt>
                <c:pt idx="3481">
                  <c:v>0.79</c:v>
                </c:pt>
                <c:pt idx="3482">
                  <c:v>0.786</c:v>
                </c:pt>
                <c:pt idx="3483">
                  <c:v>0.797</c:v>
                </c:pt>
                <c:pt idx="3484">
                  <c:v>0.795</c:v>
                </c:pt>
                <c:pt idx="3485">
                  <c:v>0.814</c:v>
                </c:pt>
                <c:pt idx="3486">
                  <c:v>0.81</c:v>
                </c:pt>
                <c:pt idx="3487">
                  <c:v>0.799</c:v>
                </c:pt>
                <c:pt idx="3488">
                  <c:v>0.799</c:v>
                </c:pt>
                <c:pt idx="3489">
                  <c:v>0.822</c:v>
                </c:pt>
                <c:pt idx="3490">
                  <c:v>0.808</c:v>
                </c:pt>
                <c:pt idx="3491">
                  <c:v>0.795</c:v>
                </c:pt>
                <c:pt idx="3492">
                  <c:v>0.796</c:v>
                </c:pt>
                <c:pt idx="3493">
                  <c:v>0.817</c:v>
                </c:pt>
                <c:pt idx="3494">
                  <c:v>0.805</c:v>
                </c:pt>
                <c:pt idx="3495">
                  <c:v>0.772</c:v>
                </c:pt>
                <c:pt idx="3496">
                  <c:v>0.784</c:v>
                </c:pt>
                <c:pt idx="3497">
                  <c:v>0.779</c:v>
                </c:pt>
                <c:pt idx="3498">
                  <c:v>0.792</c:v>
                </c:pt>
                <c:pt idx="3499">
                  <c:v>0.802</c:v>
                </c:pt>
                <c:pt idx="3500">
                  <c:v>0.795</c:v>
                </c:pt>
                <c:pt idx="3501">
                  <c:v>0.807</c:v>
                </c:pt>
                <c:pt idx="3502">
                  <c:v>0.805</c:v>
                </c:pt>
                <c:pt idx="3503">
                  <c:v>0.804</c:v>
                </c:pt>
                <c:pt idx="3504">
                  <c:v>0.824</c:v>
                </c:pt>
                <c:pt idx="3505">
                  <c:v>0.821</c:v>
                </c:pt>
                <c:pt idx="3506">
                  <c:v>0.822</c:v>
                </c:pt>
                <c:pt idx="3507">
                  <c:v>0.839</c:v>
                </c:pt>
                <c:pt idx="3508">
                  <c:v>0.832</c:v>
                </c:pt>
                <c:pt idx="3509">
                  <c:v>0.858</c:v>
                </c:pt>
                <c:pt idx="3510">
                  <c:v>0.815</c:v>
                </c:pt>
                <c:pt idx="3511">
                  <c:v>0.791</c:v>
                </c:pt>
                <c:pt idx="3512">
                  <c:v>0.788</c:v>
                </c:pt>
                <c:pt idx="3513">
                  <c:v>0.797</c:v>
                </c:pt>
                <c:pt idx="3514">
                  <c:v>0.8</c:v>
                </c:pt>
                <c:pt idx="3515">
                  <c:v>0.798</c:v>
                </c:pt>
                <c:pt idx="3516">
                  <c:v>0.769</c:v>
                </c:pt>
                <c:pt idx="3517">
                  <c:v>0.734</c:v>
                </c:pt>
                <c:pt idx="3518">
                  <c:v>0.738</c:v>
                </c:pt>
                <c:pt idx="3519">
                  <c:v>0.772</c:v>
                </c:pt>
                <c:pt idx="3520">
                  <c:v>0.772</c:v>
                </c:pt>
                <c:pt idx="3521">
                  <c:v>0.789</c:v>
                </c:pt>
                <c:pt idx="3522">
                  <c:v>0.774</c:v>
                </c:pt>
                <c:pt idx="3523">
                  <c:v>0.742</c:v>
                </c:pt>
                <c:pt idx="3524">
                  <c:v>0.733</c:v>
                </c:pt>
                <c:pt idx="3525">
                  <c:v>0.722</c:v>
                </c:pt>
                <c:pt idx="3526">
                  <c:v>0.731</c:v>
                </c:pt>
                <c:pt idx="3527">
                  <c:v>0.723</c:v>
                </c:pt>
                <c:pt idx="3528">
                  <c:v>0.739</c:v>
                </c:pt>
                <c:pt idx="3529">
                  <c:v>0.737</c:v>
                </c:pt>
                <c:pt idx="3530">
                  <c:v>0.754</c:v>
                </c:pt>
                <c:pt idx="3531">
                  <c:v>0.768</c:v>
                </c:pt>
                <c:pt idx="3532">
                  <c:v>0.773</c:v>
                </c:pt>
                <c:pt idx="3533">
                  <c:v>0.773</c:v>
                </c:pt>
                <c:pt idx="3534">
                  <c:v>0.769</c:v>
                </c:pt>
                <c:pt idx="3535">
                  <c:v>0.785</c:v>
                </c:pt>
                <c:pt idx="3536">
                  <c:v>0.792</c:v>
                </c:pt>
                <c:pt idx="3537">
                  <c:v>0.791</c:v>
                </c:pt>
                <c:pt idx="3538">
                  <c:v>0.795</c:v>
                </c:pt>
                <c:pt idx="3539">
                  <c:v>0.806</c:v>
                </c:pt>
                <c:pt idx="3540">
                  <c:v>0.813</c:v>
                </c:pt>
                <c:pt idx="3541">
                  <c:v>0.813</c:v>
                </c:pt>
                <c:pt idx="3542">
                  <c:v>0.824</c:v>
                </c:pt>
                <c:pt idx="3543">
                  <c:v>0.832</c:v>
                </c:pt>
                <c:pt idx="3544">
                  <c:v>0.81</c:v>
                </c:pt>
                <c:pt idx="3545">
                  <c:v>0.804</c:v>
                </c:pt>
                <c:pt idx="3546">
                  <c:v>0.819</c:v>
                </c:pt>
                <c:pt idx="3547">
                  <c:v>0.826</c:v>
                </c:pt>
                <c:pt idx="3548">
                  <c:v>0.825</c:v>
                </c:pt>
                <c:pt idx="3549">
                  <c:v>0.817</c:v>
                </c:pt>
                <c:pt idx="3550">
                  <c:v>0.82</c:v>
                </c:pt>
                <c:pt idx="3551">
                  <c:v>0.812</c:v>
                </c:pt>
                <c:pt idx="3552">
                  <c:v>0.835</c:v>
                </c:pt>
                <c:pt idx="3553">
                  <c:v>0.848</c:v>
                </c:pt>
                <c:pt idx="3554">
                  <c:v>0.857</c:v>
                </c:pt>
                <c:pt idx="3555">
                  <c:v>0.854</c:v>
                </c:pt>
                <c:pt idx="3556">
                  <c:v>0.845</c:v>
                </c:pt>
                <c:pt idx="3557">
                  <c:v>0.867</c:v>
                </c:pt>
                <c:pt idx="3558">
                  <c:v>0.851</c:v>
                </c:pt>
                <c:pt idx="3559">
                  <c:v>0.877</c:v>
                </c:pt>
                <c:pt idx="3560">
                  <c:v>0.843</c:v>
                </c:pt>
                <c:pt idx="3561">
                  <c:v>0.857</c:v>
                </c:pt>
                <c:pt idx="3562">
                  <c:v>0.817</c:v>
                </c:pt>
                <c:pt idx="3563">
                  <c:v>0.811</c:v>
                </c:pt>
                <c:pt idx="3564">
                  <c:v>0.819</c:v>
                </c:pt>
                <c:pt idx="3565">
                  <c:v>0.845</c:v>
                </c:pt>
                <c:pt idx="3566">
                  <c:v>0.847</c:v>
                </c:pt>
                <c:pt idx="3567">
                  <c:v>0.878</c:v>
                </c:pt>
                <c:pt idx="3568">
                  <c:v>0.883</c:v>
                </c:pt>
                <c:pt idx="3569">
                  <c:v>0.866</c:v>
                </c:pt>
                <c:pt idx="3570">
                  <c:v>0.867</c:v>
                </c:pt>
                <c:pt idx="3571">
                  <c:v>0.858</c:v>
                </c:pt>
                <c:pt idx="3572">
                  <c:v>0.854</c:v>
                </c:pt>
                <c:pt idx="3573">
                  <c:v>0.825</c:v>
                </c:pt>
                <c:pt idx="3574">
                  <c:v>0.845</c:v>
                </c:pt>
                <c:pt idx="3575">
                  <c:v>0.829</c:v>
                </c:pt>
                <c:pt idx="3576">
                  <c:v>0.849</c:v>
                </c:pt>
                <c:pt idx="3577">
                  <c:v>0.845</c:v>
                </c:pt>
                <c:pt idx="3578">
                  <c:v>0.848</c:v>
                </c:pt>
                <c:pt idx="3579">
                  <c:v>0.863</c:v>
                </c:pt>
                <c:pt idx="3580">
                  <c:v>0.849</c:v>
                </c:pt>
                <c:pt idx="3581">
                  <c:v>0.867</c:v>
                </c:pt>
                <c:pt idx="3582">
                  <c:v>0.856</c:v>
                </c:pt>
                <c:pt idx="3583">
                  <c:v>0.887</c:v>
                </c:pt>
                <c:pt idx="3584">
                  <c:v>0.887</c:v>
                </c:pt>
                <c:pt idx="3585">
                  <c:v>0.887</c:v>
                </c:pt>
                <c:pt idx="3586">
                  <c:v>0.876</c:v>
                </c:pt>
                <c:pt idx="3587">
                  <c:v>0.892</c:v>
                </c:pt>
                <c:pt idx="3588">
                  <c:v>0.892</c:v>
                </c:pt>
                <c:pt idx="3589">
                  <c:v>0.912</c:v>
                </c:pt>
                <c:pt idx="3590">
                  <c:v>0.918</c:v>
                </c:pt>
                <c:pt idx="3591">
                  <c:v>0.928</c:v>
                </c:pt>
                <c:pt idx="3592">
                  <c:v>0.915</c:v>
                </c:pt>
                <c:pt idx="3593">
                  <c:v>0.934</c:v>
                </c:pt>
                <c:pt idx="3594">
                  <c:v>0.935</c:v>
                </c:pt>
                <c:pt idx="3595">
                  <c:v>0.936</c:v>
                </c:pt>
                <c:pt idx="3596">
                  <c:v>0.928</c:v>
                </c:pt>
                <c:pt idx="3597">
                  <c:v>0.935</c:v>
                </c:pt>
                <c:pt idx="3598">
                  <c:v>0.942</c:v>
                </c:pt>
                <c:pt idx="3599">
                  <c:v>0.946</c:v>
                </c:pt>
                <c:pt idx="3600">
                  <c:v>0.946</c:v>
                </c:pt>
                <c:pt idx="3601">
                  <c:v>0.95</c:v>
                </c:pt>
                <c:pt idx="3602">
                  <c:v>0.964</c:v>
                </c:pt>
                <c:pt idx="3603">
                  <c:v>0.989</c:v>
                </c:pt>
                <c:pt idx="3604">
                  <c:v>0.999</c:v>
                </c:pt>
                <c:pt idx="3605">
                  <c:v>1.023</c:v>
                </c:pt>
                <c:pt idx="3606">
                  <c:v>1.027</c:v>
                </c:pt>
                <c:pt idx="3607">
                  <c:v>1.008</c:v>
                </c:pt>
                <c:pt idx="3608">
                  <c:v>0.984</c:v>
                </c:pt>
                <c:pt idx="3609">
                  <c:v>0.99</c:v>
                </c:pt>
                <c:pt idx="3610">
                  <c:v>0.998</c:v>
                </c:pt>
                <c:pt idx="3611">
                  <c:v>1.011</c:v>
                </c:pt>
                <c:pt idx="3612">
                  <c:v>1.01</c:v>
                </c:pt>
                <c:pt idx="3613">
                  <c:v>1.023</c:v>
                </c:pt>
                <c:pt idx="3614">
                  <c:v>1.022</c:v>
                </c:pt>
                <c:pt idx="3615">
                  <c:v>1.019</c:v>
                </c:pt>
                <c:pt idx="3616">
                  <c:v>1.031</c:v>
                </c:pt>
                <c:pt idx="3617">
                  <c:v>1.031</c:v>
                </c:pt>
                <c:pt idx="3618">
                  <c:v>1.043</c:v>
                </c:pt>
                <c:pt idx="3619">
                  <c:v>1.047</c:v>
                </c:pt>
                <c:pt idx="3620">
                  <c:v>1.008</c:v>
                </c:pt>
                <c:pt idx="3621">
                  <c:v>0.972</c:v>
                </c:pt>
                <c:pt idx="3622">
                  <c:v>0.975</c:v>
                </c:pt>
                <c:pt idx="3623">
                  <c:v>0.986</c:v>
                </c:pt>
                <c:pt idx="3624">
                  <c:v>0.988</c:v>
                </c:pt>
                <c:pt idx="3625">
                  <c:v>0.978</c:v>
                </c:pt>
                <c:pt idx="3626">
                  <c:v>0.988</c:v>
                </c:pt>
                <c:pt idx="3627">
                  <c:v>0.988</c:v>
                </c:pt>
                <c:pt idx="3628">
                  <c:v>0.964</c:v>
                </c:pt>
                <c:pt idx="3629">
                  <c:v>0.951</c:v>
                </c:pt>
                <c:pt idx="3630">
                  <c:v>0.958</c:v>
                </c:pt>
                <c:pt idx="3631">
                  <c:v>0.962</c:v>
                </c:pt>
                <c:pt idx="3632">
                  <c:v>0.97</c:v>
                </c:pt>
                <c:pt idx="3633">
                  <c:v>0.973</c:v>
                </c:pt>
                <c:pt idx="3634">
                  <c:v>0.973</c:v>
                </c:pt>
                <c:pt idx="3635">
                  <c:v>0.973</c:v>
                </c:pt>
                <c:pt idx="3636">
                  <c:v>0.957</c:v>
                </c:pt>
                <c:pt idx="3637">
                  <c:v>0.944</c:v>
                </c:pt>
                <c:pt idx="3638">
                  <c:v>0.944</c:v>
                </c:pt>
                <c:pt idx="3639">
                  <c:v>0.943</c:v>
                </c:pt>
                <c:pt idx="3640">
                  <c:v>0.961</c:v>
                </c:pt>
                <c:pt idx="3641">
                  <c:v>0.961</c:v>
                </c:pt>
                <c:pt idx="3642">
                  <c:v>0.977</c:v>
                </c:pt>
                <c:pt idx="3643">
                  <c:v>0.974</c:v>
                </c:pt>
                <c:pt idx="3644">
                  <c:v>0.983</c:v>
                </c:pt>
                <c:pt idx="3645">
                  <c:v>0.987</c:v>
                </c:pt>
                <c:pt idx="3646">
                  <c:v>0.969</c:v>
                </c:pt>
                <c:pt idx="3647">
                  <c:v>0.962</c:v>
                </c:pt>
                <c:pt idx="3648">
                  <c:v>0.944</c:v>
                </c:pt>
                <c:pt idx="3649">
                  <c:v>0.95</c:v>
                </c:pt>
                <c:pt idx="3650">
                  <c:v>0.955</c:v>
                </c:pt>
                <c:pt idx="3651">
                  <c:v>0.962</c:v>
                </c:pt>
                <c:pt idx="3652">
                  <c:v>0.958</c:v>
                </c:pt>
                <c:pt idx="3653">
                  <c:v>0.965</c:v>
                </c:pt>
                <c:pt idx="3654">
                  <c:v>0.98</c:v>
                </c:pt>
                <c:pt idx="3655">
                  <c:v>1.001</c:v>
                </c:pt>
                <c:pt idx="3656">
                  <c:v>1.004</c:v>
                </c:pt>
                <c:pt idx="3657">
                  <c:v>0.995</c:v>
                </c:pt>
                <c:pt idx="3658">
                  <c:v>0.98</c:v>
                </c:pt>
                <c:pt idx="3659">
                  <c:v>0.967</c:v>
                </c:pt>
                <c:pt idx="3660">
                  <c:v>0.968</c:v>
                </c:pt>
                <c:pt idx="3661">
                  <c:v>0.964</c:v>
                </c:pt>
                <c:pt idx="3662">
                  <c:v>0.939</c:v>
                </c:pt>
                <c:pt idx="3663">
                  <c:v>0.942</c:v>
                </c:pt>
                <c:pt idx="3664">
                  <c:v>0.954</c:v>
                </c:pt>
                <c:pt idx="3665">
                  <c:v>0.963</c:v>
                </c:pt>
                <c:pt idx="3666">
                  <c:v>0.973</c:v>
                </c:pt>
                <c:pt idx="3667">
                  <c:v>0.976</c:v>
                </c:pt>
                <c:pt idx="3668">
                  <c:v>0.976</c:v>
                </c:pt>
                <c:pt idx="3669">
                  <c:v>0.98</c:v>
                </c:pt>
                <c:pt idx="3670">
                  <c:v>0.986</c:v>
                </c:pt>
                <c:pt idx="3671">
                  <c:v>0.97</c:v>
                </c:pt>
                <c:pt idx="3672">
                  <c:v>0.983</c:v>
                </c:pt>
                <c:pt idx="3673">
                  <c:v>0.983</c:v>
                </c:pt>
                <c:pt idx="3674">
                  <c:v>0.995</c:v>
                </c:pt>
                <c:pt idx="3675">
                  <c:v>0.993</c:v>
                </c:pt>
                <c:pt idx="3676">
                  <c:v>0.979</c:v>
                </c:pt>
                <c:pt idx="3677">
                  <c:v>0.972</c:v>
                </c:pt>
                <c:pt idx="3678">
                  <c:v>0.973</c:v>
                </c:pt>
                <c:pt idx="3679">
                  <c:v>0.973</c:v>
                </c:pt>
                <c:pt idx="3680">
                  <c:v>0.975</c:v>
                </c:pt>
                <c:pt idx="3681">
                  <c:v>0.974</c:v>
                </c:pt>
                <c:pt idx="3682">
                  <c:v>0.968</c:v>
                </c:pt>
                <c:pt idx="3683">
                  <c:v>0.981</c:v>
                </c:pt>
                <c:pt idx="3684">
                  <c:v>0.976</c:v>
                </c:pt>
                <c:pt idx="3685">
                  <c:v>0.994</c:v>
                </c:pt>
                <c:pt idx="3686">
                  <c:v>1</c:v>
                </c:pt>
                <c:pt idx="3687">
                  <c:v>1.018</c:v>
                </c:pt>
                <c:pt idx="3688">
                  <c:v>1.016</c:v>
                </c:pt>
                <c:pt idx="3689">
                  <c:v>1.038</c:v>
                </c:pt>
                <c:pt idx="3690">
                  <c:v>1.04</c:v>
                </c:pt>
                <c:pt idx="3691">
                  <c:v>1.04</c:v>
                </c:pt>
                <c:pt idx="3692">
                  <c:v>1.047</c:v>
                </c:pt>
                <c:pt idx="3693">
                  <c:v>1.065</c:v>
                </c:pt>
                <c:pt idx="3694">
                  <c:v>1.06</c:v>
                </c:pt>
                <c:pt idx="3695">
                  <c:v>1.067</c:v>
                </c:pt>
                <c:pt idx="3696">
                  <c:v>1.057</c:v>
                </c:pt>
                <c:pt idx="3697">
                  <c:v>1.05</c:v>
                </c:pt>
                <c:pt idx="3698">
                  <c:v>1.023</c:v>
                </c:pt>
                <c:pt idx="3699">
                  <c:v>0.974</c:v>
                </c:pt>
                <c:pt idx="3700">
                  <c:v>0.963</c:v>
                </c:pt>
                <c:pt idx="3701">
                  <c:v>0.963</c:v>
                </c:pt>
                <c:pt idx="3702">
                  <c:v>0.955</c:v>
                </c:pt>
                <c:pt idx="3703">
                  <c:v>0.942</c:v>
                </c:pt>
                <c:pt idx="3704">
                  <c:v>0.954</c:v>
                </c:pt>
                <c:pt idx="3705">
                  <c:v>0.948</c:v>
                </c:pt>
                <c:pt idx="3706">
                  <c:v>0.965</c:v>
                </c:pt>
                <c:pt idx="3707">
                  <c:v>0.974</c:v>
                </c:pt>
                <c:pt idx="3708">
                  <c:v>0.966</c:v>
                </c:pt>
                <c:pt idx="3709">
                  <c:v>0.968</c:v>
                </c:pt>
                <c:pt idx="3710">
                  <c:v>0.977</c:v>
                </c:pt>
                <c:pt idx="3711">
                  <c:v>0.976</c:v>
                </c:pt>
                <c:pt idx="3712">
                  <c:v>0.989</c:v>
                </c:pt>
                <c:pt idx="3713">
                  <c:v>0.988</c:v>
                </c:pt>
                <c:pt idx="3714">
                  <c:v>0.993</c:v>
                </c:pt>
                <c:pt idx="3715">
                  <c:v>0.993</c:v>
                </c:pt>
                <c:pt idx="3716">
                  <c:v>1.023</c:v>
                </c:pt>
                <c:pt idx="3717">
                  <c:v>1.041</c:v>
                </c:pt>
                <c:pt idx="3718">
                  <c:v>1.039</c:v>
                </c:pt>
                <c:pt idx="3719">
                  <c:v>1.007</c:v>
                </c:pt>
                <c:pt idx="3720">
                  <c:v>0.993</c:v>
                </c:pt>
                <c:pt idx="3721">
                  <c:v>1.018</c:v>
                </c:pt>
                <c:pt idx="3722">
                  <c:v>1.021</c:v>
                </c:pt>
                <c:pt idx="3723">
                  <c:v>1.005</c:v>
                </c:pt>
                <c:pt idx="3724">
                  <c:v>1.004</c:v>
                </c:pt>
                <c:pt idx="3725">
                  <c:v>1.017</c:v>
                </c:pt>
                <c:pt idx="3726">
                  <c:v>1.021</c:v>
                </c:pt>
                <c:pt idx="3727">
                  <c:v>1.023</c:v>
                </c:pt>
                <c:pt idx="3728">
                  <c:v>1.014</c:v>
                </c:pt>
                <c:pt idx="3729">
                  <c:v>1.018</c:v>
                </c:pt>
                <c:pt idx="3730">
                  <c:v>0.998</c:v>
                </c:pt>
                <c:pt idx="3731">
                  <c:v>0.994</c:v>
                </c:pt>
                <c:pt idx="3732">
                  <c:v>0.983</c:v>
                </c:pt>
                <c:pt idx="3733">
                  <c:v>0.983</c:v>
                </c:pt>
                <c:pt idx="3734">
                  <c:v>0.973</c:v>
                </c:pt>
                <c:pt idx="3735">
                  <c:v>0.963</c:v>
                </c:pt>
                <c:pt idx="3736">
                  <c:v>0.987</c:v>
                </c:pt>
                <c:pt idx="3737">
                  <c:v>1.022</c:v>
                </c:pt>
                <c:pt idx="3738">
                  <c:v>1.027</c:v>
                </c:pt>
                <c:pt idx="3739">
                  <c:v>0.995</c:v>
                </c:pt>
                <c:pt idx="3740">
                  <c:v>0.999</c:v>
                </c:pt>
                <c:pt idx="3741">
                  <c:v>0.997</c:v>
                </c:pt>
                <c:pt idx="3742">
                  <c:v>0.976</c:v>
                </c:pt>
                <c:pt idx="3743">
                  <c:v>0.982</c:v>
                </c:pt>
                <c:pt idx="3744">
                  <c:v>0.982</c:v>
                </c:pt>
                <c:pt idx="3745">
                  <c:v>0.987</c:v>
                </c:pt>
                <c:pt idx="3746">
                  <c:v>0.991</c:v>
                </c:pt>
                <c:pt idx="3747">
                  <c:v>1.007</c:v>
                </c:pt>
                <c:pt idx="3748">
                  <c:v>1.007</c:v>
                </c:pt>
                <c:pt idx="3749">
                  <c:v>0.993</c:v>
                </c:pt>
                <c:pt idx="3750">
                  <c:v>0.992</c:v>
                </c:pt>
                <c:pt idx="3751">
                  <c:v>1.002</c:v>
                </c:pt>
                <c:pt idx="3752">
                  <c:v>0.998</c:v>
                </c:pt>
                <c:pt idx="3753">
                  <c:v>0.999</c:v>
                </c:pt>
                <c:pt idx="3754">
                  <c:v>1.013</c:v>
                </c:pt>
                <c:pt idx="3755">
                  <c:v>1.004</c:v>
                </c:pt>
                <c:pt idx="3756">
                  <c:v>0.982</c:v>
                </c:pt>
                <c:pt idx="3757">
                  <c:v>1.014</c:v>
                </c:pt>
                <c:pt idx="3758">
                  <c:v>1.026</c:v>
                </c:pt>
                <c:pt idx="3759">
                  <c:v>1.047</c:v>
                </c:pt>
                <c:pt idx="3760">
                  <c:v>1.029</c:v>
                </c:pt>
                <c:pt idx="3761">
                  <c:v>1.019</c:v>
                </c:pt>
                <c:pt idx="3762">
                  <c:v>1.015</c:v>
                </c:pt>
                <c:pt idx="3763">
                  <c:v>1.038</c:v>
                </c:pt>
                <c:pt idx="3764">
                  <c:v>1.037</c:v>
                </c:pt>
                <c:pt idx="3765">
                  <c:v>1.012</c:v>
                </c:pt>
                <c:pt idx="3766">
                  <c:v>1.009</c:v>
                </c:pt>
                <c:pt idx="3767">
                  <c:v>0.982</c:v>
                </c:pt>
                <c:pt idx="3768">
                  <c:v>0.985</c:v>
                </c:pt>
                <c:pt idx="3769">
                  <c:v>0.992</c:v>
                </c:pt>
                <c:pt idx="3770">
                  <c:v>1.021</c:v>
                </c:pt>
                <c:pt idx="3771">
                  <c:v>1.038</c:v>
                </c:pt>
                <c:pt idx="3772">
                  <c:v>1.04</c:v>
                </c:pt>
                <c:pt idx="3773">
                  <c:v>1.044</c:v>
                </c:pt>
                <c:pt idx="3774">
                  <c:v>1.037</c:v>
                </c:pt>
                <c:pt idx="3775">
                  <c:v>1.038</c:v>
                </c:pt>
                <c:pt idx="3776">
                  <c:v>1.047</c:v>
                </c:pt>
                <c:pt idx="3777">
                  <c:v>1.008</c:v>
                </c:pt>
                <c:pt idx="3778">
                  <c:v>1.002</c:v>
                </c:pt>
                <c:pt idx="3779">
                  <c:v>1.018</c:v>
                </c:pt>
                <c:pt idx="3780">
                  <c:v>1.013</c:v>
                </c:pt>
                <c:pt idx="3781">
                  <c:v>1.043</c:v>
                </c:pt>
                <c:pt idx="3782">
                  <c:v>1.074</c:v>
                </c:pt>
                <c:pt idx="3783">
                  <c:v>1.077</c:v>
                </c:pt>
                <c:pt idx="3784">
                  <c:v>1.073</c:v>
                </c:pt>
                <c:pt idx="3785">
                  <c:v>1.083</c:v>
                </c:pt>
                <c:pt idx="3786">
                  <c:v>1.093</c:v>
                </c:pt>
                <c:pt idx="3787">
                  <c:v>1.09</c:v>
                </c:pt>
                <c:pt idx="3788">
                  <c:v>1.099</c:v>
                </c:pt>
                <c:pt idx="3789">
                  <c:v>1.093</c:v>
                </c:pt>
                <c:pt idx="3790">
                  <c:v>1.08</c:v>
                </c:pt>
                <c:pt idx="3791">
                  <c:v>1.069</c:v>
                </c:pt>
                <c:pt idx="3792">
                  <c:v>1.087</c:v>
                </c:pt>
                <c:pt idx="3793">
                  <c:v>1.087</c:v>
                </c:pt>
                <c:pt idx="3794">
                  <c:v>1.073</c:v>
                </c:pt>
                <c:pt idx="3795">
                  <c:v>1.108</c:v>
                </c:pt>
                <c:pt idx="3796">
                  <c:v>1.105</c:v>
                </c:pt>
                <c:pt idx="3797">
                  <c:v>1.14</c:v>
                </c:pt>
                <c:pt idx="3798">
                  <c:v>1.173</c:v>
                </c:pt>
                <c:pt idx="3799">
                  <c:v>1.173</c:v>
                </c:pt>
                <c:pt idx="3800">
                  <c:v>1.177</c:v>
                </c:pt>
                <c:pt idx="3801">
                  <c:v>1.167</c:v>
                </c:pt>
                <c:pt idx="3802">
                  <c:v>1.156</c:v>
                </c:pt>
                <c:pt idx="3803">
                  <c:v>1.135</c:v>
                </c:pt>
                <c:pt idx="3804">
                  <c:v>1.135</c:v>
                </c:pt>
                <c:pt idx="3805">
                  <c:v>1.118</c:v>
                </c:pt>
                <c:pt idx="3806">
                  <c:v>1.085</c:v>
                </c:pt>
                <c:pt idx="3807">
                  <c:v>1.093</c:v>
                </c:pt>
                <c:pt idx="3808">
                  <c:v>1.105</c:v>
                </c:pt>
                <c:pt idx="3809">
                  <c:v>1.108</c:v>
                </c:pt>
                <c:pt idx="3810">
                  <c:v>1.115</c:v>
                </c:pt>
                <c:pt idx="3811">
                  <c:v>1.123</c:v>
                </c:pt>
                <c:pt idx="3812">
                  <c:v>1.12</c:v>
                </c:pt>
                <c:pt idx="3813">
                  <c:v>1.115</c:v>
                </c:pt>
                <c:pt idx="3814">
                  <c:v>1.113</c:v>
                </c:pt>
                <c:pt idx="3815">
                  <c:v>1.16</c:v>
                </c:pt>
                <c:pt idx="3816">
                  <c:v>1.15</c:v>
                </c:pt>
                <c:pt idx="3817">
                  <c:v>1.14</c:v>
                </c:pt>
                <c:pt idx="3818">
                  <c:v>1.135</c:v>
                </c:pt>
                <c:pt idx="3819">
                  <c:v>1.13</c:v>
                </c:pt>
                <c:pt idx="3820">
                  <c:v>1.153</c:v>
                </c:pt>
                <c:pt idx="3821">
                  <c:v>1.16</c:v>
                </c:pt>
                <c:pt idx="3822">
                  <c:v>1.145</c:v>
                </c:pt>
                <c:pt idx="3823">
                  <c:v>1.135</c:v>
                </c:pt>
                <c:pt idx="3824">
                  <c:v>1.108</c:v>
                </c:pt>
                <c:pt idx="3825">
                  <c:v>1.15</c:v>
                </c:pt>
                <c:pt idx="3826">
                  <c:v>1.158</c:v>
                </c:pt>
                <c:pt idx="3827">
                  <c:v>1.123</c:v>
                </c:pt>
                <c:pt idx="3828">
                  <c:v>1.123</c:v>
                </c:pt>
                <c:pt idx="3829">
                  <c:v>1.143</c:v>
                </c:pt>
                <c:pt idx="3830">
                  <c:v>1.12</c:v>
                </c:pt>
                <c:pt idx="3831">
                  <c:v>1.125</c:v>
                </c:pt>
                <c:pt idx="3832">
                  <c:v>1.13</c:v>
                </c:pt>
                <c:pt idx="3833">
                  <c:v>1.125</c:v>
                </c:pt>
                <c:pt idx="3834">
                  <c:v>1.15</c:v>
                </c:pt>
                <c:pt idx="3835">
                  <c:v>1.16</c:v>
                </c:pt>
                <c:pt idx="3836">
                  <c:v>1.16</c:v>
                </c:pt>
                <c:pt idx="3837">
                  <c:v>1.14</c:v>
                </c:pt>
                <c:pt idx="3838">
                  <c:v>1.126</c:v>
                </c:pt>
                <c:pt idx="3839">
                  <c:v>1.125</c:v>
                </c:pt>
                <c:pt idx="3840">
                  <c:v>1.132</c:v>
                </c:pt>
                <c:pt idx="3841">
                  <c:v>1.141</c:v>
                </c:pt>
                <c:pt idx="3842">
                  <c:v>1.15</c:v>
                </c:pt>
                <c:pt idx="3843">
                  <c:v>1.146</c:v>
                </c:pt>
                <c:pt idx="3844">
                  <c:v>1.209</c:v>
                </c:pt>
                <c:pt idx="3845">
                  <c:v>1.209</c:v>
                </c:pt>
                <c:pt idx="3846">
                  <c:v>1.209</c:v>
                </c:pt>
                <c:pt idx="3847">
                  <c:v>1.21</c:v>
                </c:pt>
                <c:pt idx="3848">
                  <c:v>1.21</c:v>
                </c:pt>
                <c:pt idx="3849">
                  <c:v>1.21</c:v>
                </c:pt>
                <c:pt idx="3850">
                  <c:v>1.22</c:v>
                </c:pt>
                <c:pt idx="3851">
                  <c:v>1.224</c:v>
                </c:pt>
                <c:pt idx="3852">
                  <c:v>1.234</c:v>
                </c:pt>
                <c:pt idx="3853">
                  <c:v>1.22</c:v>
                </c:pt>
                <c:pt idx="3854">
                  <c:v>1.235</c:v>
                </c:pt>
                <c:pt idx="3855">
                  <c:v>1.235</c:v>
                </c:pt>
                <c:pt idx="3856">
                  <c:v>1.245</c:v>
                </c:pt>
                <c:pt idx="3857">
                  <c:v>1.26</c:v>
                </c:pt>
                <c:pt idx="3858">
                  <c:v>1.291</c:v>
                </c:pt>
                <c:pt idx="3859">
                  <c:v>1.298</c:v>
                </c:pt>
                <c:pt idx="3860">
                  <c:v>1.324</c:v>
                </c:pt>
                <c:pt idx="3861">
                  <c:v>1.338</c:v>
                </c:pt>
                <c:pt idx="3862">
                  <c:v>1.329</c:v>
                </c:pt>
                <c:pt idx="3863">
                  <c:v>1.325</c:v>
                </c:pt>
                <c:pt idx="3864">
                  <c:v>1.316</c:v>
                </c:pt>
                <c:pt idx="3865">
                  <c:v>1.301</c:v>
                </c:pt>
                <c:pt idx="3866">
                  <c:v>1.28</c:v>
                </c:pt>
                <c:pt idx="3867">
                  <c:v>1.301</c:v>
                </c:pt>
                <c:pt idx="3868">
                  <c:v>1.285</c:v>
                </c:pt>
                <c:pt idx="3869">
                  <c:v>1.26</c:v>
                </c:pt>
                <c:pt idx="3870">
                  <c:v>1.25</c:v>
                </c:pt>
                <c:pt idx="3871">
                  <c:v>1.235</c:v>
                </c:pt>
                <c:pt idx="3872">
                  <c:v>1.246</c:v>
                </c:pt>
                <c:pt idx="3873">
                  <c:v>1.225</c:v>
                </c:pt>
                <c:pt idx="3874">
                  <c:v>1.214</c:v>
                </c:pt>
                <c:pt idx="3875">
                  <c:v>1.225</c:v>
                </c:pt>
                <c:pt idx="3876">
                  <c:v>1.255</c:v>
                </c:pt>
                <c:pt idx="3877">
                  <c:v>1.215</c:v>
                </c:pt>
                <c:pt idx="3878">
                  <c:v>1.215</c:v>
                </c:pt>
                <c:pt idx="3879">
                  <c:v>1.211</c:v>
                </c:pt>
                <c:pt idx="3880">
                  <c:v>1.229</c:v>
                </c:pt>
                <c:pt idx="3881">
                  <c:v>1.221</c:v>
                </c:pt>
                <c:pt idx="3882">
                  <c:v>1.213</c:v>
                </c:pt>
                <c:pt idx="3883">
                  <c:v>1.255</c:v>
                </c:pt>
                <c:pt idx="3884">
                  <c:v>1.31</c:v>
                </c:pt>
                <c:pt idx="3885">
                  <c:v>1.305</c:v>
                </c:pt>
                <c:pt idx="3886">
                  <c:v>1.3</c:v>
                </c:pt>
                <c:pt idx="3887">
                  <c:v>1.283</c:v>
                </c:pt>
                <c:pt idx="3888">
                  <c:v>1.305</c:v>
                </c:pt>
                <c:pt idx="3889">
                  <c:v>1.299</c:v>
                </c:pt>
                <c:pt idx="3890">
                  <c:v>1.275</c:v>
                </c:pt>
                <c:pt idx="3891">
                  <c:v>1.285</c:v>
                </c:pt>
                <c:pt idx="3892">
                  <c:v>1.264</c:v>
                </c:pt>
                <c:pt idx="3893">
                  <c:v>1.253</c:v>
                </c:pt>
                <c:pt idx="3894">
                  <c:v>1.235</c:v>
                </c:pt>
                <c:pt idx="3895">
                  <c:v>1.255</c:v>
                </c:pt>
                <c:pt idx="3896">
                  <c:v>1.284</c:v>
                </c:pt>
                <c:pt idx="3897">
                  <c:v>1.318</c:v>
                </c:pt>
                <c:pt idx="3898">
                  <c:v>1.309</c:v>
                </c:pt>
                <c:pt idx="3899">
                  <c:v>1.345</c:v>
                </c:pt>
                <c:pt idx="3900">
                  <c:v>1.355</c:v>
                </c:pt>
                <c:pt idx="3901">
                  <c:v>1.309</c:v>
                </c:pt>
                <c:pt idx="3902">
                  <c:v>1.314</c:v>
                </c:pt>
                <c:pt idx="3903">
                  <c:v>1.315</c:v>
                </c:pt>
                <c:pt idx="3904">
                  <c:v>1.314</c:v>
                </c:pt>
                <c:pt idx="3905">
                  <c:v>1.339</c:v>
                </c:pt>
                <c:pt idx="3906">
                  <c:v>1.324</c:v>
                </c:pt>
                <c:pt idx="3907">
                  <c:v>1.295</c:v>
                </c:pt>
                <c:pt idx="3908">
                  <c:v>1.29</c:v>
                </c:pt>
                <c:pt idx="3909">
                  <c:v>1.246</c:v>
                </c:pt>
                <c:pt idx="3910">
                  <c:v>1.231</c:v>
                </c:pt>
                <c:pt idx="3911">
                  <c:v>1.236</c:v>
                </c:pt>
                <c:pt idx="3912">
                  <c:v>1.219</c:v>
                </c:pt>
                <c:pt idx="3913">
                  <c:v>1.224</c:v>
                </c:pt>
                <c:pt idx="3914">
                  <c:v>1.235</c:v>
                </c:pt>
                <c:pt idx="3915">
                  <c:v>1.24</c:v>
                </c:pt>
                <c:pt idx="3916">
                  <c:v>1.259</c:v>
                </c:pt>
                <c:pt idx="3917">
                  <c:v>1.239</c:v>
                </c:pt>
                <c:pt idx="3918">
                  <c:v>1.218</c:v>
                </c:pt>
                <c:pt idx="3919">
                  <c:v>1.214</c:v>
                </c:pt>
                <c:pt idx="3920">
                  <c:v>1.269</c:v>
                </c:pt>
                <c:pt idx="3921">
                  <c:v>1.23</c:v>
                </c:pt>
                <c:pt idx="3922">
                  <c:v>1.22</c:v>
                </c:pt>
                <c:pt idx="3923">
                  <c:v>1.205</c:v>
                </c:pt>
                <c:pt idx="3924">
                  <c:v>1.195</c:v>
                </c:pt>
                <c:pt idx="3925">
                  <c:v>1.18</c:v>
                </c:pt>
                <c:pt idx="3926">
                  <c:v>1.195</c:v>
                </c:pt>
                <c:pt idx="3927">
                  <c:v>1.205</c:v>
                </c:pt>
                <c:pt idx="3928">
                  <c:v>1.205</c:v>
                </c:pt>
                <c:pt idx="3929">
                  <c:v>1.221</c:v>
                </c:pt>
                <c:pt idx="3930">
                  <c:v>1.164</c:v>
                </c:pt>
                <c:pt idx="3931">
                  <c:v>1.17</c:v>
                </c:pt>
                <c:pt idx="3932">
                  <c:v>1.13</c:v>
                </c:pt>
                <c:pt idx="3933">
                  <c:v>1.128</c:v>
                </c:pt>
                <c:pt idx="3934">
                  <c:v>1.128</c:v>
                </c:pt>
                <c:pt idx="3935">
                  <c:v>1.169</c:v>
                </c:pt>
                <c:pt idx="3936">
                  <c:v>1.141</c:v>
                </c:pt>
                <c:pt idx="3937">
                  <c:v>1.17</c:v>
                </c:pt>
                <c:pt idx="3938">
                  <c:v>1.161</c:v>
                </c:pt>
                <c:pt idx="3939">
                  <c:v>1.149</c:v>
                </c:pt>
                <c:pt idx="3940">
                  <c:v>1.149</c:v>
                </c:pt>
                <c:pt idx="3941">
                  <c:v>1.183</c:v>
                </c:pt>
                <c:pt idx="3942">
                  <c:v>1.19</c:v>
                </c:pt>
                <c:pt idx="3943">
                  <c:v>1.201</c:v>
                </c:pt>
                <c:pt idx="3944">
                  <c:v>1.279</c:v>
                </c:pt>
                <c:pt idx="3945">
                  <c:v>1.265</c:v>
                </c:pt>
                <c:pt idx="3946">
                  <c:v>1.255</c:v>
                </c:pt>
                <c:pt idx="3947">
                  <c:v>1.256</c:v>
                </c:pt>
                <c:pt idx="3948">
                  <c:v>1.205</c:v>
                </c:pt>
                <c:pt idx="3949">
                  <c:v>1.267</c:v>
                </c:pt>
                <c:pt idx="3950">
                  <c:v>1.25</c:v>
                </c:pt>
                <c:pt idx="3951">
                  <c:v>1.178</c:v>
                </c:pt>
                <c:pt idx="3952">
                  <c:v>1.165</c:v>
                </c:pt>
                <c:pt idx="3953">
                  <c:v>1.215</c:v>
                </c:pt>
                <c:pt idx="3954">
                  <c:v>1.21</c:v>
                </c:pt>
                <c:pt idx="3955">
                  <c:v>1.154</c:v>
                </c:pt>
                <c:pt idx="3956">
                  <c:v>1.194</c:v>
                </c:pt>
                <c:pt idx="3957">
                  <c:v>1.183</c:v>
                </c:pt>
                <c:pt idx="3958">
                  <c:v>1.195</c:v>
                </c:pt>
                <c:pt idx="3959">
                  <c:v>1.16</c:v>
                </c:pt>
                <c:pt idx="3960">
                  <c:v>1.134</c:v>
                </c:pt>
                <c:pt idx="3961">
                  <c:v>1.135</c:v>
                </c:pt>
                <c:pt idx="3962">
                  <c:v>1.134</c:v>
                </c:pt>
                <c:pt idx="3963">
                  <c:v>1.071</c:v>
                </c:pt>
                <c:pt idx="3964">
                  <c:v>1.115</c:v>
                </c:pt>
                <c:pt idx="3965">
                  <c:v>1.065</c:v>
                </c:pt>
                <c:pt idx="3966">
                  <c:v>1.036</c:v>
                </c:pt>
                <c:pt idx="3967">
                  <c:v>1.055</c:v>
                </c:pt>
                <c:pt idx="3968">
                  <c:v>1.003</c:v>
                </c:pt>
                <c:pt idx="3969">
                  <c:v>1.01</c:v>
                </c:pt>
                <c:pt idx="3970">
                  <c:v>1</c:v>
                </c:pt>
                <c:pt idx="3971">
                  <c:v>0.98</c:v>
                </c:pt>
                <c:pt idx="3972">
                  <c:v>0.964</c:v>
                </c:pt>
                <c:pt idx="3973">
                  <c:v>0.936</c:v>
                </c:pt>
                <c:pt idx="3974">
                  <c:v>0.925</c:v>
                </c:pt>
                <c:pt idx="3975">
                  <c:v>0.95</c:v>
                </c:pt>
                <c:pt idx="3976">
                  <c:v>0.949</c:v>
                </c:pt>
                <c:pt idx="3977">
                  <c:v>0.955</c:v>
                </c:pt>
                <c:pt idx="3978">
                  <c:v>0.939</c:v>
                </c:pt>
                <c:pt idx="3979">
                  <c:v>0.915</c:v>
                </c:pt>
                <c:pt idx="3980">
                  <c:v>0.955</c:v>
                </c:pt>
                <c:pt idx="3981">
                  <c:v>0.91</c:v>
                </c:pt>
                <c:pt idx="3982">
                  <c:v>0.903</c:v>
                </c:pt>
                <c:pt idx="3983">
                  <c:v>0.896</c:v>
                </c:pt>
                <c:pt idx="3984">
                  <c:v>0.891</c:v>
                </c:pt>
                <c:pt idx="3985">
                  <c:v>0.9</c:v>
                </c:pt>
                <c:pt idx="3986">
                  <c:v>0.89</c:v>
                </c:pt>
                <c:pt idx="3987">
                  <c:v>0.88</c:v>
                </c:pt>
                <c:pt idx="3988">
                  <c:v>0.885</c:v>
                </c:pt>
                <c:pt idx="3989">
                  <c:v>0.885</c:v>
                </c:pt>
                <c:pt idx="3990">
                  <c:v>0.884</c:v>
                </c:pt>
                <c:pt idx="3991">
                  <c:v>0.86</c:v>
                </c:pt>
                <c:pt idx="3992">
                  <c:v>0.875</c:v>
                </c:pt>
                <c:pt idx="3993">
                  <c:v>0.873</c:v>
                </c:pt>
                <c:pt idx="3994">
                  <c:v>0.869</c:v>
                </c:pt>
                <c:pt idx="3995">
                  <c:v>0.845</c:v>
                </c:pt>
                <c:pt idx="3996">
                  <c:v>0.918</c:v>
                </c:pt>
                <c:pt idx="3997">
                  <c:v>0.947</c:v>
                </c:pt>
                <c:pt idx="3998">
                  <c:v>0.965</c:v>
                </c:pt>
                <c:pt idx="3999">
                  <c:v>0.94</c:v>
                </c:pt>
                <c:pt idx="4000">
                  <c:v>0.93</c:v>
                </c:pt>
                <c:pt idx="4001">
                  <c:v>0.97</c:v>
                </c:pt>
                <c:pt idx="4002">
                  <c:v>1.004</c:v>
                </c:pt>
                <c:pt idx="4003">
                  <c:v>1.007</c:v>
                </c:pt>
                <c:pt idx="4004">
                  <c:v>1.035</c:v>
                </c:pt>
                <c:pt idx="4005">
                  <c:v>1.033</c:v>
                </c:pt>
                <c:pt idx="4006">
                  <c:v>1.056</c:v>
                </c:pt>
                <c:pt idx="4007">
                  <c:v>1.076</c:v>
                </c:pt>
                <c:pt idx="4008">
                  <c:v>1.076</c:v>
                </c:pt>
                <c:pt idx="4009">
                  <c:v>1.05</c:v>
                </c:pt>
                <c:pt idx="4010">
                  <c:v>1.051</c:v>
                </c:pt>
                <c:pt idx="4011">
                  <c:v>1.136</c:v>
                </c:pt>
                <c:pt idx="4012">
                  <c:v>1.155</c:v>
                </c:pt>
                <c:pt idx="4013">
                  <c:v>1.161</c:v>
                </c:pt>
                <c:pt idx="4014">
                  <c:v>1.13</c:v>
                </c:pt>
                <c:pt idx="4015">
                  <c:v>1.135</c:v>
                </c:pt>
                <c:pt idx="4016">
                  <c:v>1.15</c:v>
                </c:pt>
                <c:pt idx="4017">
                  <c:v>1.199</c:v>
                </c:pt>
                <c:pt idx="4018">
                  <c:v>1.147</c:v>
                </c:pt>
                <c:pt idx="4019">
                  <c:v>1.119</c:v>
                </c:pt>
                <c:pt idx="4020">
                  <c:v>1.03</c:v>
                </c:pt>
                <c:pt idx="4021">
                  <c:v>0.971</c:v>
                </c:pt>
                <c:pt idx="4022">
                  <c:v>1.029</c:v>
                </c:pt>
                <c:pt idx="4023">
                  <c:v>1.009</c:v>
                </c:pt>
                <c:pt idx="4024">
                  <c:v>0.945</c:v>
                </c:pt>
                <c:pt idx="4025">
                  <c:v>0.911</c:v>
                </c:pt>
                <c:pt idx="4026">
                  <c:v>0.929</c:v>
                </c:pt>
                <c:pt idx="4027">
                  <c:v>0.945</c:v>
                </c:pt>
                <c:pt idx="4028">
                  <c:v>0.935</c:v>
                </c:pt>
                <c:pt idx="4029">
                  <c:v>0.94</c:v>
                </c:pt>
                <c:pt idx="4030">
                  <c:v>0.924</c:v>
                </c:pt>
                <c:pt idx="4031">
                  <c:v>0.946</c:v>
                </c:pt>
                <c:pt idx="4032">
                  <c:v>0.955</c:v>
                </c:pt>
                <c:pt idx="4033">
                  <c:v>0.99</c:v>
                </c:pt>
                <c:pt idx="4034">
                  <c:v>1.009</c:v>
                </c:pt>
                <c:pt idx="4035">
                  <c:v>1.019</c:v>
                </c:pt>
                <c:pt idx="4036">
                  <c:v>1.04</c:v>
                </c:pt>
                <c:pt idx="4037">
                  <c:v>1.025</c:v>
                </c:pt>
                <c:pt idx="4038">
                  <c:v>1.064</c:v>
                </c:pt>
                <c:pt idx="4039">
                  <c:v>1.04</c:v>
                </c:pt>
                <c:pt idx="4040">
                  <c:v>1.005</c:v>
                </c:pt>
                <c:pt idx="4041">
                  <c:v>1.044</c:v>
                </c:pt>
                <c:pt idx="4042">
                  <c:v>1.055</c:v>
                </c:pt>
                <c:pt idx="4043">
                  <c:v>1.074</c:v>
                </c:pt>
                <c:pt idx="4044">
                  <c:v>1.086</c:v>
                </c:pt>
                <c:pt idx="4045">
                  <c:v>1.095</c:v>
                </c:pt>
                <c:pt idx="4046">
                  <c:v>1.06</c:v>
                </c:pt>
                <c:pt idx="4047">
                  <c:v>1.071</c:v>
                </c:pt>
                <c:pt idx="4048">
                  <c:v>1.075</c:v>
                </c:pt>
                <c:pt idx="4049">
                  <c:v>1.065</c:v>
                </c:pt>
                <c:pt idx="4050">
                  <c:v>1.095</c:v>
                </c:pt>
                <c:pt idx="4051">
                  <c:v>1.1</c:v>
                </c:pt>
                <c:pt idx="4052">
                  <c:v>1.095</c:v>
                </c:pt>
                <c:pt idx="4053">
                  <c:v>1.095</c:v>
                </c:pt>
                <c:pt idx="4054">
                  <c:v>1.09</c:v>
                </c:pt>
                <c:pt idx="4055">
                  <c:v>1.149</c:v>
                </c:pt>
                <c:pt idx="4056">
                  <c:v>1.135</c:v>
                </c:pt>
                <c:pt idx="4057">
                  <c:v>1.13</c:v>
                </c:pt>
                <c:pt idx="4058">
                  <c:v>1.164</c:v>
                </c:pt>
                <c:pt idx="4059">
                  <c:v>1.149</c:v>
                </c:pt>
                <c:pt idx="4060">
                  <c:v>1.147</c:v>
                </c:pt>
                <c:pt idx="4061">
                  <c:v>1.135</c:v>
                </c:pt>
                <c:pt idx="4062">
                  <c:v>1.115</c:v>
                </c:pt>
                <c:pt idx="4063">
                  <c:v>1.103</c:v>
                </c:pt>
                <c:pt idx="4064">
                  <c:v>1.069</c:v>
                </c:pt>
                <c:pt idx="4065">
                  <c:v>1.091</c:v>
                </c:pt>
                <c:pt idx="4066">
                  <c:v>1.118</c:v>
                </c:pt>
                <c:pt idx="4067">
                  <c:v>1.159</c:v>
                </c:pt>
                <c:pt idx="4068">
                  <c:v>1.15</c:v>
                </c:pt>
                <c:pt idx="4069">
                  <c:v>1.148</c:v>
                </c:pt>
                <c:pt idx="4070">
                  <c:v>1.175</c:v>
                </c:pt>
                <c:pt idx="4071">
                  <c:v>1.195</c:v>
                </c:pt>
                <c:pt idx="4072">
                  <c:v>1.223</c:v>
                </c:pt>
                <c:pt idx="4073">
                  <c:v>1.206</c:v>
                </c:pt>
                <c:pt idx="4074">
                  <c:v>1.23</c:v>
                </c:pt>
                <c:pt idx="4075">
                  <c:v>1.245</c:v>
                </c:pt>
                <c:pt idx="4076">
                  <c:v>1.235</c:v>
                </c:pt>
                <c:pt idx="4077">
                  <c:v>1.239</c:v>
                </c:pt>
                <c:pt idx="4078">
                  <c:v>1.237</c:v>
                </c:pt>
                <c:pt idx="4079">
                  <c:v>1.211</c:v>
                </c:pt>
                <c:pt idx="4080">
                  <c:v>1.21</c:v>
                </c:pt>
                <c:pt idx="4081">
                  <c:v>1.239</c:v>
                </c:pt>
                <c:pt idx="4082">
                  <c:v>1.231</c:v>
                </c:pt>
                <c:pt idx="4083">
                  <c:v>1.275</c:v>
                </c:pt>
                <c:pt idx="4084">
                  <c:v>1.285</c:v>
                </c:pt>
                <c:pt idx="4085">
                  <c:v>1.275</c:v>
                </c:pt>
                <c:pt idx="4086">
                  <c:v>1.254</c:v>
                </c:pt>
                <c:pt idx="4087">
                  <c:v>1.265</c:v>
                </c:pt>
                <c:pt idx="4088">
                  <c:v>1.259</c:v>
                </c:pt>
                <c:pt idx="4089">
                  <c:v>1.255</c:v>
                </c:pt>
                <c:pt idx="4090">
                  <c:v>1.215</c:v>
                </c:pt>
                <c:pt idx="4091">
                  <c:v>1.221</c:v>
                </c:pt>
                <c:pt idx="4092">
                  <c:v>1.259</c:v>
                </c:pt>
                <c:pt idx="4093">
                  <c:v>1.245</c:v>
                </c:pt>
                <c:pt idx="4094">
                  <c:v>1.265</c:v>
                </c:pt>
                <c:pt idx="4095">
                  <c:v>1.295</c:v>
                </c:pt>
                <c:pt idx="4096">
                  <c:v>1.305</c:v>
                </c:pt>
                <c:pt idx="4097">
                  <c:v>1.29</c:v>
                </c:pt>
                <c:pt idx="4098">
                  <c:v>1.305</c:v>
                </c:pt>
                <c:pt idx="4099">
                  <c:v>1.316</c:v>
                </c:pt>
                <c:pt idx="4100">
                  <c:v>1.307</c:v>
                </c:pt>
                <c:pt idx="4101">
                  <c:v>1.32</c:v>
                </c:pt>
                <c:pt idx="4102">
                  <c:v>1.314</c:v>
                </c:pt>
                <c:pt idx="4103">
                  <c:v>1.284</c:v>
                </c:pt>
                <c:pt idx="4104">
                  <c:v>1.279</c:v>
                </c:pt>
                <c:pt idx="4105">
                  <c:v>1.29</c:v>
                </c:pt>
                <c:pt idx="4106">
                  <c:v>1.29</c:v>
                </c:pt>
                <c:pt idx="4107">
                  <c:v>1.289</c:v>
                </c:pt>
                <c:pt idx="4108">
                  <c:v>1.29</c:v>
                </c:pt>
                <c:pt idx="4109">
                  <c:v>1.289</c:v>
                </c:pt>
                <c:pt idx="4110">
                  <c:v>1.292</c:v>
                </c:pt>
                <c:pt idx="4111">
                  <c:v>1.315</c:v>
                </c:pt>
                <c:pt idx="4112">
                  <c:v>1.33</c:v>
                </c:pt>
                <c:pt idx="4113">
                  <c:v>1.32</c:v>
                </c:pt>
                <c:pt idx="4114">
                  <c:v>1.321</c:v>
                </c:pt>
                <c:pt idx="4115">
                  <c:v>1.34</c:v>
                </c:pt>
                <c:pt idx="4116">
                  <c:v>1.33</c:v>
                </c:pt>
                <c:pt idx="4117">
                  <c:v>1.321</c:v>
                </c:pt>
                <c:pt idx="4118">
                  <c:v>1.35</c:v>
                </c:pt>
                <c:pt idx="4119">
                  <c:v>1.37</c:v>
                </c:pt>
                <c:pt idx="4120">
                  <c:v>1.375</c:v>
                </c:pt>
                <c:pt idx="4121">
                  <c:v>1.385</c:v>
                </c:pt>
                <c:pt idx="4122">
                  <c:v>1.405</c:v>
                </c:pt>
                <c:pt idx="4123">
                  <c:v>1.39</c:v>
                </c:pt>
                <c:pt idx="4124">
                  <c:v>1.39</c:v>
                </c:pt>
                <c:pt idx="4125">
                  <c:v>1.406</c:v>
                </c:pt>
                <c:pt idx="4126">
                  <c:v>1.405</c:v>
                </c:pt>
                <c:pt idx="4127">
                  <c:v>1.39</c:v>
                </c:pt>
                <c:pt idx="4128">
                  <c:v>1.364</c:v>
                </c:pt>
                <c:pt idx="4129">
                  <c:v>1.364</c:v>
                </c:pt>
                <c:pt idx="4130">
                  <c:v>1.4</c:v>
                </c:pt>
                <c:pt idx="4131">
                  <c:v>1.4</c:v>
                </c:pt>
                <c:pt idx="4132">
                  <c:v>1.408</c:v>
                </c:pt>
                <c:pt idx="4133">
                  <c:v>1.385</c:v>
                </c:pt>
                <c:pt idx="4134">
                  <c:v>1.369</c:v>
                </c:pt>
                <c:pt idx="4135">
                  <c:v>1.346</c:v>
                </c:pt>
                <c:pt idx="4136">
                  <c:v>1.355</c:v>
                </c:pt>
                <c:pt idx="4137">
                  <c:v>1.37</c:v>
                </c:pt>
                <c:pt idx="4138">
                  <c:v>1.37</c:v>
                </c:pt>
                <c:pt idx="4139">
                  <c:v>1.374</c:v>
                </c:pt>
                <c:pt idx="4140">
                  <c:v>1.355</c:v>
                </c:pt>
                <c:pt idx="4141">
                  <c:v>1.35</c:v>
                </c:pt>
                <c:pt idx="4142">
                  <c:v>1.349</c:v>
                </c:pt>
                <c:pt idx="4143">
                  <c:v>1.349</c:v>
                </c:pt>
                <c:pt idx="4144">
                  <c:v>1.325</c:v>
                </c:pt>
                <c:pt idx="4145">
                  <c:v>1.31</c:v>
                </c:pt>
                <c:pt idx="4146">
                  <c:v>1.313</c:v>
                </c:pt>
                <c:pt idx="4147">
                  <c:v>1.325</c:v>
                </c:pt>
                <c:pt idx="4148">
                  <c:v>1.315</c:v>
                </c:pt>
                <c:pt idx="4149">
                  <c:v>1.335</c:v>
                </c:pt>
                <c:pt idx="4150">
                  <c:v>1.34</c:v>
                </c:pt>
                <c:pt idx="4151">
                  <c:v>1.304</c:v>
                </c:pt>
                <c:pt idx="4152">
                  <c:v>1.315</c:v>
                </c:pt>
                <c:pt idx="4153">
                  <c:v>1.305</c:v>
                </c:pt>
                <c:pt idx="4154">
                  <c:v>1.305</c:v>
                </c:pt>
                <c:pt idx="4155">
                  <c:v>1.329</c:v>
                </c:pt>
                <c:pt idx="4156">
                  <c:v>1.34</c:v>
                </c:pt>
                <c:pt idx="4157">
                  <c:v>1.351</c:v>
                </c:pt>
                <c:pt idx="4158">
                  <c:v>1.34</c:v>
                </c:pt>
                <c:pt idx="4159">
                  <c:v>1.325</c:v>
                </c:pt>
                <c:pt idx="4160">
                  <c:v>1.331</c:v>
                </c:pt>
                <c:pt idx="4161">
                  <c:v>1.33</c:v>
                </c:pt>
                <c:pt idx="4162">
                  <c:v>1.33</c:v>
                </c:pt>
                <c:pt idx="4163">
                  <c:v>1.335</c:v>
                </c:pt>
                <c:pt idx="4164">
                  <c:v>1.335</c:v>
                </c:pt>
                <c:pt idx="4165">
                  <c:v>1.335</c:v>
                </c:pt>
                <c:pt idx="4166">
                  <c:v>1.346</c:v>
                </c:pt>
                <c:pt idx="4167">
                  <c:v>1.365</c:v>
                </c:pt>
                <c:pt idx="4168">
                  <c:v>1.374</c:v>
                </c:pt>
                <c:pt idx="4169">
                  <c:v>1.385</c:v>
                </c:pt>
                <c:pt idx="4170">
                  <c:v>1.364</c:v>
                </c:pt>
                <c:pt idx="4171">
                  <c:v>1.355</c:v>
                </c:pt>
                <c:pt idx="4172">
                  <c:v>1.34</c:v>
                </c:pt>
                <c:pt idx="4173">
                  <c:v>1.325</c:v>
                </c:pt>
                <c:pt idx="4174">
                  <c:v>1.319</c:v>
                </c:pt>
                <c:pt idx="4175">
                  <c:v>1.315</c:v>
                </c:pt>
                <c:pt idx="4176">
                  <c:v>1.325</c:v>
                </c:pt>
                <c:pt idx="4177">
                  <c:v>1.345</c:v>
                </c:pt>
                <c:pt idx="4178">
                  <c:v>1.33</c:v>
                </c:pt>
                <c:pt idx="4179">
                  <c:v>1.349</c:v>
                </c:pt>
                <c:pt idx="4180">
                  <c:v>1.339</c:v>
                </c:pt>
                <c:pt idx="4181">
                  <c:v>1.335</c:v>
                </c:pt>
                <c:pt idx="4182">
                  <c:v>1.325</c:v>
                </c:pt>
                <c:pt idx="4183">
                  <c:v>1.33</c:v>
                </c:pt>
                <c:pt idx="4184">
                  <c:v>1.341</c:v>
                </c:pt>
                <c:pt idx="4185">
                  <c:v>1.336</c:v>
                </c:pt>
                <c:pt idx="4186">
                  <c:v>1.36</c:v>
                </c:pt>
                <c:pt idx="4187">
                  <c:v>1.365</c:v>
                </c:pt>
                <c:pt idx="4188">
                  <c:v>1.365</c:v>
                </c:pt>
                <c:pt idx="4189">
                  <c:v>1.35</c:v>
                </c:pt>
                <c:pt idx="4190">
                  <c:v>1.341</c:v>
                </c:pt>
                <c:pt idx="4191">
                  <c:v>1.335</c:v>
                </c:pt>
                <c:pt idx="4192">
                  <c:v>1.329</c:v>
                </c:pt>
                <c:pt idx="4193">
                  <c:v>1.295</c:v>
                </c:pt>
                <c:pt idx="4194">
                  <c:v>1.295</c:v>
                </c:pt>
                <c:pt idx="4195">
                  <c:v>1.295</c:v>
                </c:pt>
                <c:pt idx="4196">
                  <c:v>1.305</c:v>
                </c:pt>
                <c:pt idx="4197">
                  <c:v>1.31</c:v>
                </c:pt>
                <c:pt idx="4198">
                  <c:v>1.28</c:v>
                </c:pt>
                <c:pt idx="4199">
                  <c:v>1.27</c:v>
                </c:pt>
                <c:pt idx="4200">
                  <c:v>1.26</c:v>
                </c:pt>
                <c:pt idx="4201">
                  <c:v>1.259</c:v>
                </c:pt>
                <c:pt idx="4202">
                  <c:v>1.226</c:v>
                </c:pt>
                <c:pt idx="4203">
                  <c:v>1.236</c:v>
                </c:pt>
                <c:pt idx="4204">
                  <c:v>1.255</c:v>
                </c:pt>
                <c:pt idx="4205">
                  <c:v>1.265</c:v>
                </c:pt>
                <c:pt idx="4206">
                  <c:v>1.289</c:v>
                </c:pt>
                <c:pt idx="4207">
                  <c:v>1.308</c:v>
                </c:pt>
                <c:pt idx="4208">
                  <c:v>1.288</c:v>
                </c:pt>
                <c:pt idx="4209">
                  <c:v>1.251</c:v>
                </c:pt>
                <c:pt idx="4210">
                  <c:v>1.245</c:v>
                </c:pt>
                <c:pt idx="4211">
                  <c:v>1.275</c:v>
                </c:pt>
                <c:pt idx="4212">
                  <c:v>1.291</c:v>
                </c:pt>
                <c:pt idx="4213">
                  <c:v>1.295</c:v>
                </c:pt>
                <c:pt idx="4214">
                  <c:v>1.271</c:v>
                </c:pt>
                <c:pt idx="4215">
                  <c:v>1.255</c:v>
                </c:pt>
                <c:pt idx="4216">
                  <c:v>1.202</c:v>
                </c:pt>
                <c:pt idx="4217">
                  <c:v>1.266</c:v>
                </c:pt>
                <c:pt idx="4218">
                  <c:v>1.256</c:v>
                </c:pt>
                <c:pt idx="4219">
                  <c:v>1.29</c:v>
                </c:pt>
                <c:pt idx="4220">
                  <c:v>1.305</c:v>
                </c:pt>
                <c:pt idx="4221">
                  <c:v>1.3</c:v>
                </c:pt>
                <c:pt idx="4222">
                  <c:v>1.315</c:v>
                </c:pt>
                <c:pt idx="4223">
                  <c:v>1.313</c:v>
                </c:pt>
                <c:pt idx="4224">
                  <c:v>1.306</c:v>
                </c:pt>
                <c:pt idx="4225">
                  <c:v>1.305</c:v>
                </c:pt>
                <c:pt idx="4226">
                  <c:v>1.311</c:v>
                </c:pt>
                <c:pt idx="4227">
                  <c:v>1.34</c:v>
                </c:pt>
                <c:pt idx="4228">
                  <c:v>1.345</c:v>
                </c:pt>
                <c:pt idx="4229">
                  <c:v>1.38</c:v>
                </c:pt>
                <c:pt idx="4230">
                  <c:v>1.436</c:v>
                </c:pt>
                <c:pt idx="4231">
                  <c:v>1.475</c:v>
                </c:pt>
                <c:pt idx="4232">
                  <c:v>1.478</c:v>
                </c:pt>
                <c:pt idx="4233">
                  <c:v>1.454</c:v>
                </c:pt>
                <c:pt idx="4234">
                  <c:v>1.45</c:v>
                </c:pt>
                <c:pt idx="4235">
                  <c:v>1.41</c:v>
                </c:pt>
                <c:pt idx="4236">
                  <c:v>1.385</c:v>
                </c:pt>
                <c:pt idx="4237">
                  <c:v>1.385</c:v>
                </c:pt>
                <c:pt idx="4238">
                  <c:v>1.415</c:v>
                </c:pt>
                <c:pt idx="4239">
                  <c:v>1.414</c:v>
                </c:pt>
                <c:pt idx="4240">
                  <c:v>1.43</c:v>
                </c:pt>
                <c:pt idx="4241">
                  <c:v>1.41</c:v>
                </c:pt>
                <c:pt idx="4242">
                  <c:v>1.404</c:v>
                </c:pt>
                <c:pt idx="4243">
                  <c:v>1.369</c:v>
                </c:pt>
                <c:pt idx="4244">
                  <c:v>1.371</c:v>
                </c:pt>
                <c:pt idx="4245">
                  <c:v>1.356</c:v>
                </c:pt>
                <c:pt idx="4246">
                  <c:v>1.359</c:v>
                </c:pt>
                <c:pt idx="4247">
                  <c:v>1.345</c:v>
                </c:pt>
                <c:pt idx="4248">
                  <c:v>1.335</c:v>
                </c:pt>
                <c:pt idx="4249">
                  <c:v>1.32</c:v>
                </c:pt>
                <c:pt idx="4250">
                  <c:v>1.305</c:v>
                </c:pt>
                <c:pt idx="4251">
                  <c:v>1.305</c:v>
                </c:pt>
                <c:pt idx="4252">
                  <c:v>1.29</c:v>
                </c:pt>
                <c:pt idx="4253">
                  <c:v>1.29</c:v>
                </c:pt>
                <c:pt idx="4254">
                  <c:v>1.27</c:v>
                </c:pt>
                <c:pt idx="4255">
                  <c:v>1.27</c:v>
                </c:pt>
                <c:pt idx="4256">
                  <c:v>1.25</c:v>
                </c:pt>
                <c:pt idx="4257">
                  <c:v>1.269</c:v>
                </c:pt>
                <c:pt idx="4258">
                  <c:v>1.26</c:v>
                </c:pt>
                <c:pt idx="4259">
                  <c:v>1.3</c:v>
                </c:pt>
                <c:pt idx="4260">
                  <c:v>1.301</c:v>
                </c:pt>
                <c:pt idx="4261">
                  <c:v>1.29</c:v>
                </c:pt>
                <c:pt idx="4262">
                  <c:v>1.29</c:v>
                </c:pt>
                <c:pt idx="4263">
                  <c:v>1.318</c:v>
                </c:pt>
                <c:pt idx="4264">
                  <c:v>1.328</c:v>
                </c:pt>
                <c:pt idx="4265">
                  <c:v>1.35</c:v>
                </c:pt>
                <c:pt idx="4266">
                  <c:v>1.35</c:v>
                </c:pt>
                <c:pt idx="4267">
                  <c:v>1.35</c:v>
                </c:pt>
                <c:pt idx="4268">
                  <c:v>1.348</c:v>
                </c:pt>
                <c:pt idx="4269">
                  <c:v>1.348</c:v>
                </c:pt>
                <c:pt idx="4270">
                  <c:v>1.329</c:v>
                </c:pt>
                <c:pt idx="4271">
                  <c:v>1.321</c:v>
                </c:pt>
                <c:pt idx="4272">
                  <c:v>1.3</c:v>
                </c:pt>
                <c:pt idx="4273">
                  <c:v>1.31</c:v>
                </c:pt>
                <c:pt idx="4274">
                  <c:v>1.33</c:v>
                </c:pt>
                <c:pt idx="4275">
                  <c:v>1.333</c:v>
                </c:pt>
                <c:pt idx="4276">
                  <c:v>1.335</c:v>
                </c:pt>
                <c:pt idx="4277">
                  <c:v>1.364</c:v>
                </c:pt>
                <c:pt idx="4278">
                  <c:v>1.331</c:v>
                </c:pt>
                <c:pt idx="4279">
                  <c:v>1.31</c:v>
                </c:pt>
                <c:pt idx="4280">
                  <c:v>1.318</c:v>
                </c:pt>
                <c:pt idx="4281">
                  <c:v>1.295</c:v>
                </c:pt>
                <c:pt idx="4282">
                  <c:v>1.31</c:v>
                </c:pt>
                <c:pt idx="4283">
                  <c:v>1.315</c:v>
                </c:pt>
                <c:pt idx="4284">
                  <c:v>1.305</c:v>
                </c:pt>
                <c:pt idx="4285">
                  <c:v>1.316</c:v>
                </c:pt>
                <c:pt idx="4286">
                  <c:v>1.33</c:v>
                </c:pt>
                <c:pt idx="4287">
                  <c:v>1.33</c:v>
                </c:pt>
                <c:pt idx="4288">
                  <c:v>1.315</c:v>
                </c:pt>
                <c:pt idx="4289">
                  <c:v>1.35</c:v>
                </c:pt>
                <c:pt idx="4290">
                  <c:v>1.349</c:v>
                </c:pt>
                <c:pt idx="4291">
                  <c:v>1.35</c:v>
                </c:pt>
                <c:pt idx="4292">
                  <c:v>1.35</c:v>
                </c:pt>
                <c:pt idx="4293">
                  <c:v>1.385</c:v>
                </c:pt>
                <c:pt idx="4294">
                  <c:v>1.416</c:v>
                </c:pt>
                <c:pt idx="4295">
                  <c:v>1.425</c:v>
                </c:pt>
                <c:pt idx="4296">
                  <c:v>1.455</c:v>
                </c:pt>
                <c:pt idx="4297">
                  <c:v>1.464</c:v>
                </c:pt>
                <c:pt idx="4298">
                  <c:v>1.44</c:v>
                </c:pt>
                <c:pt idx="4299">
                  <c:v>1.445</c:v>
                </c:pt>
                <c:pt idx="4300">
                  <c:v>1.44</c:v>
                </c:pt>
                <c:pt idx="4301">
                  <c:v>1.459</c:v>
                </c:pt>
                <c:pt idx="4302">
                  <c:v>1.445</c:v>
                </c:pt>
                <c:pt idx="4303">
                  <c:v>1.419</c:v>
                </c:pt>
                <c:pt idx="4304">
                  <c:v>1.396</c:v>
                </c:pt>
                <c:pt idx="4305">
                  <c:v>1.382</c:v>
                </c:pt>
                <c:pt idx="4306">
                  <c:v>1.396</c:v>
                </c:pt>
                <c:pt idx="4307">
                  <c:v>1.397</c:v>
                </c:pt>
                <c:pt idx="4308">
                  <c:v>1.383</c:v>
                </c:pt>
                <c:pt idx="4309">
                  <c:v>1.391</c:v>
                </c:pt>
                <c:pt idx="4310">
                  <c:v>1.391</c:v>
                </c:pt>
                <c:pt idx="4311">
                  <c:v>1.37</c:v>
                </c:pt>
                <c:pt idx="4312">
                  <c:v>1.325</c:v>
                </c:pt>
                <c:pt idx="4313">
                  <c:v>1.325</c:v>
                </c:pt>
                <c:pt idx="4314">
                  <c:v>1.344</c:v>
                </c:pt>
                <c:pt idx="4315">
                  <c:v>1.339</c:v>
                </c:pt>
                <c:pt idx="4316">
                  <c:v>1.344</c:v>
                </c:pt>
                <c:pt idx="4317">
                  <c:v>1.309</c:v>
                </c:pt>
                <c:pt idx="4318">
                  <c:v>1.305</c:v>
                </c:pt>
                <c:pt idx="4319">
                  <c:v>1.301</c:v>
                </c:pt>
                <c:pt idx="4320">
                  <c:v>1.295</c:v>
                </c:pt>
                <c:pt idx="4321">
                  <c:v>1.315</c:v>
                </c:pt>
                <c:pt idx="4322">
                  <c:v>1.311</c:v>
                </c:pt>
                <c:pt idx="4323">
                  <c:v>1.33</c:v>
                </c:pt>
                <c:pt idx="4324">
                  <c:v>1.358</c:v>
                </c:pt>
                <c:pt idx="4325">
                  <c:v>1.35</c:v>
                </c:pt>
                <c:pt idx="4326">
                  <c:v>1.359</c:v>
                </c:pt>
                <c:pt idx="4327">
                  <c:v>1.394</c:v>
                </c:pt>
                <c:pt idx="4328">
                  <c:v>1.404</c:v>
                </c:pt>
                <c:pt idx="4329">
                  <c:v>1.391</c:v>
                </c:pt>
                <c:pt idx="4330">
                  <c:v>1.389</c:v>
                </c:pt>
                <c:pt idx="4331">
                  <c:v>1.416</c:v>
                </c:pt>
                <c:pt idx="4332">
                  <c:v>1.464</c:v>
                </c:pt>
                <c:pt idx="4333">
                  <c:v>1.452</c:v>
                </c:pt>
                <c:pt idx="4334">
                  <c:v>1.461</c:v>
                </c:pt>
                <c:pt idx="4335">
                  <c:v>1.47</c:v>
                </c:pt>
                <c:pt idx="4336">
                  <c:v>1.473</c:v>
                </c:pt>
                <c:pt idx="4337">
                  <c:v>1.513</c:v>
                </c:pt>
                <c:pt idx="4338">
                  <c:v>1.521</c:v>
                </c:pt>
                <c:pt idx="4339">
                  <c:v>1.563</c:v>
                </c:pt>
                <c:pt idx="4340">
                  <c:v>1.547</c:v>
                </c:pt>
                <c:pt idx="4341">
                  <c:v>1.534</c:v>
                </c:pt>
                <c:pt idx="4342">
                  <c:v>1.521</c:v>
                </c:pt>
                <c:pt idx="4343">
                  <c:v>1.503</c:v>
                </c:pt>
                <c:pt idx="4344">
                  <c:v>1.514</c:v>
                </c:pt>
                <c:pt idx="4345">
                  <c:v>1.554</c:v>
                </c:pt>
                <c:pt idx="4346">
                  <c:v>1.524</c:v>
                </c:pt>
                <c:pt idx="4347">
                  <c:v>1.491</c:v>
                </c:pt>
                <c:pt idx="4348">
                  <c:v>1.49</c:v>
                </c:pt>
                <c:pt idx="4349">
                  <c:v>1.488</c:v>
                </c:pt>
                <c:pt idx="4350">
                  <c:v>1.478</c:v>
                </c:pt>
                <c:pt idx="4351">
                  <c:v>1.448</c:v>
                </c:pt>
                <c:pt idx="4352">
                  <c:v>1.455</c:v>
                </c:pt>
                <c:pt idx="4353">
                  <c:v>1.438</c:v>
                </c:pt>
                <c:pt idx="4354">
                  <c:v>1.435</c:v>
                </c:pt>
                <c:pt idx="4355">
                  <c:v>1.429</c:v>
                </c:pt>
                <c:pt idx="4356">
                  <c:v>1.427</c:v>
                </c:pt>
                <c:pt idx="4357">
                  <c:v>1.411</c:v>
                </c:pt>
                <c:pt idx="4358">
                  <c:v>1.432</c:v>
                </c:pt>
                <c:pt idx="4359">
                  <c:v>1.435</c:v>
                </c:pt>
                <c:pt idx="4360">
                  <c:v>1.458</c:v>
                </c:pt>
                <c:pt idx="4361">
                  <c:v>1.455</c:v>
                </c:pt>
                <c:pt idx="4362">
                  <c:v>1.464</c:v>
                </c:pt>
                <c:pt idx="4363">
                  <c:v>1.455</c:v>
                </c:pt>
                <c:pt idx="4364">
                  <c:v>1.422</c:v>
                </c:pt>
                <c:pt idx="4365">
                  <c:v>1.405</c:v>
                </c:pt>
                <c:pt idx="4366">
                  <c:v>1.418</c:v>
                </c:pt>
                <c:pt idx="4367">
                  <c:v>1.418</c:v>
                </c:pt>
                <c:pt idx="4368">
                  <c:v>1.406</c:v>
                </c:pt>
                <c:pt idx="4369">
                  <c:v>1.432</c:v>
                </c:pt>
                <c:pt idx="4370">
                  <c:v>1.42</c:v>
                </c:pt>
                <c:pt idx="4371">
                  <c:v>1.419</c:v>
                </c:pt>
                <c:pt idx="4372">
                  <c:v>1.463</c:v>
                </c:pt>
                <c:pt idx="4373">
                  <c:v>1.434</c:v>
                </c:pt>
                <c:pt idx="4374">
                  <c:v>1.435</c:v>
                </c:pt>
                <c:pt idx="4375">
                  <c:v>1.442</c:v>
                </c:pt>
                <c:pt idx="4376">
                  <c:v>1.463</c:v>
                </c:pt>
                <c:pt idx="4377">
                  <c:v>1.478</c:v>
                </c:pt>
                <c:pt idx="4378">
                  <c:v>1.454</c:v>
                </c:pt>
                <c:pt idx="4379">
                  <c:v>1.46</c:v>
                </c:pt>
                <c:pt idx="4380">
                  <c:v>1.44</c:v>
                </c:pt>
                <c:pt idx="4381">
                  <c:v>1.468</c:v>
                </c:pt>
                <c:pt idx="4382">
                  <c:v>1.461</c:v>
                </c:pt>
                <c:pt idx="4383">
                  <c:v>1.46</c:v>
                </c:pt>
                <c:pt idx="4384">
                  <c:v>1.484</c:v>
                </c:pt>
                <c:pt idx="4385">
                  <c:v>1.464</c:v>
                </c:pt>
                <c:pt idx="4386">
                  <c:v>1.439</c:v>
                </c:pt>
                <c:pt idx="4387">
                  <c:v>1.465</c:v>
                </c:pt>
                <c:pt idx="4388">
                  <c:v>1.425</c:v>
                </c:pt>
                <c:pt idx="4389">
                  <c:v>1.378</c:v>
                </c:pt>
                <c:pt idx="4390">
                  <c:v>1.35</c:v>
                </c:pt>
                <c:pt idx="4391">
                  <c:v>1.353</c:v>
                </c:pt>
                <c:pt idx="4392">
                  <c:v>1.339</c:v>
                </c:pt>
                <c:pt idx="4393">
                  <c:v>1.334</c:v>
                </c:pt>
                <c:pt idx="4394">
                  <c:v>1.324</c:v>
                </c:pt>
                <c:pt idx="4395">
                  <c:v>1.294</c:v>
                </c:pt>
                <c:pt idx="4396">
                  <c:v>1.269</c:v>
                </c:pt>
                <c:pt idx="4397">
                  <c:v>1.271</c:v>
                </c:pt>
                <c:pt idx="4398">
                  <c:v>1.27</c:v>
                </c:pt>
                <c:pt idx="4399">
                  <c:v>1.268</c:v>
                </c:pt>
                <c:pt idx="4400">
                  <c:v>1.309</c:v>
                </c:pt>
                <c:pt idx="4401">
                  <c:v>1.31</c:v>
                </c:pt>
                <c:pt idx="4402">
                  <c:v>1.305</c:v>
                </c:pt>
                <c:pt idx="4403">
                  <c:v>1.324</c:v>
                </c:pt>
                <c:pt idx="4404">
                  <c:v>1.318</c:v>
                </c:pt>
                <c:pt idx="4405">
                  <c:v>1.321</c:v>
                </c:pt>
                <c:pt idx="4406">
                  <c:v>1.309</c:v>
                </c:pt>
                <c:pt idx="4407">
                  <c:v>1.304</c:v>
                </c:pt>
                <c:pt idx="4408">
                  <c:v>1.3</c:v>
                </c:pt>
                <c:pt idx="4409">
                  <c:v>1.319</c:v>
                </c:pt>
                <c:pt idx="4410">
                  <c:v>1.306</c:v>
                </c:pt>
                <c:pt idx="4411">
                  <c:v>1.295</c:v>
                </c:pt>
                <c:pt idx="4412">
                  <c:v>1.305</c:v>
                </c:pt>
                <c:pt idx="4413">
                  <c:v>1.28</c:v>
                </c:pt>
                <c:pt idx="4414">
                  <c:v>1.284</c:v>
                </c:pt>
                <c:pt idx="4415">
                  <c:v>1.309</c:v>
                </c:pt>
                <c:pt idx="4416">
                  <c:v>1.274</c:v>
                </c:pt>
                <c:pt idx="4417">
                  <c:v>1.28</c:v>
                </c:pt>
                <c:pt idx="4418">
                  <c:v>1.284</c:v>
                </c:pt>
                <c:pt idx="4419">
                  <c:v>1.268</c:v>
                </c:pt>
                <c:pt idx="4420">
                  <c:v>1.261</c:v>
                </c:pt>
                <c:pt idx="4421">
                  <c:v>1.288</c:v>
                </c:pt>
                <c:pt idx="4422">
                  <c:v>1.299</c:v>
                </c:pt>
                <c:pt idx="4423">
                  <c:v>1.265</c:v>
                </c:pt>
                <c:pt idx="4424">
                  <c:v>1.264</c:v>
                </c:pt>
                <c:pt idx="4425">
                  <c:v>1.315</c:v>
                </c:pt>
                <c:pt idx="4426">
                  <c:v>1.313</c:v>
                </c:pt>
                <c:pt idx="4427">
                  <c:v>1.316</c:v>
                </c:pt>
                <c:pt idx="4428">
                  <c:v>1.341</c:v>
                </c:pt>
                <c:pt idx="4429">
                  <c:v>1.341</c:v>
                </c:pt>
                <c:pt idx="4430">
                  <c:v>1.355</c:v>
                </c:pt>
                <c:pt idx="4431">
                  <c:v>1.305</c:v>
                </c:pt>
                <c:pt idx="4432">
                  <c:v>1.299</c:v>
                </c:pt>
                <c:pt idx="4433">
                  <c:v>1.297</c:v>
                </c:pt>
                <c:pt idx="4434">
                  <c:v>1.275</c:v>
                </c:pt>
                <c:pt idx="4435">
                  <c:v>1.266</c:v>
                </c:pt>
                <c:pt idx="4436">
                  <c:v>1.274</c:v>
                </c:pt>
                <c:pt idx="4437">
                  <c:v>1.231</c:v>
                </c:pt>
                <c:pt idx="4438">
                  <c:v>1.24</c:v>
                </c:pt>
                <c:pt idx="4439">
                  <c:v>1.24</c:v>
                </c:pt>
                <c:pt idx="4440">
                  <c:v>1.234</c:v>
                </c:pt>
                <c:pt idx="4441">
                  <c:v>1.226</c:v>
                </c:pt>
                <c:pt idx="4442">
                  <c:v>1.255</c:v>
                </c:pt>
                <c:pt idx="4443">
                  <c:v>1.226</c:v>
                </c:pt>
                <c:pt idx="4444">
                  <c:v>1.216</c:v>
                </c:pt>
                <c:pt idx="4445">
                  <c:v>1.27</c:v>
                </c:pt>
                <c:pt idx="4446">
                  <c:v>1.25</c:v>
                </c:pt>
                <c:pt idx="4447">
                  <c:v>1.296</c:v>
                </c:pt>
                <c:pt idx="4448">
                  <c:v>1.296</c:v>
                </c:pt>
                <c:pt idx="4449">
                  <c:v>1.312</c:v>
                </c:pt>
                <c:pt idx="4450">
                  <c:v>1.26</c:v>
                </c:pt>
                <c:pt idx="4451">
                  <c:v>1.263</c:v>
                </c:pt>
                <c:pt idx="4452">
                  <c:v>1.209</c:v>
                </c:pt>
                <c:pt idx="4453">
                  <c:v>1.174</c:v>
                </c:pt>
                <c:pt idx="4454">
                  <c:v>1.174</c:v>
                </c:pt>
                <c:pt idx="4455">
                  <c:v>1.175</c:v>
                </c:pt>
                <c:pt idx="4456">
                  <c:v>1.174</c:v>
                </c:pt>
                <c:pt idx="4457">
                  <c:v>1.209</c:v>
                </c:pt>
                <c:pt idx="4458">
                  <c:v>1.21</c:v>
                </c:pt>
                <c:pt idx="4459">
                  <c:v>1.22</c:v>
                </c:pt>
                <c:pt idx="4460">
                  <c:v>1.215</c:v>
                </c:pt>
                <c:pt idx="4461">
                  <c:v>1.225</c:v>
                </c:pt>
                <c:pt idx="4462">
                  <c:v>1.224</c:v>
                </c:pt>
                <c:pt idx="4463">
                  <c:v>1.236</c:v>
                </c:pt>
                <c:pt idx="4464">
                  <c:v>1.272</c:v>
                </c:pt>
                <c:pt idx="4465">
                  <c:v>1.301</c:v>
                </c:pt>
                <c:pt idx="4466">
                  <c:v>1.375</c:v>
                </c:pt>
                <c:pt idx="4467">
                  <c:v>1.384</c:v>
                </c:pt>
                <c:pt idx="4468">
                  <c:v>1.395</c:v>
                </c:pt>
                <c:pt idx="4469">
                  <c:v>1.423</c:v>
                </c:pt>
                <c:pt idx="4470">
                  <c:v>1.42</c:v>
                </c:pt>
                <c:pt idx="4471">
                  <c:v>1.404</c:v>
                </c:pt>
                <c:pt idx="4472">
                  <c:v>1.398</c:v>
                </c:pt>
                <c:pt idx="4473">
                  <c:v>1.375</c:v>
                </c:pt>
                <c:pt idx="4474">
                  <c:v>1.378</c:v>
                </c:pt>
                <c:pt idx="4475">
                  <c:v>1.391</c:v>
                </c:pt>
                <c:pt idx="4476">
                  <c:v>1.359</c:v>
                </c:pt>
                <c:pt idx="4477">
                  <c:v>1.408</c:v>
                </c:pt>
                <c:pt idx="4478">
                  <c:v>1.399</c:v>
                </c:pt>
                <c:pt idx="4479">
                  <c:v>1.38</c:v>
                </c:pt>
                <c:pt idx="4480">
                  <c:v>1.391</c:v>
                </c:pt>
                <c:pt idx="4481">
                  <c:v>1.413</c:v>
                </c:pt>
                <c:pt idx="4482">
                  <c:v>1.4</c:v>
                </c:pt>
                <c:pt idx="4483">
                  <c:v>1.401</c:v>
                </c:pt>
                <c:pt idx="4484">
                  <c:v>1.445</c:v>
                </c:pt>
                <c:pt idx="4485">
                  <c:v>1.475</c:v>
                </c:pt>
                <c:pt idx="4486">
                  <c:v>1.49</c:v>
                </c:pt>
                <c:pt idx="4487">
                  <c:v>1.486</c:v>
                </c:pt>
                <c:pt idx="4488">
                  <c:v>1.497</c:v>
                </c:pt>
                <c:pt idx="4489">
                  <c:v>1.499</c:v>
                </c:pt>
                <c:pt idx="4490">
                  <c:v>1.51</c:v>
                </c:pt>
                <c:pt idx="4491">
                  <c:v>1.495</c:v>
                </c:pt>
                <c:pt idx="4492">
                  <c:v>1.535</c:v>
                </c:pt>
                <c:pt idx="4493">
                  <c:v>1.52</c:v>
                </c:pt>
                <c:pt idx="4494">
                  <c:v>1.5</c:v>
                </c:pt>
                <c:pt idx="4495">
                  <c:v>1.537</c:v>
                </c:pt>
                <c:pt idx="4496">
                  <c:v>1.514</c:v>
                </c:pt>
                <c:pt idx="4497">
                  <c:v>1.475</c:v>
                </c:pt>
                <c:pt idx="4498">
                  <c:v>1.476</c:v>
                </c:pt>
                <c:pt idx="4499">
                  <c:v>1.496</c:v>
                </c:pt>
                <c:pt idx="4500">
                  <c:v>1.504</c:v>
                </c:pt>
                <c:pt idx="4501">
                  <c:v>1.53</c:v>
                </c:pt>
                <c:pt idx="4502">
                  <c:v>1.485</c:v>
                </c:pt>
                <c:pt idx="4503">
                  <c:v>1.497</c:v>
                </c:pt>
                <c:pt idx="4504">
                  <c:v>1.51</c:v>
                </c:pt>
                <c:pt idx="4505">
                  <c:v>1.548</c:v>
                </c:pt>
                <c:pt idx="4506">
                  <c:v>1.592</c:v>
                </c:pt>
                <c:pt idx="4507">
                  <c:v>1.581</c:v>
                </c:pt>
                <c:pt idx="4508">
                  <c:v>1.589</c:v>
                </c:pt>
                <c:pt idx="4509">
                  <c:v>1.593</c:v>
                </c:pt>
                <c:pt idx="4510">
                  <c:v>1.589</c:v>
                </c:pt>
                <c:pt idx="4511">
                  <c:v>1.586</c:v>
                </c:pt>
                <c:pt idx="4512">
                  <c:v>1.53</c:v>
                </c:pt>
                <c:pt idx="4513">
                  <c:v>1.529</c:v>
                </c:pt>
                <c:pt idx="4514">
                  <c:v>1.465</c:v>
                </c:pt>
                <c:pt idx="4515">
                  <c:v>1.386</c:v>
                </c:pt>
                <c:pt idx="4516">
                  <c:v>1.439</c:v>
                </c:pt>
                <c:pt idx="4517">
                  <c:v>1.381</c:v>
                </c:pt>
                <c:pt idx="4518">
                  <c:v>1.455</c:v>
                </c:pt>
                <c:pt idx="4519">
                  <c:v>1.52</c:v>
                </c:pt>
                <c:pt idx="4520">
                  <c:v>1.509</c:v>
                </c:pt>
                <c:pt idx="4521">
                  <c:v>1.472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079069232"/>
        <c:axId val="1079064880"/>
      </c:lineChart>
      <c:dateAx>
        <c:axId val="1079069232"/>
        <c:scaling>
          <c:orientation val="minMax"/>
          <c:min val="39233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635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defRPr>
            </a:pPr>
          </a:p>
        </c:txPr>
        <c:crossAx val="1079064880"/>
        <c:crosses val="autoZero"/>
        <c:auto val="1"/>
        <c:lblOffset val="100"/>
        <c:baseTimeUnit val="days"/>
      </c:dateAx>
      <c:valAx>
        <c:axId val="1079064880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noFill/>
          <a:ln w="635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defRPr>
            </a:pPr>
          </a:p>
        </c:txPr>
        <c:crossAx val="1079069232"/>
        <c:crosses val="autoZero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277777777777778"/>
          <c:y val="0.0324832312627588"/>
          <c:w val="0.972222222222222"/>
          <c:h val="0.120294546515019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000000"/>
              </a:solidFill>
              <a:latin typeface="Arial" panose="020B0604020202020204" pitchFamily="34" charset="0"/>
              <a:ea typeface="楷体_GB2312" panose="02010609030101010101" pitchFamily="3" charset="-122"/>
              <a:cs typeface="Arial" panose="020B0604020202020204" pitchFamily="3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bd2f7ea-ab6d-4166-9aab-9185d824daf9}"/>
      </c:ext>
    </c:extLst>
  </c:chart>
  <c:spPr>
    <a:ln w="9525" cap="flat" cmpd="sng" algn="ctr">
      <a:noFill/>
      <a:prstDash val="solid"/>
      <a:round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0978080998693569"/>
          <c:y val="0.114883720930233"/>
          <c:w val="0.897837131659167"/>
          <c:h val="0.763767441860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'[日本-日元投机性净空头(1).xlsx]Sheet3'!$J$6</c:f>
              <c:strCache>
                <c:ptCount val="1"/>
                <c:pt idx="0">
                  <c:v>非商业净空头（张）</c:v>
                </c:pt>
              </c:strCache>
            </c:strRef>
          </c:tx>
          <c:spPr>
            <a:solidFill>
              <a:srgbClr val="C00000"/>
            </a:solidFill>
            <a:ln w="19050">
              <a:noFill/>
            </a:ln>
          </c:spPr>
          <c:invertIfNegative val="0"/>
          <c:dLbls>
            <c:delete val="1"/>
          </c:dLbls>
          <c:cat>
            <c:numRef>
              <c:f>'[日本-日元投机性净空头(1).xlsx]Sheet3'!$I$7:$I$298</c:f>
              <c:numCache>
                <c:formatCode>yyyy/m/d</c:formatCode>
                <c:ptCount val="292"/>
                <c:pt idx="0" c:formatCode="yyyy/m/d">
                  <c:v>0</c:v>
                </c:pt>
                <c:pt idx="1" c:formatCode="yyyy/m/d">
                  <c:v>46042</c:v>
                </c:pt>
                <c:pt idx="2" c:formatCode="yyyy/m/d">
                  <c:v>46035</c:v>
                </c:pt>
                <c:pt idx="3" c:formatCode="yyyy/m/d">
                  <c:v>46028</c:v>
                </c:pt>
                <c:pt idx="4" c:formatCode="yyyy/m/d">
                  <c:v>46021</c:v>
                </c:pt>
                <c:pt idx="5" c:formatCode="yyyy/m/d">
                  <c:v>46014</c:v>
                </c:pt>
                <c:pt idx="6" c:formatCode="yyyy/m/d">
                  <c:v>46007</c:v>
                </c:pt>
                <c:pt idx="7" c:formatCode="yyyy/m/d">
                  <c:v>46000</c:v>
                </c:pt>
                <c:pt idx="8" c:formatCode="yyyy/m/d">
                  <c:v>45993</c:v>
                </c:pt>
                <c:pt idx="9" c:formatCode="yyyy/m/d">
                  <c:v>45986</c:v>
                </c:pt>
                <c:pt idx="10" c:formatCode="yyyy/m/d">
                  <c:v>45979</c:v>
                </c:pt>
                <c:pt idx="11" c:formatCode="yyyy/m/d">
                  <c:v>45972</c:v>
                </c:pt>
                <c:pt idx="12" c:formatCode="yyyy/m/d">
                  <c:v>45965</c:v>
                </c:pt>
                <c:pt idx="13" c:formatCode="yyyy/m/d">
                  <c:v>45958</c:v>
                </c:pt>
                <c:pt idx="14" c:formatCode="yyyy/m/d">
                  <c:v>45951</c:v>
                </c:pt>
                <c:pt idx="15" c:formatCode="yyyy/m/d">
                  <c:v>45944</c:v>
                </c:pt>
                <c:pt idx="16" c:formatCode="yyyy/m/d">
                  <c:v>45937</c:v>
                </c:pt>
                <c:pt idx="17" c:formatCode="yyyy/m/d">
                  <c:v>45930</c:v>
                </c:pt>
                <c:pt idx="18" c:formatCode="yyyy/m/d">
                  <c:v>45923</c:v>
                </c:pt>
                <c:pt idx="19" c:formatCode="yyyy/m/d">
                  <c:v>45916</c:v>
                </c:pt>
                <c:pt idx="20" c:formatCode="yyyy/m/d">
                  <c:v>45909</c:v>
                </c:pt>
                <c:pt idx="21" c:formatCode="yyyy/m/d">
                  <c:v>45902</c:v>
                </c:pt>
                <c:pt idx="22" c:formatCode="yyyy/m/d">
                  <c:v>45895</c:v>
                </c:pt>
                <c:pt idx="23" c:formatCode="yyyy/m/d">
                  <c:v>45888</c:v>
                </c:pt>
                <c:pt idx="24" c:formatCode="yyyy/m/d">
                  <c:v>45881</c:v>
                </c:pt>
                <c:pt idx="25" c:formatCode="yyyy/m/d">
                  <c:v>45874</c:v>
                </c:pt>
                <c:pt idx="26" c:formatCode="yyyy/m/d">
                  <c:v>45867</c:v>
                </c:pt>
                <c:pt idx="27" c:formatCode="yyyy/m/d">
                  <c:v>45860</c:v>
                </c:pt>
                <c:pt idx="28" c:formatCode="yyyy/m/d">
                  <c:v>45853</c:v>
                </c:pt>
                <c:pt idx="29" c:formatCode="yyyy/m/d">
                  <c:v>45846</c:v>
                </c:pt>
                <c:pt idx="30" c:formatCode="yyyy/m/d">
                  <c:v>45839</c:v>
                </c:pt>
                <c:pt idx="31" c:formatCode="yyyy/m/d">
                  <c:v>45832</c:v>
                </c:pt>
                <c:pt idx="32" c:formatCode="yyyy/m/d">
                  <c:v>45825</c:v>
                </c:pt>
                <c:pt idx="33" c:formatCode="yyyy/m/d">
                  <c:v>45818</c:v>
                </c:pt>
                <c:pt idx="34" c:formatCode="yyyy/m/d">
                  <c:v>45811</c:v>
                </c:pt>
                <c:pt idx="35" c:formatCode="yyyy/m/d">
                  <c:v>45804</c:v>
                </c:pt>
                <c:pt idx="36" c:formatCode="yyyy/m/d">
                  <c:v>45797</c:v>
                </c:pt>
                <c:pt idx="37" c:formatCode="yyyy/m/d">
                  <c:v>45790</c:v>
                </c:pt>
                <c:pt idx="38" c:formatCode="yyyy/m/d">
                  <c:v>45783</c:v>
                </c:pt>
                <c:pt idx="39" c:formatCode="yyyy/m/d">
                  <c:v>45776</c:v>
                </c:pt>
                <c:pt idx="40" c:formatCode="yyyy/m/d">
                  <c:v>45769</c:v>
                </c:pt>
                <c:pt idx="41" c:formatCode="yyyy/m/d">
                  <c:v>45762</c:v>
                </c:pt>
                <c:pt idx="42" c:formatCode="yyyy/m/d">
                  <c:v>45755</c:v>
                </c:pt>
                <c:pt idx="43" c:formatCode="yyyy/m/d">
                  <c:v>45748</c:v>
                </c:pt>
                <c:pt idx="44" c:formatCode="yyyy/m/d">
                  <c:v>45741</c:v>
                </c:pt>
                <c:pt idx="45" c:formatCode="yyyy/m/d">
                  <c:v>45734</c:v>
                </c:pt>
                <c:pt idx="46" c:formatCode="yyyy/m/d">
                  <c:v>45727</c:v>
                </c:pt>
                <c:pt idx="47" c:formatCode="yyyy/m/d">
                  <c:v>45720</c:v>
                </c:pt>
                <c:pt idx="48" c:formatCode="yyyy/m/d">
                  <c:v>45713</c:v>
                </c:pt>
                <c:pt idx="49" c:formatCode="yyyy/m/d">
                  <c:v>45706</c:v>
                </c:pt>
                <c:pt idx="50" c:formatCode="yyyy/m/d">
                  <c:v>45699</c:v>
                </c:pt>
                <c:pt idx="51" c:formatCode="yyyy/m/d">
                  <c:v>45692</c:v>
                </c:pt>
                <c:pt idx="52" c:formatCode="yyyy/m/d">
                  <c:v>45685</c:v>
                </c:pt>
                <c:pt idx="53" c:formatCode="yyyy/m/d">
                  <c:v>45678</c:v>
                </c:pt>
                <c:pt idx="54" c:formatCode="yyyy/m/d">
                  <c:v>45671</c:v>
                </c:pt>
                <c:pt idx="55" c:formatCode="yyyy/m/d">
                  <c:v>45664</c:v>
                </c:pt>
                <c:pt idx="56" c:formatCode="yyyy/m/d">
                  <c:v>45657</c:v>
                </c:pt>
                <c:pt idx="57" c:formatCode="yyyy/m/d">
                  <c:v>45650</c:v>
                </c:pt>
                <c:pt idx="58" c:formatCode="yyyy/m/d">
                  <c:v>45643</c:v>
                </c:pt>
                <c:pt idx="59" c:formatCode="yyyy/m/d">
                  <c:v>45636</c:v>
                </c:pt>
                <c:pt idx="60" c:formatCode="yyyy/m/d">
                  <c:v>45629</c:v>
                </c:pt>
                <c:pt idx="61" c:formatCode="yyyy/m/d">
                  <c:v>45622</c:v>
                </c:pt>
                <c:pt idx="62" c:formatCode="yyyy/m/d">
                  <c:v>45615</c:v>
                </c:pt>
                <c:pt idx="63" c:formatCode="yyyy/m/d">
                  <c:v>45608</c:v>
                </c:pt>
                <c:pt idx="64" c:formatCode="yyyy/m/d">
                  <c:v>45601</c:v>
                </c:pt>
                <c:pt idx="65" c:formatCode="yyyy/m/d">
                  <c:v>45594</c:v>
                </c:pt>
                <c:pt idx="66" c:formatCode="yyyy/m/d">
                  <c:v>45587</c:v>
                </c:pt>
                <c:pt idx="67" c:formatCode="yyyy/m/d">
                  <c:v>45580</c:v>
                </c:pt>
                <c:pt idx="68" c:formatCode="yyyy/m/d">
                  <c:v>45573</c:v>
                </c:pt>
                <c:pt idx="69" c:formatCode="yyyy/m/d">
                  <c:v>45566</c:v>
                </c:pt>
                <c:pt idx="70" c:formatCode="yyyy/m/d">
                  <c:v>45559</c:v>
                </c:pt>
                <c:pt idx="71" c:formatCode="yyyy/m/d">
                  <c:v>45552</c:v>
                </c:pt>
                <c:pt idx="72" c:formatCode="yyyy/m/d">
                  <c:v>45545</c:v>
                </c:pt>
                <c:pt idx="73" c:formatCode="yyyy/m/d">
                  <c:v>45538</c:v>
                </c:pt>
                <c:pt idx="74" c:formatCode="yyyy/m/d">
                  <c:v>45531</c:v>
                </c:pt>
                <c:pt idx="75" c:formatCode="yyyy/m/d">
                  <c:v>45524</c:v>
                </c:pt>
                <c:pt idx="76" c:formatCode="yyyy/m/d">
                  <c:v>45517</c:v>
                </c:pt>
                <c:pt idx="77" c:formatCode="yyyy/m/d">
                  <c:v>45510</c:v>
                </c:pt>
                <c:pt idx="78" c:formatCode="yyyy/m/d">
                  <c:v>45503</c:v>
                </c:pt>
                <c:pt idx="79" c:formatCode="yyyy/m/d">
                  <c:v>45496</c:v>
                </c:pt>
                <c:pt idx="80" c:formatCode="yyyy/m/d">
                  <c:v>45489</c:v>
                </c:pt>
                <c:pt idx="81" c:formatCode="yyyy/m/d">
                  <c:v>45482</c:v>
                </c:pt>
                <c:pt idx="82" c:formatCode="yyyy/m/d">
                  <c:v>45475</c:v>
                </c:pt>
                <c:pt idx="83" c:formatCode="yyyy/m/d">
                  <c:v>45468</c:v>
                </c:pt>
                <c:pt idx="84" c:formatCode="yyyy/m/d">
                  <c:v>45461</c:v>
                </c:pt>
                <c:pt idx="85" c:formatCode="yyyy/m/d">
                  <c:v>45454</c:v>
                </c:pt>
                <c:pt idx="86" c:formatCode="yyyy/m/d">
                  <c:v>45447</c:v>
                </c:pt>
                <c:pt idx="87" c:formatCode="yyyy/m/d">
                  <c:v>45440</c:v>
                </c:pt>
                <c:pt idx="88" c:formatCode="yyyy/m/d">
                  <c:v>45433</c:v>
                </c:pt>
                <c:pt idx="89" c:formatCode="yyyy/m/d">
                  <c:v>45426</c:v>
                </c:pt>
                <c:pt idx="90" c:formatCode="yyyy/m/d">
                  <c:v>45419</c:v>
                </c:pt>
                <c:pt idx="91" c:formatCode="yyyy/m/d">
                  <c:v>45412</c:v>
                </c:pt>
                <c:pt idx="92" c:formatCode="yyyy/m/d">
                  <c:v>45405</c:v>
                </c:pt>
                <c:pt idx="93" c:formatCode="yyyy/m/d">
                  <c:v>45398</c:v>
                </c:pt>
                <c:pt idx="94" c:formatCode="yyyy/m/d">
                  <c:v>45391</c:v>
                </c:pt>
                <c:pt idx="95" c:formatCode="yyyy/m/d">
                  <c:v>45384</c:v>
                </c:pt>
                <c:pt idx="96" c:formatCode="yyyy/m/d">
                  <c:v>45377</c:v>
                </c:pt>
                <c:pt idx="97" c:formatCode="yyyy/m/d">
                  <c:v>45370</c:v>
                </c:pt>
                <c:pt idx="98" c:formatCode="yyyy/m/d">
                  <c:v>45363</c:v>
                </c:pt>
                <c:pt idx="99" c:formatCode="yyyy/m/d">
                  <c:v>45356</c:v>
                </c:pt>
                <c:pt idx="100" c:formatCode="yyyy/m/d">
                  <c:v>45349</c:v>
                </c:pt>
                <c:pt idx="101" c:formatCode="yyyy/m/d">
                  <c:v>45342</c:v>
                </c:pt>
                <c:pt idx="102" c:formatCode="yyyy/m/d">
                  <c:v>45335</c:v>
                </c:pt>
                <c:pt idx="103" c:formatCode="yyyy/m/d">
                  <c:v>45328</c:v>
                </c:pt>
                <c:pt idx="104" c:formatCode="yyyy/m/d">
                  <c:v>45321</c:v>
                </c:pt>
                <c:pt idx="105" c:formatCode="yyyy/m/d">
                  <c:v>45314</c:v>
                </c:pt>
                <c:pt idx="106" c:formatCode="yyyy/m/d">
                  <c:v>45307</c:v>
                </c:pt>
                <c:pt idx="107" c:formatCode="yyyy/m/d">
                  <c:v>45300</c:v>
                </c:pt>
                <c:pt idx="108" c:formatCode="yyyy/m/d">
                  <c:v>45293</c:v>
                </c:pt>
                <c:pt idx="109" c:formatCode="yyyy/m/d">
                  <c:v>45286</c:v>
                </c:pt>
                <c:pt idx="110" c:formatCode="yyyy/m/d">
                  <c:v>45279</c:v>
                </c:pt>
                <c:pt idx="111" c:formatCode="yyyy/m/d">
                  <c:v>45272</c:v>
                </c:pt>
                <c:pt idx="112" c:formatCode="yyyy/m/d">
                  <c:v>45265</c:v>
                </c:pt>
                <c:pt idx="113" c:formatCode="yyyy/m/d">
                  <c:v>45258</c:v>
                </c:pt>
                <c:pt idx="114" c:formatCode="yyyy/m/d">
                  <c:v>45251</c:v>
                </c:pt>
                <c:pt idx="115" c:formatCode="yyyy/m/d">
                  <c:v>45244</c:v>
                </c:pt>
                <c:pt idx="116" c:formatCode="yyyy/m/d">
                  <c:v>45237</c:v>
                </c:pt>
                <c:pt idx="117" c:formatCode="yyyy/m/d">
                  <c:v>45230</c:v>
                </c:pt>
                <c:pt idx="118" c:formatCode="yyyy/m/d">
                  <c:v>45223</c:v>
                </c:pt>
                <c:pt idx="119" c:formatCode="yyyy/m/d">
                  <c:v>45216</c:v>
                </c:pt>
                <c:pt idx="120" c:formatCode="yyyy/m/d">
                  <c:v>45209</c:v>
                </c:pt>
                <c:pt idx="121" c:formatCode="yyyy/m/d">
                  <c:v>45202</c:v>
                </c:pt>
                <c:pt idx="122" c:formatCode="yyyy/m/d">
                  <c:v>45195</c:v>
                </c:pt>
                <c:pt idx="123" c:formatCode="yyyy/m/d">
                  <c:v>45188</c:v>
                </c:pt>
                <c:pt idx="124" c:formatCode="yyyy/m/d">
                  <c:v>45181</c:v>
                </c:pt>
                <c:pt idx="125" c:formatCode="yyyy/m/d">
                  <c:v>45174</c:v>
                </c:pt>
                <c:pt idx="126" c:formatCode="yyyy/m/d">
                  <c:v>45167</c:v>
                </c:pt>
                <c:pt idx="127" c:formatCode="yyyy/m/d">
                  <c:v>45160</c:v>
                </c:pt>
                <c:pt idx="128" c:formatCode="yyyy/m/d">
                  <c:v>45153</c:v>
                </c:pt>
                <c:pt idx="129" c:formatCode="yyyy/m/d">
                  <c:v>45146</c:v>
                </c:pt>
                <c:pt idx="130" c:formatCode="yyyy/m/d">
                  <c:v>45139</c:v>
                </c:pt>
                <c:pt idx="131" c:formatCode="yyyy/m/d">
                  <c:v>45132</c:v>
                </c:pt>
                <c:pt idx="132" c:formatCode="yyyy/m/d">
                  <c:v>45125</c:v>
                </c:pt>
                <c:pt idx="133" c:formatCode="yyyy/m/d">
                  <c:v>45118</c:v>
                </c:pt>
                <c:pt idx="134" c:formatCode="yyyy/m/d">
                  <c:v>45111</c:v>
                </c:pt>
                <c:pt idx="135" c:formatCode="yyyy/m/d">
                  <c:v>45104</c:v>
                </c:pt>
                <c:pt idx="136" c:formatCode="yyyy/m/d">
                  <c:v>45097</c:v>
                </c:pt>
                <c:pt idx="137" c:formatCode="yyyy/m/d">
                  <c:v>45090</c:v>
                </c:pt>
                <c:pt idx="138" c:formatCode="yyyy/m/d">
                  <c:v>45083</c:v>
                </c:pt>
                <c:pt idx="139" c:formatCode="yyyy/m/d">
                  <c:v>45076</c:v>
                </c:pt>
                <c:pt idx="140" c:formatCode="yyyy/m/d">
                  <c:v>45069</c:v>
                </c:pt>
                <c:pt idx="141" c:formatCode="yyyy/m/d">
                  <c:v>45062</c:v>
                </c:pt>
                <c:pt idx="142" c:formatCode="yyyy/m/d">
                  <c:v>45055</c:v>
                </c:pt>
                <c:pt idx="143" c:formatCode="yyyy/m/d">
                  <c:v>45048</c:v>
                </c:pt>
                <c:pt idx="144" c:formatCode="yyyy/m/d">
                  <c:v>45041</c:v>
                </c:pt>
                <c:pt idx="145" c:formatCode="yyyy/m/d">
                  <c:v>45034</c:v>
                </c:pt>
                <c:pt idx="146" c:formatCode="yyyy/m/d">
                  <c:v>45027</c:v>
                </c:pt>
                <c:pt idx="147" c:formatCode="yyyy/m/d">
                  <c:v>45020</c:v>
                </c:pt>
                <c:pt idx="148" c:formatCode="yyyy/m/d">
                  <c:v>45013</c:v>
                </c:pt>
                <c:pt idx="149" c:formatCode="yyyy/m/d">
                  <c:v>45006</c:v>
                </c:pt>
                <c:pt idx="150" c:formatCode="yyyy/m/d">
                  <c:v>44999</c:v>
                </c:pt>
                <c:pt idx="151" c:formatCode="yyyy/m/d">
                  <c:v>44992</c:v>
                </c:pt>
                <c:pt idx="152" c:formatCode="yyyy/m/d">
                  <c:v>44985</c:v>
                </c:pt>
                <c:pt idx="153" c:formatCode="yyyy/m/d">
                  <c:v>44978</c:v>
                </c:pt>
                <c:pt idx="154" c:formatCode="yyyy/m/d">
                  <c:v>44971</c:v>
                </c:pt>
                <c:pt idx="155" c:formatCode="yyyy/m/d">
                  <c:v>44964</c:v>
                </c:pt>
                <c:pt idx="156" c:formatCode="yyyy/m/d">
                  <c:v>44957</c:v>
                </c:pt>
                <c:pt idx="157" c:formatCode="yyyy/m/d">
                  <c:v>44950</c:v>
                </c:pt>
                <c:pt idx="158" c:formatCode="yyyy/m/d">
                  <c:v>44943</c:v>
                </c:pt>
                <c:pt idx="159" c:formatCode="yyyy/m/d">
                  <c:v>44936</c:v>
                </c:pt>
                <c:pt idx="160" c:formatCode="yyyy/m/d">
                  <c:v>44929</c:v>
                </c:pt>
                <c:pt idx="161" c:formatCode="yyyy/m/d">
                  <c:v>44922</c:v>
                </c:pt>
                <c:pt idx="162" c:formatCode="yyyy/m/d">
                  <c:v>44915</c:v>
                </c:pt>
                <c:pt idx="163" c:formatCode="yyyy/m/d">
                  <c:v>44908</c:v>
                </c:pt>
                <c:pt idx="164" c:formatCode="yyyy/m/d">
                  <c:v>44901</c:v>
                </c:pt>
                <c:pt idx="165" c:formatCode="yyyy/m/d">
                  <c:v>44894</c:v>
                </c:pt>
                <c:pt idx="166" c:formatCode="yyyy/m/d">
                  <c:v>44887</c:v>
                </c:pt>
                <c:pt idx="167" c:formatCode="yyyy/m/d">
                  <c:v>44880</c:v>
                </c:pt>
                <c:pt idx="168" c:formatCode="yyyy/m/d">
                  <c:v>44873</c:v>
                </c:pt>
                <c:pt idx="169" c:formatCode="yyyy/m/d">
                  <c:v>44866</c:v>
                </c:pt>
                <c:pt idx="170" c:formatCode="yyyy/m/d">
                  <c:v>44859</c:v>
                </c:pt>
                <c:pt idx="171" c:formatCode="yyyy/m/d">
                  <c:v>44852</c:v>
                </c:pt>
                <c:pt idx="172" c:formatCode="yyyy/m/d">
                  <c:v>44845</c:v>
                </c:pt>
                <c:pt idx="173" c:formatCode="yyyy/m/d">
                  <c:v>44838</c:v>
                </c:pt>
                <c:pt idx="174" c:formatCode="yyyy/m/d">
                  <c:v>44831</c:v>
                </c:pt>
                <c:pt idx="175" c:formatCode="yyyy/m/d">
                  <c:v>44824</c:v>
                </c:pt>
                <c:pt idx="176" c:formatCode="yyyy/m/d">
                  <c:v>44817</c:v>
                </c:pt>
                <c:pt idx="177" c:formatCode="yyyy/m/d">
                  <c:v>44810</c:v>
                </c:pt>
                <c:pt idx="178" c:formatCode="yyyy/m/d">
                  <c:v>44803</c:v>
                </c:pt>
                <c:pt idx="179" c:formatCode="yyyy/m/d">
                  <c:v>44796</c:v>
                </c:pt>
                <c:pt idx="180" c:formatCode="yyyy/m/d">
                  <c:v>44789</c:v>
                </c:pt>
                <c:pt idx="181" c:formatCode="yyyy/m/d">
                  <c:v>44782</c:v>
                </c:pt>
                <c:pt idx="182" c:formatCode="yyyy/m/d">
                  <c:v>44775</c:v>
                </c:pt>
                <c:pt idx="183" c:formatCode="yyyy/m/d">
                  <c:v>44768</c:v>
                </c:pt>
                <c:pt idx="184" c:formatCode="yyyy/m/d">
                  <c:v>44761</c:v>
                </c:pt>
                <c:pt idx="185" c:formatCode="yyyy/m/d">
                  <c:v>44754</c:v>
                </c:pt>
                <c:pt idx="186" c:formatCode="yyyy/m/d">
                  <c:v>44747</c:v>
                </c:pt>
                <c:pt idx="187" c:formatCode="yyyy/m/d">
                  <c:v>44740</c:v>
                </c:pt>
                <c:pt idx="188" c:formatCode="yyyy/m/d">
                  <c:v>44733</c:v>
                </c:pt>
                <c:pt idx="189" c:formatCode="yyyy/m/d">
                  <c:v>44726</c:v>
                </c:pt>
                <c:pt idx="190" c:formatCode="yyyy/m/d">
                  <c:v>44719</c:v>
                </c:pt>
                <c:pt idx="191" c:formatCode="yyyy/m/d">
                  <c:v>44712</c:v>
                </c:pt>
                <c:pt idx="192" c:formatCode="yyyy/m/d">
                  <c:v>44705</c:v>
                </c:pt>
                <c:pt idx="193" c:formatCode="yyyy/m/d">
                  <c:v>44698</c:v>
                </c:pt>
                <c:pt idx="194" c:formatCode="yyyy/m/d">
                  <c:v>44691</c:v>
                </c:pt>
                <c:pt idx="195" c:formatCode="yyyy/m/d">
                  <c:v>44684</c:v>
                </c:pt>
                <c:pt idx="196" c:formatCode="yyyy/m/d">
                  <c:v>44677</c:v>
                </c:pt>
                <c:pt idx="197" c:formatCode="yyyy/m/d">
                  <c:v>44670</c:v>
                </c:pt>
                <c:pt idx="198" c:formatCode="yyyy/m/d">
                  <c:v>44663</c:v>
                </c:pt>
                <c:pt idx="199" c:formatCode="yyyy/m/d">
                  <c:v>44656</c:v>
                </c:pt>
                <c:pt idx="200" c:formatCode="yyyy/m/d">
                  <c:v>44649</c:v>
                </c:pt>
                <c:pt idx="201" c:formatCode="yyyy/m/d">
                  <c:v>44642</c:v>
                </c:pt>
                <c:pt idx="202" c:formatCode="yyyy/m/d">
                  <c:v>44635</c:v>
                </c:pt>
                <c:pt idx="203" c:formatCode="yyyy/m/d">
                  <c:v>44628</c:v>
                </c:pt>
                <c:pt idx="204" c:formatCode="yyyy/m/d">
                  <c:v>44621</c:v>
                </c:pt>
                <c:pt idx="205" c:formatCode="yyyy/m/d">
                  <c:v>44614</c:v>
                </c:pt>
                <c:pt idx="206" c:formatCode="yyyy/m/d">
                  <c:v>44607</c:v>
                </c:pt>
                <c:pt idx="207" c:formatCode="yyyy/m/d">
                  <c:v>44600</c:v>
                </c:pt>
                <c:pt idx="208" c:formatCode="yyyy/m/d">
                  <c:v>44593</c:v>
                </c:pt>
                <c:pt idx="209" c:formatCode="yyyy/m/d">
                  <c:v>44586</c:v>
                </c:pt>
                <c:pt idx="210" c:formatCode="yyyy/m/d">
                  <c:v>44579</c:v>
                </c:pt>
                <c:pt idx="211" c:formatCode="yyyy/m/d">
                  <c:v>44572</c:v>
                </c:pt>
                <c:pt idx="212" c:formatCode="yyyy/m/d">
                  <c:v>44565</c:v>
                </c:pt>
                <c:pt idx="213" c:formatCode="yyyy/m/d">
                  <c:v>44558</c:v>
                </c:pt>
                <c:pt idx="214" c:formatCode="yyyy/m/d">
                  <c:v>44551</c:v>
                </c:pt>
                <c:pt idx="215" c:formatCode="yyyy/m/d">
                  <c:v>44544</c:v>
                </c:pt>
                <c:pt idx="216" c:formatCode="yyyy/m/d">
                  <c:v>44537</c:v>
                </c:pt>
                <c:pt idx="217" c:formatCode="yyyy/m/d">
                  <c:v>44530</c:v>
                </c:pt>
                <c:pt idx="218" c:formatCode="yyyy/m/d">
                  <c:v>44523</c:v>
                </c:pt>
                <c:pt idx="219" c:formatCode="yyyy/m/d">
                  <c:v>44516</c:v>
                </c:pt>
                <c:pt idx="220" c:formatCode="yyyy/m/d">
                  <c:v>44509</c:v>
                </c:pt>
                <c:pt idx="221" c:formatCode="yyyy/m/d">
                  <c:v>44502</c:v>
                </c:pt>
                <c:pt idx="222" c:formatCode="yyyy/m/d">
                  <c:v>44495</c:v>
                </c:pt>
                <c:pt idx="223" c:formatCode="yyyy/m/d">
                  <c:v>44488</c:v>
                </c:pt>
                <c:pt idx="224" c:formatCode="yyyy/m/d">
                  <c:v>44481</c:v>
                </c:pt>
                <c:pt idx="225" c:formatCode="yyyy/m/d">
                  <c:v>44474</c:v>
                </c:pt>
                <c:pt idx="226" c:formatCode="yyyy/m/d">
                  <c:v>44467</c:v>
                </c:pt>
                <c:pt idx="227" c:formatCode="yyyy/m/d">
                  <c:v>44460</c:v>
                </c:pt>
                <c:pt idx="228" c:formatCode="yyyy/m/d">
                  <c:v>44453</c:v>
                </c:pt>
                <c:pt idx="229" c:formatCode="yyyy/m/d">
                  <c:v>44446</c:v>
                </c:pt>
                <c:pt idx="230" c:formatCode="yyyy/m/d">
                  <c:v>44439</c:v>
                </c:pt>
                <c:pt idx="231" c:formatCode="yyyy/m/d">
                  <c:v>44432</c:v>
                </c:pt>
                <c:pt idx="232" c:formatCode="yyyy/m/d">
                  <c:v>44425</c:v>
                </c:pt>
                <c:pt idx="233" c:formatCode="yyyy/m/d">
                  <c:v>44418</c:v>
                </c:pt>
                <c:pt idx="234" c:formatCode="yyyy/m/d">
                  <c:v>44411</c:v>
                </c:pt>
                <c:pt idx="235" c:formatCode="yyyy/m/d">
                  <c:v>44404</c:v>
                </c:pt>
                <c:pt idx="236" c:formatCode="yyyy/m/d">
                  <c:v>44397</c:v>
                </c:pt>
                <c:pt idx="237" c:formatCode="yyyy/m/d">
                  <c:v>44390</c:v>
                </c:pt>
                <c:pt idx="238" c:formatCode="yyyy/m/d">
                  <c:v>44383</c:v>
                </c:pt>
                <c:pt idx="239" c:formatCode="yyyy/m/d">
                  <c:v>44376</c:v>
                </c:pt>
                <c:pt idx="240" c:formatCode="yyyy/m/d">
                  <c:v>44369</c:v>
                </c:pt>
                <c:pt idx="241" c:formatCode="yyyy/m/d">
                  <c:v>44362</c:v>
                </c:pt>
                <c:pt idx="242" c:formatCode="yyyy/m/d">
                  <c:v>44355</c:v>
                </c:pt>
                <c:pt idx="243" c:formatCode="yyyy/m/d">
                  <c:v>44348</c:v>
                </c:pt>
                <c:pt idx="244" c:formatCode="yyyy/m/d">
                  <c:v>44341</c:v>
                </c:pt>
                <c:pt idx="245" c:formatCode="yyyy/m/d">
                  <c:v>44334</c:v>
                </c:pt>
                <c:pt idx="246" c:formatCode="yyyy/m/d">
                  <c:v>44327</c:v>
                </c:pt>
                <c:pt idx="247" c:formatCode="yyyy/m/d">
                  <c:v>44320</c:v>
                </c:pt>
                <c:pt idx="248" c:formatCode="yyyy/m/d">
                  <c:v>44313</c:v>
                </c:pt>
                <c:pt idx="249" c:formatCode="yyyy/m/d">
                  <c:v>44306</c:v>
                </c:pt>
                <c:pt idx="250" c:formatCode="yyyy/m/d">
                  <c:v>44299</c:v>
                </c:pt>
                <c:pt idx="251" c:formatCode="yyyy/m/d">
                  <c:v>44292</c:v>
                </c:pt>
                <c:pt idx="252" c:formatCode="yyyy/m/d">
                  <c:v>44285</c:v>
                </c:pt>
                <c:pt idx="253" c:formatCode="yyyy/m/d">
                  <c:v>44278</c:v>
                </c:pt>
                <c:pt idx="254" c:formatCode="yyyy/m/d">
                  <c:v>44271</c:v>
                </c:pt>
                <c:pt idx="255" c:formatCode="yyyy/m/d">
                  <c:v>44264</c:v>
                </c:pt>
                <c:pt idx="256" c:formatCode="yyyy/m/d">
                  <c:v>44257</c:v>
                </c:pt>
                <c:pt idx="257" c:formatCode="yyyy/m/d">
                  <c:v>44250</c:v>
                </c:pt>
                <c:pt idx="258" c:formatCode="yyyy/m/d">
                  <c:v>44243</c:v>
                </c:pt>
                <c:pt idx="259" c:formatCode="yyyy/m/d">
                  <c:v>44236</c:v>
                </c:pt>
                <c:pt idx="260" c:formatCode="yyyy/m/d">
                  <c:v>44229</c:v>
                </c:pt>
                <c:pt idx="261" c:formatCode="yyyy/m/d">
                  <c:v>44222</c:v>
                </c:pt>
                <c:pt idx="262" c:formatCode="yyyy/m/d">
                  <c:v>44215</c:v>
                </c:pt>
                <c:pt idx="263" c:formatCode="yyyy/m/d">
                  <c:v>44208</c:v>
                </c:pt>
                <c:pt idx="264" c:formatCode="yyyy/m/d">
                  <c:v>44201</c:v>
                </c:pt>
                <c:pt idx="265" c:formatCode="yyyy/m/d">
                  <c:v>44194</c:v>
                </c:pt>
                <c:pt idx="266" c:formatCode="yyyy/m/d">
                  <c:v>44187</c:v>
                </c:pt>
                <c:pt idx="267" c:formatCode="yyyy/m/d">
                  <c:v>44180</c:v>
                </c:pt>
                <c:pt idx="268" c:formatCode="yyyy/m/d">
                  <c:v>44173</c:v>
                </c:pt>
                <c:pt idx="269" c:formatCode="yyyy/m/d">
                  <c:v>44166</c:v>
                </c:pt>
                <c:pt idx="270" c:formatCode="yyyy/m/d">
                  <c:v>44159</c:v>
                </c:pt>
                <c:pt idx="271" c:formatCode="yyyy/m/d">
                  <c:v>44152</c:v>
                </c:pt>
                <c:pt idx="272" c:formatCode="yyyy/m/d">
                  <c:v>44145</c:v>
                </c:pt>
                <c:pt idx="273" c:formatCode="yyyy/m/d">
                  <c:v>44138</c:v>
                </c:pt>
                <c:pt idx="274" c:formatCode="yyyy/m/d">
                  <c:v>44131</c:v>
                </c:pt>
                <c:pt idx="275" c:formatCode="yyyy/m/d">
                  <c:v>44124</c:v>
                </c:pt>
                <c:pt idx="276" c:formatCode="yyyy/m/d">
                  <c:v>44117</c:v>
                </c:pt>
                <c:pt idx="277" c:formatCode="yyyy/m/d">
                  <c:v>44110</c:v>
                </c:pt>
                <c:pt idx="278" c:formatCode="yyyy/m/d">
                  <c:v>44103</c:v>
                </c:pt>
                <c:pt idx="279" c:formatCode="yyyy/m/d">
                  <c:v>44096</c:v>
                </c:pt>
                <c:pt idx="280" c:formatCode="yyyy/m/d">
                  <c:v>44089</c:v>
                </c:pt>
                <c:pt idx="281" c:formatCode="yyyy/m/d">
                  <c:v>44082</c:v>
                </c:pt>
                <c:pt idx="282" c:formatCode="yyyy/m/d">
                  <c:v>44075</c:v>
                </c:pt>
                <c:pt idx="283" c:formatCode="yyyy/m/d">
                  <c:v>44068</c:v>
                </c:pt>
                <c:pt idx="284" c:formatCode="yyyy/m/d">
                  <c:v>44061</c:v>
                </c:pt>
                <c:pt idx="285" c:formatCode="yyyy/m/d">
                  <c:v>44054</c:v>
                </c:pt>
                <c:pt idx="286" c:formatCode="yyyy/m/d">
                  <c:v>44047</c:v>
                </c:pt>
                <c:pt idx="287" c:formatCode="yyyy/m/d">
                  <c:v>44040</c:v>
                </c:pt>
                <c:pt idx="288" c:formatCode="yyyy/m/d">
                  <c:v>44033</c:v>
                </c:pt>
                <c:pt idx="289" c:formatCode="yyyy/m/d">
                  <c:v>44026</c:v>
                </c:pt>
                <c:pt idx="290" c:formatCode="yyyy/m/d">
                  <c:v>44019</c:v>
                </c:pt>
                <c:pt idx="291" c:formatCode="yyyy/m/d">
                  <c:v>44012</c:v>
                </c:pt>
              </c:numCache>
            </c:numRef>
          </c:cat>
          <c:val>
            <c:numRef>
              <c:f>'[日本-日元投机性净空头(1).xlsx]Sheet3'!$J$7:$J$298</c:f>
              <c:numCache>
                <c:formatCode>General</c:formatCode>
                <c:ptCount val="292"/>
                <c:pt idx="0">
                  <c:v>33933</c:v>
                </c:pt>
                <c:pt idx="1">
                  <c:v>44829</c:v>
                </c:pt>
                <c:pt idx="2">
                  <c:v>45164</c:v>
                </c:pt>
                <c:pt idx="3">
                  <c:v>-8815</c:v>
                </c:pt>
                <c:pt idx="4">
                  <c:v>-14068</c:v>
                </c:pt>
                <c:pt idx="5">
                  <c:v>-1223</c:v>
                </c:pt>
                <c:pt idx="6">
                  <c:v>2942</c:v>
                </c:pt>
                <c:pt idx="7">
                  <c:v>-17448</c:v>
                </c:pt>
                <c:pt idx="8">
                  <c:v>-36418</c:v>
                </c:pt>
                <c:pt idx="9">
                  <c:v>-26517</c:v>
                </c:pt>
                <c:pt idx="10">
                  <c:v>-31157</c:v>
                </c:pt>
                <c:pt idx="11">
                  <c:v>-48476</c:v>
                </c:pt>
                <c:pt idx="12">
                  <c:v>-51265</c:v>
                </c:pt>
                <c:pt idx="13">
                  <c:v>-68115</c:v>
                </c:pt>
                <c:pt idx="14">
                  <c:v>-70414</c:v>
                </c:pt>
                <c:pt idx="15">
                  <c:v>-37166</c:v>
                </c:pt>
                <c:pt idx="16">
                  <c:v>-46307</c:v>
                </c:pt>
                <c:pt idx="17">
                  <c:v>-61465</c:v>
                </c:pt>
                <c:pt idx="18">
                  <c:v>-79500</c:v>
                </c:pt>
                <c:pt idx="19">
                  <c:v>-61411</c:v>
                </c:pt>
                <c:pt idx="20">
                  <c:v>-91643</c:v>
                </c:pt>
                <c:pt idx="21">
                  <c:v>-73258</c:v>
                </c:pt>
                <c:pt idx="22">
                  <c:v>-84484</c:v>
                </c:pt>
                <c:pt idx="23">
                  <c:v>-77581</c:v>
                </c:pt>
                <c:pt idx="24">
                  <c:v>-74234</c:v>
                </c:pt>
                <c:pt idx="25">
                  <c:v>-82006</c:v>
                </c:pt>
                <c:pt idx="26">
                  <c:v>-89243</c:v>
                </c:pt>
                <c:pt idx="27">
                  <c:v>-106645</c:v>
                </c:pt>
                <c:pt idx="28">
                  <c:v>-103582</c:v>
                </c:pt>
                <c:pt idx="29">
                  <c:v>-116155</c:v>
                </c:pt>
                <c:pt idx="30">
                  <c:v>-127338</c:v>
                </c:pt>
                <c:pt idx="31">
                  <c:v>-132277</c:v>
                </c:pt>
                <c:pt idx="32">
                  <c:v>-130877</c:v>
                </c:pt>
                <c:pt idx="33">
                  <c:v>-144595</c:v>
                </c:pt>
                <c:pt idx="34">
                  <c:v>-151149</c:v>
                </c:pt>
                <c:pt idx="35">
                  <c:v>-164012</c:v>
                </c:pt>
                <c:pt idx="36">
                  <c:v>-167330</c:v>
                </c:pt>
                <c:pt idx="37">
                  <c:v>-172268</c:v>
                </c:pt>
                <c:pt idx="38">
                  <c:v>-176859</c:v>
                </c:pt>
                <c:pt idx="39">
                  <c:v>-179212</c:v>
                </c:pt>
                <c:pt idx="40">
                  <c:v>-177814</c:v>
                </c:pt>
                <c:pt idx="41">
                  <c:v>-171855</c:v>
                </c:pt>
                <c:pt idx="42">
                  <c:v>-147067</c:v>
                </c:pt>
                <c:pt idx="43">
                  <c:v>-121774</c:v>
                </c:pt>
                <c:pt idx="44">
                  <c:v>-125376</c:v>
                </c:pt>
                <c:pt idx="45">
                  <c:v>-122964</c:v>
                </c:pt>
                <c:pt idx="46">
                  <c:v>-133902</c:v>
                </c:pt>
                <c:pt idx="47">
                  <c:v>-133651</c:v>
                </c:pt>
                <c:pt idx="48">
                  <c:v>-95980</c:v>
                </c:pt>
                <c:pt idx="49">
                  <c:v>-60569</c:v>
                </c:pt>
                <c:pt idx="50">
                  <c:v>-54615</c:v>
                </c:pt>
                <c:pt idx="51">
                  <c:v>-18768</c:v>
                </c:pt>
                <c:pt idx="52">
                  <c:v>959</c:v>
                </c:pt>
                <c:pt idx="53">
                  <c:v>14673</c:v>
                </c:pt>
                <c:pt idx="54">
                  <c:v>29411</c:v>
                </c:pt>
                <c:pt idx="55">
                  <c:v>20189</c:v>
                </c:pt>
                <c:pt idx="56">
                  <c:v>8443</c:v>
                </c:pt>
                <c:pt idx="57">
                  <c:v>-2311</c:v>
                </c:pt>
                <c:pt idx="58">
                  <c:v>-5961</c:v>
                </c:pt>
                <c:pt idx="59">
                  <c:v>-25752</c:v>
                </c:pt>
                <c:pt idx="60">
                  <c:v>-2334</c:v>
                </c:pt>
                <c:pt idx="61">
                  <c:v>22633</c:v>
                </c:pt>
                <c:pt idx="62">
                  <c:v>46868</c:v>
                </c:pt>
                <c:pt idx="63">
                  <c:v>64902</c:v>
                </c:pt>
                <c:pt idx="64">
                  <c:v>44167</c:v>
                </c:pt>
                <c:pt idx="65">
                  <c:v>24817</c:v>
                </c:pt>
                <c:pt idx="66">
                  <c:v>-12771</c:v>
                </c:pt>
                <c:pt idx="67">
                  <c:v>-34110</c:v>
                </c:pt>
                <c:pt idx="68">
                  <c:v>-36528</c:v>
                </c:pt>
                <c:pt idx="69">
                  <c:v>-56772</c:v>
                </c:pt>
                <c:pt idx="70">
                  <c:v>-66011</c:v>
                </c:pt>
                <c:pt idx="71">
                  <c:v>-56840</c:v>
                </c:pt>
                <c:pt idx="72">
                  <c:v>-55770</c:v>
                </c:pt>
                <c:pt idx="73">
                  <c:v>-41116</c:v>
                </c:pt>
                <c:pt idx="74">
                  <c:v>-25868</c:v>
                </c:pt>
                <c:pt idx="75">
                  <c:v>-23585</c:v>
                </c:pt>
                <c:pt idx="76">
                  <c:v>-23104</c:v>
                </c:pt>
                <c:pt idx="77">
                  <c:v>11354</c:v>
                </c:pt>
                <c:pt idx="78">
                  <c:v>73460</c:v>
                </c:pt>
                <c:pt idx="79">
                  <c:v>107108</c:v>
                </c:pt>
                <c:pt idx="80">
                  <c:v>151072</c:v>
                </c:pt>
                <c:pt idx="81">
                  <c:v>182033</c:v>
                </c:pt>
                <c:pt idx="82">
                  <c:v>184223</c:v>
                </c:pt>
                <c:pt idx="83">
                  <c:v>173900</c:v>
                </c:pt>
                <c:pt idx="84">
                  <c:v>147753</c:v>
                </c:pt>
                <c:pt idx="85">
                  <c:v>138579</c:v>
                </c:pt>
                <c:pt idx="86">
                  <c:v>132101</c:v>
                </c:pt>
                <c:pt idx="87">
                  <c:v>156039</c:v>
                </c:pt>
                <c:pt idx="88">
                  <c:v>144367</c:v>
                </c:pt>
                <c:pt idx="89">
                  <c:v>126182</c:v>
                </c:pt>
                <c:pt idx="90">
                  <c:v>134922</c:v>
                </c:pt>
                <c:pt idx="91">
                  <c:v>168388</c:v>
                </c:pt>
                <c:pt idx="92">
                  <c:v>179919</c:v>
                </c:pt>
                <c:pt idx="93">
                  <c:v>165619</c:v>
                </c:pt>
                <c:pt idx="94">
                  <c:v>162151</c:v>
                </c:pt>
                <c:pt idx="95">
                  <c:v>143230</c:v>
                </c:pt>
                <c:pt idx="96">
                  <c:v>129106</c:v>
                </c:pt>
                <c:pt idx="97">
                  <c:v>116012</c:v>
                </c:pt>
                <c:pt idx="98">
                  <c:v>102322</c:v>
                </c:pt>
                <c:pt idx="99">
                  <c:v>118843</c:v>
                </c:pt>
                <c:pt idx="100">
                  <c:v>132705</c:v>
                </c:pt>
                <c:pt idx="101">
                  <c:v>120778</c:v>
                </c:pt>
                <c:pt idx="102">
                  <c:v>111536</c:v>
                </c:pt>
                <c:pt idx="103">
                  <c:v>84230</c:v>
                </c:pt>
                <c:pt idx="104">
                  <c:v>80455</c:v>
                </c:pt>
                <c:pt idx="105">
                  <c:v>70645</c:v>
                </c:pt>
                <c:pt idx="106">
                  <c:v>56560</c:v>
                </c:pt>
                <c:pt idx="107">
                  <c:v>55949</c:v>
                </c:pt>
                <c:pt idx="108">
                  <c:v>57195</c:v>
                </c:pt>
                <c:pt idx="109">
                  <c:v>55568</c:v>
                </c:pt>
                <c:pt idx="110">
                  <c:v>64902</c:v>
                </c:pt>
                <c:pt idx="111">
                  <c:v>81131</c:v>
                </c:pt>
                <c:pt idx="112">
                  <c:v>104956</c:v>
                </c:pt>
                <c:pt idx="113">
                  <c:v>109237</c:v>
                </c:pt>
                <c:pt idx="114">
                  <c:v>105454</c:v>
                </c:pt>
                <c:pt idx="115">
                  <c:v>130249</c:v>
                </c:pt>
                <c:pt idx="116">
                  <c:v>104040</c:v>
                </c:pt>
                <c:pt idx="117">
                  <c:v>103848</c:v>
                </c:pt>
                <c:pt idx="118">
                  <c:v>99629</c:v>
                </c:pt>
                <c:pt idx="119">
                  <c:v>102658</c:v>
                </c:pt>
                <c:pt idx="120">
                  <c:v>99476</c:v>
                </c:pt>
                <c:pt idx="121">
                  <c:v>113988</c:v>
                </c:pt>
                <c:pt idx="122">
                  <c:v>109512</c:v>
                </c:pt>
                <c:pt idx="123">
                  <c:v>101619</c:v>
                </c:pt>
                <c:pt idx="124">
                  <c:v>98713</c:v>
                </c:pt>
                <c:pt idx="125">
                  <c:v>97136</c:v>
                </c:pt>
                <c:pt idx="126">
                  <c:v>98473</c:v>
                </c:pt>
                <c:pt idx="127">
                  <c:v>95323</c:v>
                </c:pt>
                <c:pt idx="128">
                  <c:v>80961</c:v>
                </c:pt>
                <c:pt idx="129">
                  <c:v>83180</c:v>
                </c:pt>
                <c:pt idx="130">
                  <c:v>79216</c:v>
                </c:pt>
                <c:pt idx="131">
                  <c:v>77752</c:v>
                </c:pt>
                <c:pt idx="132">
                  <c:v>90239</c:v>
                </c:pt>
                <c:pt idx="133">
                  <c:v>117182</c:v>
                </c:pt>
                <c:pt idx="134">
                  <c:v>117920</c:v>
                </c:pt>
                <c:pt idx="135">
                  <c:v>112870</c:v>
                </c:pt>
                <c:pt idx="136">
                  <c:v>107656</c:v>
                </c:pt>
                <c:pt idx="137">
                  <c:v>103976</c:v>
                </c:pt>
                <c:pt idx="138">
                  <c:v>104817</c:v>
                </c:pt>
                <c:pt idx="139">
                  <c:v>96193</c:v>
                </c:pt>
                <c:pt idx="140">
                  <c:v>80660</c:v>
                </c:pt>
                <c:pt idx="141">
                  <c:v>64791</c:v>
                </c:pt>
                <c:pt idx="142">
                  <c:v>61015</c:v>
                </c:pt>
                <c:pt idx="143">
                  <c:v>68324</c:v>
                </c:pt>
                <c:pt idx="144">
                  <c:v>68744</c:v>
                </c:pt>
                <c:pt idx="145">
                  <c:v>56869</c:v>
                </c:pt>
                <c:pt idx="146">
                  <c:v>57207</c:v>
                </c:pt>
                <c:pt idx="147">
                  <c:v>57036</c:v>
                </c:pt>
                <c:pt idx="148">
                  <c:v>53975</c:v>
                </c:pt>
                <c:pt idx="149">
                  <c:v>66345</c:v>
                </c:pt>
                <c:pt idx="150">
                  <c:v>74794</c:v>
                </c:pt>
                <c:pt idx="151">
                  <c:v>75303</c:v>
                </c:pt>
                <c:pt idx="152">
                  <c:v>58678</c:v>
                </c:pt>
                <c:pt idx="153">
                  <c:v>34029</c:v>
                </c:pt>
                <c:pt idx="154">
                  <c:v>27843</c:v>
                </c:pt>
                <c:pt idx="155">
                  <c:v>29089</c:v>
                </c:pt>
                <c:pt idx="156">
                  <c:v>20060</c:v>
                </c:pt>
                <c:pt idx="157">
                  <c:v>21635</c:v>
                </c:pt>
                <c:pt idx="158">
                  <c:v>22961</c:v>
                </c:pt>
                <c:pt idx="159">
                  <c:v>35377</c:v>
                </c:pt>
                <c:pt idx="160">
                  <c:v>46864</c:v>
                </c:pt>
                <c:pt idx="161">
                  <c:v>37730</c:v>
                </c:pt>
                <c:pt idx="162">
                  <c:v>40881</c:v>
                </c:pt>
                <c:pt idx="163">
                  <c:v>53188</c:v>
                </c:pt>
                <c:pt idx="164">
                  <c:v>65996</c:v>
                </c:pt>
                <c:pt idx="165">
                  <c:v>67394</c:v>
                </c:pt>
                <c:pt idx="166">
                  <c:v>64850</c:v>
                </c:pt>
                <c:pt idx="167">
                  <c:v>65842</c:v>
                </c:pt>
                <c:pt idx="168">
                  <c:v>75258</c:v>
                </c:pt>
                <c:pt idx="169">
                  <c:v>77620</c:v>
                </c:pt>
                <c:pt idx="170">
                  <c:v>102618</c:v>
                </c:pt>
                <c:pt idx="171">
                  <c:v>94336</c:v>
                </c:pt>
                <c:pt idx="172">
                  <c:v>77393</c:v>
                </c:pt>
                <c:pt idx="173">
                  <c:v>81623</c:v>
                </c:pt>
                <c:pt idx="174">
                  <c:v>82556</c:v>
                </c:pt>
                <c:pt idx="175">
                  <c:v>81280</c:v>
                </c:pt>
                <c:pt idx="176">
                  <c:v>80692</c:v>
                </c:pt>
                <c:pt idx="177">
                  <c:v>58189</c:v>
                </c:pt>
                <c:pt idx="178">
                  <c:v>41531</c:v>
                </c:pt>
                <c:pt idx="179">
                  <c:v>38807</c:v>
                </c:pt>
                <c:pt idx="180">
                  <c:v>28891</c:v>
                </c:pt>
                <c:pt idx="181">
                  <c:v>25032</c:v>
                </c:pt>
                <c:pt idx="182">
                  <c:v>42753</c:v>
                </c:pt>
                <c:pt idx="183">
                  <c:v>61481</c:v>
                </c:pt>
                <c:pt idx="184">
                  <c:v>59225</c:v>
                </c:pt>
                <c:pt idx="185">
                  <c:v>59998</c:v>
                </c:pt>
                <c:pt idx="186">
                  <c:v>54445</c:v>
                </c:pt>
                <c:pt idx="187">
                  <c:v>52570</c:v>
                </c:pt>
                <c:pt idx="188">
                  <c:v>58454</c:v>
                </c:pt>
                <c:pt idx="189">
                  <c:v>69755</c:v>
                </c:pt>
                <c:pt idx="190">
                  <c:v>91646</c:v>
                </c:pt>
                <c:pt idx="191">
                  <c:v>94439</c:v>
                </c:pt>
                <c:pt idx="192">
                  <c:v>99444</c:v>
                </c:pt>
                <c:pt idx="193">
                  <c:v>102309</c:v>
                </c:pt>
                <c:pt idx="194">
                  <c:v>110454</c:v>
                </c:pt>
                <c:pt idx="195">
                  <c:v>100794</c:v>
                </c:pt>
                <c:pt idx="196">
                  <c:v>95535</c:v>
                </c:pt>
                <c:pt idx="197">
                  <c:v>107187</c:v>
                </c:pt>
                <c:pt idx="198">
                  <c:v>111827</c:v>
                </c:pt>
                <c:pt idx="199">
                  <c:v>103829</c:v>
                </c:pt>
                <c:pt idx="200">
                  <c:v>102131</c:v>
                </c:pt>
                <c:pt idx="201">
                  <c:v>78482</c:v>
                </c:pt>
                <c:pt idx="202">
                  <c:v>62340</c:v>
                </c:pt>
                <c:pt idx="203">
                  <c:v>55856</c:v>
                </c:pt>
                <c:pt idx="204">
                  <c:v>68732</c:v>
                </c:pt>
                <c:pt idx="205">
                  <c:v>63187</c:v>
                </c:pt>
                <c:pt idx="206">
                  <c:v>66162</c:v>
                </c:pt>
                <c:pt idx="207">
                  <c:v>59148</c:v>
                </c:pt>
                <c:pt idx="208">
                  <c:v>60640</c:v>
                </c:pt>
                <c:pt idx="209">
                  <c:v>68273</c:v>
                </c:pt>
                <c:pt idx="210">
                  <c:v>80879</c:v>
                </c:pt>
                <c:pt idx="211">
                  <c:v>87525</c:v>
                </c:pt>
                <c:pt idx="212">
                  <c:v>62262</c:v>
                </c:pt>
                <c:pt idx="213">
                  <c:v>53102</c:v>
                </c:pt>
                <c:pt idx="214">
                  <c:v>52286</c:v>
                </c:pt>
                <c:pt idx="215">
                  <c:v>53523</c:v>
                </c:pt>
                <c:pt idx="216">
                  <c:v>63081</c:v>
                </c:pt>
                <c:pt idx="217">
                  <c:v>78866</c:v>
                </c:pt>
                <c:pt idx="218">
                  <c:v>97253</c:v>
                </c:pt>
                <c:pt idx="219">
                  <c:v>93126</c:v>
                </c:pt>
                <c:pt idx="220">
                  <c:v>105351</c:v>
                </c:pt>
                <c:pt idx="221">
                  <c:v>107624</c:v>
                </c:pt>
                <c:pt idx="222">
                  <c:v>107036</c:v>
                </c:pt>
                <c:pt idx="223">
                  <c:v>102734</c:v>
                </c:pt>
                <c:pt idx="224">
                  <c:v>76634</c:v>
                </c:pt>
                <c:pt idx="225">
                  <c:v>63694</c:v>
                </c:pt>
                <c:pt idx="226">
                  <c:v>64760</c:v>
                </c:pt>
                <c:pt idx="227">
                  <c:v>56071</c:v>
                </c:pt>
                <c:pt idx="228">
                  <c:v>60295</c:v>
                </c:pt>
                <c:pt idx="229">
                  <c:v>62325</c:v>
                </c:pt>
                <c:pt idx="230">
                  <c:v>63130</c:v>
                </c:pt>
                <c:pt idx="231">
                  <c:v>66671</c:v>
                </c:pt>
                <c:pt idx="232">
                  <c:v>63208</c:v>
                </c:pt>
                <c:pt idx="233">
                  <c:v>60657</c:v>
                </c:pt>
                <c:pt idx="234">
                  <c:v>55190</c:v>
                </c:pt>
                <c:pt idx="235">
                  <c:v>59934</c:v>
                </c:pt>
                <c:pt idx="236">
                  <c:v>55731</c:v>
                </c:pt>
                <c:pt idx="237">
                  <c:v>56250</c:v>
                </c:pt>
                <c:pt idx="238">
                  <c:v>69136</c:v>
                </c:pt>
                <c:pt idx="239">
                  <c:v>69895</c:v>
                </c:pt>
                <c:pt idx="240">
                  <c:v>53862</c:v>
                </c:pt>
                <c:pt idx="241">
                  <c:v>46850</c:v>
                </c:pt>
                <c:pt idx="242">
                  <c:v>37314</c:v>
                </c:pt>
                <c:pt idx="243">
                  <c:v>47115</c:v>
                </c:pt>
                <c:pt idx="244">
                  <c:v>50156</c:v>
                </c:pt>
                <c:pt idx="245">
                  <c:v>50948</c:v>
                </c:pt>
                <c:pt idx="246">
                  <c:v>41728</c:v>
                </c:pt>
                <c:pt idx="247">
                  <c:v>41492</c:v>
                </c:pt>
                <c:pt idx="248">
                  <c:v>48509</c:v>
                </c:pt>
                <c:pt idx="249">
                  <c:v>59819</c:v>
                </c:pt>
                <c:pt idx="250">
                  <c:v>58312</c:v>
                </c:pt>
                <c:pt idx="251">
                  <c:v>57989</c:v>
                </c:pt>
                <c:pt idx="252">
                  <c:v>59481</c:v>
                </c:pt>
                <c:pt idx="253">
                  <c:v>53525</c:v>
                </c:pt>
                <c:pt idx="254">
                  <c:v>39368</c:v>
                </c:pt>
                <c:pt idx="255">
                  <c:v>-6514</c:v>
                </c:pt>
                <c:pt idx="256">
                  <c:v>-19270</c:v>
                </c:pt>
                <c:pt idx="257">
                  <c:v>-28622</c:v>
                </c:pt>
                <c:pt idx="258">
                  <c:v>-37182</c:v>
                </c:pt>
                <c:pt idx="259">
                  <c:v>-34618</c:v>
                </c:pt>
                <c:pt idx="260">
                  <c:v>-44629</c:v>
                </c:pt>
                <c:pt idx="261">
                  <c:v>-44992</c:v>
                </c:pt>
                <c:pt idx="262">
                  <c:v>-50014</c:v>
                </c:pt>
                <c:pt idx="263">
                  <c:v>-50520</c:v>
                </c:pt>
                <c:pt idx="264">
                  <c:v>-50190</c:v>
                </c:pt>
                <c:pt idx="265">
                  <c:v>-47350</c:v>
                </c:pt>
                <c:pt idx="266">
                  <c:v>-46093</c:v>
                </c:pt>
                <c:pt idx="267">
                  <c:v>-43963</c:v>
                </c:pt>
                <c:pt idx="268">
                  <c:v>-48166</c:v>
                </c:pt>
                <c:pt idx="269">
                  <c:v>-47503</c:v>
                </c:pt>
                <c:pt idx="270">
                  <c:v>-40242</c:v>
                </c:pt>
                <c:pt idx="271">
                  <c:v>-29667</c:v>
                </c:pt>
                <c:pt idx="272">
                  <c:v>-41894</c:v>
                </c:pt>
                <c:pt idx="273">
                  <c:v>-28098</c:v>
                </c:pt>
                <c:pt idx="274">
                  <c:v>-17893</c:v>
                </c:pt>
                <c:pt idx="275">
                  <c:v>-14183</c:v>
                </c:pt>
                <c:pt idx="276">
                  <c:v>-19976</c:v>
                </c:pt>
                <c:pt idx="277">
                  <c:v>-21102</c:v>
                </c:pt>
                <c:pt idx="278">
                  <c:v>-24789</c:v>
                </c:pt>
                <c:pt idx="279">
                  <c:v>-29581</c:v>
                </c:pt>
                <c:pt idx="280">
                  <c:v>-22889</c:v>
                </c:pt>
                <c:pt idx="281">
                  <c:v>-21742</c:v>
                </c:pt>
                <c:pt idx="282">
                  <c:v>-29604</c:v>
                </c:pt>
                <c:pt idx="283">
                  <c:v>-23616</c:v>
                </c:pt>
                <c:pt idx="284">
                  <c:v>-20584</c:v>
                </c:pt>
                <c:pt idx="285">
                  <c:v>-27016</c:v>
                </c:pt>
                <c:pt idx="286">
                  <c:v>-31429</c:v>
                </c:pt>
                <c:pt idx="287">
                  <c:v>-28507</c:v>
                </c:pt>
                <c:pt idx="288">
                  <c:v>-19307</c:v>
                </c:pt>
                <c:pt idx="289">
                  <c:v>-18326</c:v>
                </c:pt>
                <c:pt idx="290">
                  <c:v>-16812</c:v>
                </c:pt>
                <c:pt idx="291">
                  <c:v>-23861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42927390"/>
        <c:axId val="948793427"/>
      </c:barChart>
      <c:dateAx>
        <c:axId val="242927390"/>
        <c:scaling>
          <c:orientation val="minMax"/>
          <c:min val="44927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635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7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defRPr>
            </a:pPr>
          </a:p>
        </c:txPr>
        <c:crossAx val="948793427"/>
        <c:crosses val="autoZero"/>
        <c:auto val="1"/>
        <c:lblOffset val="100"/>
        <c:baseTimeUnit val="days"/>
      </c:dateAx>
      <c:valAx>
        <c:axId val="948793427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solidFill>
              <a:srgbClr val="000000"/>
            </a:solidFill>
            <a:prstDash val="solid"/>
            <a:round/>
          </a:ln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7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defRPr>
            </a:pPr>
          </a:p>
        </c:txPr>
        <c:crossAx val="242927390"/>
        <c:crosses val="autoZero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75"/>
          <c:y val="0.00694444444444444"/>
          <c:w val="0.361184210526316"/>
          <c:h val="0.111111111111111"/>
        </c:manualLayout>
      </c:layout>
      <c:overlay val="0"/>
      <c:txPr>
        <a:bodyPr rot="0" spcFirstLastPara="0" vertOverflow="ellipsis" vert="horz" wrap="square" anchor="ctr" anchorCtr="1" forceAA="0"/>
        <a:lstStyle/>
        <a:p>
          <a:pPr>
            <a:defRPr lang="zh-CN" sz="700" b="0" i="0" u="none" strike="noStrike" kern="1200" baseline="0">
              <a:solidFill>
                <a:srgbClr val="000000"/>
              </a:solidFill>
              <a:latin typeface="Arial" panose="020B0604020202020204" pitchFamily="34" charset="0"/>
              <a:ea typeface="楷体_GB2312" panose="02010609030101010101" pitchFamily="3" charset="-122"/>
              <a:cs typeface="Arial" panose="020B0604020202020204" pitchFamily="3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03e3728-a432-44ec-8711-a45d2b3992c4}"/>
      </c:ext>
    </c:extLst>
  </c:chart>
  <c:spPr>
    <a:ln w="9525" cap="flat" cmpd="sng" algn="ctr">
      <a:noFill/>
      <a:prstDash val="solid"/>
      <a:round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22650A-3B22-4C48-85CF-E0840227AD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22650A-3B22-4C48-85CF-E0840227AD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22650A-3B22-4C48-85CF-E0840227AD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22650A-3B22-4C48-85CF-E0840227AD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B22650A-3B22-4C48-85CF-E0840227AD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2650A-3B22-4C48-85CF-E0840227AD0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63927" y="6326909"/>
            <a:ext cx="347852" cy="338864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6B9007-E08B-4331-8EB6-9B3F142494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63256" y="6300648"/>
            <a:ext cx="348523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6B9007-E08B-4331-8EB6-9B3F142494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7073" y="249131"/>
            <a:ext cx="5635171" cy="4247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>
              <a:defRPr sz="2400" b="1" strike="noStrike">
                <a:solidFill>
                  <a:schemeClr val="accent1"/>
                </a:solidFill>
                <a:effectLst/>
                <a:ea typeface="印品黑体" panose="000005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剪去单角的矩形 6"/>
          <p:cNvSpPr/>
          <p:nvPr userDrawn="1"/>
        </p:nvSpPr>
        <p:spPr>
          <a:xfrm rot="5400000">
            <a:off x="235166" y="249131"/>
            <a:ext cx="683491" cy="683491"/>
          </a:xfrm>
          <a:prstGeom prst="snip1Rect">
            <a:avLst>
              <a:gd name="adj" fmla="val 3930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235166" y="249132"/>
            <a:ext cx="683491" cy="6834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1196975" y="701675"/>
            <a:ext cx="1915680" cy="3050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小标题</a:t>
            </a:r>
            <a:endParaRPr lang="zh-CN" altLang="en-US" dirty="0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63256" y="6300648"/>
            <a:ext cx="348523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6B9007-E08B-4331-8EB6-9B3F1424941D}" type="slidenum">
              <a:rPr lang="zh-CN" altLang="en-US" smtClean="0"/>
            </a:fld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3"/>
          </p:nvPr>
        </p:nvSpPr>
        <p:spPr>
          <a:xfrm>
            <a:off x="235165" y="1192069"/>
            <a:ext cx="11676613" cy="858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63256" y="6300648"/>
            <a:ext cx="348523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6B9007-E08B-4331-8EB6-9B3F142494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598790" y="786792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102790" y="786792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864390" y="786792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浙商logo"/>
          <p:cNvPicPr/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715356" y="162251"/>
            <a:ext cx="221932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"/>
          <p:cNvSpPr/>
          <p:nvPr/>
        </p:nvSpPr>
        <p:spPr>
          <a:xfrm>
            <a:off x="0" y="1392305"/>
            <a:ext cx="12191999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沃什无法缩表的三个理由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AA000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0" y="4118471"/>
            <a:ext cx="12192000" cy="1765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681591" y="4610602"/>
          <a:ext cx="3983685" cy="781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100"/>
                <a:gridCol w="2616585"/>
              </a:tblGrid>
              <a:tr h="260442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分析师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林成炜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</a:tr>
              <a:tr h="260442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邮箱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linchengwei@stocke.com.cn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</a:tr>
              <a:tr h="260442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证书编号</a:t>
                      </a:r>
                      <a:endParaRPr lang="zh-CN" altLang="en-US" sz="1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S1230522080006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33665" y="6428779"/>
            <a:ext cx="8331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本内容依据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2025</a:t>
            </a:r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年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11</a:t>
            </a:r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月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日外发报告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《</a:t>
            </a:r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直挂云帆济沧海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-2026</a:t>
            </a:r>
            <a:r>
              <a:rPr lang="zh-CN" altLang="en-US" sz="1100" dirty="0">
                <a:solidFill>
                  <a:schemeClr val="bg2">
                    <a:lumMod val="10000"/>
                  </a:schemeClr>
                </a:solidFill>
              </a:rPr>
              <a:t>年年度宏观展望</a:t>
            </a:r>
            <a:r>
              <a:rPr lang="en-US" altLang="zh-CN" sz="1100" dirty="0">
                <a:solidFill>
                  <a:schemeClr val="bg2">
                    <a:lumMod val="10000"/>
                  </a:schemeClr>
                </a:solidFill>
              </a:rPr>
              <a:t>》</a:t>
            </a:r>
            <a:endParaRPr lang="zh-CN" alt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197073" y="249131"/>
            <a:ext cx="5635171" cy="424732"/>
          </a:xfrm>
        </p:spPr>
        <p:txBody>
          <a:bodyPr/>
          <a:lstStyle/>
          <a:p>
            <a:r>
              <a:rPr lang="zh-CN" altLang="en-US">
                <a:sym typeface="Arial" panose="020B0604020202020204" pitchFamily="34" charset="0"/>
              </a:rPr>
              <a:t>主讲人简介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35166" y="249132"/>
            <a:ext cx="683491" cy="683490"/>
          </a:xfrm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196975" y="701675"/>
            <a:ext cx="1647825" cy="304800"/>
          </a:xfrm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76B9007-E08B-4331-8EB6-9B3F1424941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ea typeface="微软雅黑" panose="020B0503020204020204" pitchFamily="34" charset="-122"/>
                <a:sym typeface="Arial" panose="020B0604020202020204" pitchFamily="34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 Placeholder 32"/>
          <p:cNvSpPr txBox="1"/>
          <p:nvPr/>
        </p:nvSpPr>
        <p:spPr>
          <a:xfrm>
            <a:off x="5232841" y="1691233"/>
            <a:ext cx="5992794" cy="1575207"/>
          </a:xfrm>
          <a:prstGeom prst="rect">
            <a:avLst/>
          </a:prstGeom>
        </p:spPr>
        <p:txBody>
          <a:bodyPr lIns="0" tIns="0" rIns="0" bIns="0"/>
          <a:lstStyle>
            <a:lvl1pPr defTabSz="6858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14350" indent="-171450" defTabSz="6858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 defTabSz="6858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 defTabSz="6858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 defTabSz="6858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000250" indent="-171450" defTabSz="685800"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457450" indent="-171450" defTabSz="685800"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914650" indent="-171450" defTabSz="685800"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371850" indent="-171450" defTabSz="685800" rtl="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林成炜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浙商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证券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研究所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宏观首席分析师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CFA，硕士毕业于上海财经大学。2016年-2020年间于国家外汇管理局就职，从事海外经济政策及跨境资本流动等领域研究。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sz="1600" dirty="0">
              <a:solidFill>
                <a:srgbClr val="E7E6E6">
                  <a:lumMod val="1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R="0" lvl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2020年8月加入浙商证券研究所宏观团队，作为团队核心成员获得2023年上证报宏观经济第一名，2022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-2023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年新财富宏观经济第二名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年起担任团队首席，获新财富宏观经济第二名</a:t>
            </a:r>
            <a:r>
              <a:rPr lang="en-US" altLang="zh-CN" sz="1600" dirty="0">
                <a:solidFill>
                  <a:srgbClr val="E7E6E6">
                    <a:lumMod val="1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+WIND</a:t>
            </a:r>
            <a:r>
              <a:rPr lang="zh-CN" altLang="en-US" sz="1600" dirty="0">
                <a:solidFill>
                  <a:srgbClr val="E7E6E6">
                    <a:lumMod val="1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宏观年度最热人气路演分析师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37471" y="4938634"/>
            <a:ext cx="2682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林成炜 </a:t>
            </a:r>
            <a:r>
              <a:rPr lang="en-US" altLang="zh-CN" b="1" dirty="0">
                <a:solidFill>
                  <a:srgbClr val="E7E6E6">
                    <a:lumMod val="1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CFA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rPr>
              <a:t>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40" y="1350424"/>
            <a:ext cx="2400889" cy="34224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76B9007-E08B-4331-8EB6-9B3F1424941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占位符 21"/>
          <p:cNvSpPr txBox="1"/>
          <p:nvPr/>
        </p:nvSpPr>
        <p:spPr>
          <a:xfrm>
            <a:off x="201040" y="6469015"/>
            <a:ext cx="11676613" cy="260491"/>
          </a:xfrm>
          <a:prstGeom prst="rect">
            <a:avLst/>
          </a:prstGeom>
        </p:spPr>
        <p:txBody>
          <a:bodyPr/>
          <a:lstStyle>
            <a:lvl1pPr marL="0" indent="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rgbClr val="25406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1pPr>
            <a:lvl2pPr marL="685800" indent="-263525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2pPr>
            <a:lvl3pPr marL="105410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6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3pPr>
            <a:lvl4pPr marL="147574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4pPr>
            <a:lvl5pPr marL="1898015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5pPr>
            <a:lvl6pPr marL="232156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83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47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75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264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资料来源：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ind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，浙商证券研究所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11555" y="249873"/>
            <a:ext cx="9070975" cy="423545"/>
          </a:xfrm>
        </p:spPr>
        <p:txBody>
          <a:bodyPr wrap="square"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美国财政积重难返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52" name="文本占位符 5"/>
          <p:cNvSpPr txBox="1"/>
          <p:nvPr/>
        </p:nvSpPr>
        <p:spPr>
          <a:xfrm>
            <a:off x="355600" y="957580"/>
            <a:ext cx="11377930" cy="14744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美国联邦政府法定支出占比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61%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（主要是社保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22%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、医药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22%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等社会福利），利息支出占比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，整体支出较为刚性。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自主性支出总计占比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27%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，由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国防和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非国防自主性支出组成，后者主要是雇员工资同样削减困难。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联储数量型政策最终服务于财政部融资需求，在国会无力维护财政纪律的背景下，联储无法独自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缩表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80" y="2546350"/>
            <a:ext cx="5318760" cy="307975"/>
            <a:chOff x="269648" y="2370799"/>
            <a:chExt cx="5501080" cy="346238"/>
          </a:xfrm>
        </p:grpSpPr>
        <p:sp>
          <p:nvSpPr>
            <p:cNvPr id="8" name="直接连接符 15"/>
            <p:cNvSpPr/>
            <p:nvPr/>
          </p:nvSpPr>
          <p:spPr>
            <a:xfrm flipH="1">
              <a:off x="269648" y="2695765"/>
              <a:ext cx="5388731" cy="21272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矩形 14"/>
            <p:cNvSpPr txBox="1"/>
            <p:nvPr/>
          </p:nvSpPr>
          <p:spPr>
            <a:xfrm>
              <a:off x="328617" y="2370799"/>
              <a:ext cx="5442111" cy="34481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 lvl="0"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zh-CN" altLang="zh-CN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美国财政支出</a:t>
              </a:r>
              <a:r>
                <a:rPr lang="zh-CN" altLang="zh-CN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分项</a:t>
              </a:r>
              <a:endParaRPr lang="zh-CN" altLang="zh-CN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Kaiti SC Regular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12815" y="2513965"/>
            <a:ext cx="6042660" cy="306705"/>
            <a:chOff x="269648" y="2418412"/>
            <a:chExt cx="5805184" cy="306705"/>
          </a:xfrm>
        </p:grpSpPr>
        <p:sp>
          <p:nvSpPr>
            <p:cNvPr id="12" name="直接连接符 11"/>
            <p:cNvSpPr/>
            <p:nvPr/>
          </p:nvSpPr>
          <p:spPr>
            <a:xfrm flipH="1" flipV="1">
              <a:off x="269648" y="2717037"/>
              <a:ext cx="5433521" cy="0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矩形 14"/>
            <p:cNvSpPr txBox="1"/>
            <p:nvPr/>
          </p:nvSpPr>
          <p:spPr>
            <a:xfrm>
              <a:off x="331493" y="2418412"/>
              <a:ext cx="5743339" cy="30670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 lvl="0"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法定支出是财政扩张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重要的压力</a:t>
              </a:r>
              <a:r>
                <a:rPr lang="zh-CN" altLang="zh-CN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 </a:t>
              </a:r>
              <a:endPara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33914" y="65628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A000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" y="2917190"/>
            <a:ext cx="4155440" cy="34886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855" y="3325495"/>
            <a:ext cx="5813425" cy="2974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76B9007-E08B-4331-8EB6-9B3F1424941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占位符 21"/>
          <p:cNvSpPr txBox="1"/>
          <p:nvPr/>
        </p:nvSpPr>
        <p:spPr>
          <a:xfrm>
            <a:off x="201040" y="6469015"/>
            <a:ext cx="11676613" cy="260491"/>
          </a:xfrm>
          <a:prstGeom prst="rect">
            <a:avLst/>
          </a:prstGeom>
        </p:spPr>
        <p:txBody>
          <a:bodyPr/>
          <a:lstStyle>
            <a:lvl1pPr marL="0" indent="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rgbClr val="25406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1pPr>
            <a:lvl2pPr marL="685800" indent="-263525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2pPr>
            <a:lvl3pPr marL="105410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6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3pPr>
            <a:lvl4pPr marL="147574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4pPr>
            <a:lvl5pPr marL="1898015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5pPr>
            <a:lvl6pPr marL="232156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83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47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75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资料来源：</a:t>
            </a:r>
            <a:r>
              <a:rPr lang="en-US" altLang="zh-CN" sz="1000" b="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FED</a:t>
            </a:r>
            <a:r>
              <a:rPr lang="zh-CN" altLang="en-US" sz="1000" b="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000" b="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Wind</a:t>
            </a:r>
            <a:r>
              <a:rPr lang="zh-CN" altLang="en-US" sz="1000" b="0" dirty="0">
                <a:solidFill>
                  <a:srgbClr val="E7E6E6">
                    <a:lumMod val="1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浙商证券研究所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11555" y="249873"/>
            <a:ext cx="9070975" cy="423545"/>
          </a:xfrm>
        </p:spPr>
        <p:txBody>
          <a:bodyPr wrap="square"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融资对数量型政策更为敏感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8410" y="2919431"/>
            <a:ext cx="5718071" cy="307780"/>
            <a:chOff x="269648" y="2370796"/>
            <a:chExt cx="5501080" cy="346241"/>
          </a:xfrm>
        </p:grpSpPr>
        <p:sp>
          <p:nvSpPr>
            <p:cNvPr id="8" name="直接连接符 15"/>
            <p:cNvSpPr/>
            <p:nvPr/>
          </p:nvSpPr>
          <p:spPr>
            <a:xfrm flipH="1">
              <a:off x="269648" y="2695765"/>
              <a:ext cx="5388731" cy="21272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矩形 14"/>
            <p:cNvSpPr txBox="1"/>
            <p:nvPr/>
          </p:nvSpPr>
          <p:spPr>
            <a:xfrm>
              <a:off x="328617" y="2370796"/>
              <a:ext cx="5442111" cy="3450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Q4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投资者加速赎回私募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信贷</a:t>
              </a:r>
              <a:endPara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33914" y="65628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A000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5"/>
          <p:cNvSpPr txBox="1"/>
          <p:nvPr/>
        </p:nvSpPr>
        <p:spPr>
          <a:xfrm>
            <a:off x="370840" y="922020"/>
            <a:ext cx="11377930" cy="16732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相关私募信贷融资的利率风险溢价高达</a:t>
            </a:r>
            <a:r>
              <a:rPr lang="en-US" altLang="zh-CN" dirty="0">
                <a:sym typeface="Arial" panose="020B0604020202020204" pitchFamily="34" charset="0"/>
              </a:rPr>
              <a:t>6.2%</a:t>
            </a:r>
            <a:r>
              <a:rPr lang="zh-CN" altLang="en-US" dirty="0">
                <a:sym typeface="Arial" panose="020B0604020202020204" pitchFamily="34" charset="0"/>
              </a:rPr>
              <a:t>，无风险利率在总成本中影响有限。</a:t>
            </a:r>
            <a:r>
              <a:rPr lang="en-US" altLang="zh-CN" dirty="0">
                <a:sym typeface="Arial" panose="020B0604020202020204" pitchFamily="34" charset="0"/>
              </a:rPr>
              <a:t>2022</a:t>
            </a:r>
            <a:r>
              <a:rPr lang="zh-CN" altLang="en-US" dirty="0">
                <a:sym typeface="Arial" panose="020B0604020202020204" pitchFamily="34" charset="0"/>
              </a:rPr>
              <a:t>年加息以来</a:t>
            </a: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相关投资逆势上行，截至</a:t>
            </a:r>
            <a:r>
              <a:rPr lang="en-US" altLang="zh-CN" dirty="0">
                <a:sym typeface="Arial" panose="020B0604020202020204" pitchFamily="34" charset="0"/>
              </a:rPr>
              <a:t>2025</a:t>
            </a:r>
            <a:r>
              <a:rPr lang="zh-CN" altLang="en-US" dirty="0">
                <a:sym typeface="Arial" panose="020B0604020202020204" pitchFamily="34" charset="0"/>
              </a:rPr>
              <a:t>年</a:t>
            </a:r>
            <a:r>
              <a:rPr lang="en-US" altLang="zh-CN" dirty="0">
                <a:sym typeface="Arial" panose="020B0604020202020204" pitchFamily="34" charset="0"/>
              </a:rPr>
              <a:t>Q3</a:t>
            </a:r>
            <a:r>
              <a:rPr lang="zh-CN" altLang="en-US" dirty="0">
                <a:sym typeface="Arial" panose="020B0604020202020204" pitchFamily="34" charset="0"/>
              </a:rPr>
              <a:t>，</a:t>
            </a: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相关投资同比增速</a:t>
            </a:r>
            <a:r>
              <a:rPr lang="en-US" altLang="zh-CN" dirty="0">
                <a:sym typeface="Arial" panose="020B0604020202020204" pitchFamily="34" charset="0"/>
              </a:rPr>
              <a:t>14.7%</a:t>
            </a:r>
            <a:r>
              <a:rPr lang="zh-CN" altLang="en-US" dirty="0">
                <a:sym typeface="Arial" panose="020B0604020202020204" pitchFamily="34" charset="0"/>
              </a:rPr>
              <a:t>，远高于非住宅投资整体</a:t>
            </a:r>
            <a:r>
              <a:rPr lang="en-US" altLang="zh-CN" dirty="0">
                <a:sym typeface="Arial" panose="020B0604020202020204" pitchFamily="34" charset="0"/>
              </a:rPr>
              <a:t>5.5%</a:t>
            </a:r>
            <a:r>
              <a:rPr lang="zh-CN" altLang="en-US" dirty="0">
                <a:sym typeface="Arial" panose="020B0604020202020204" pitchFamily="34" charset="0"/>
              </a:rPr>
              <a:t>增速。</a:t>
            </a:r>
            <a:endParaRPr lang="zh-CN" altLang="en-US" dirty="0"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依赖非银融资，处于流动性分层末端对数量型政策敏感。</a:t>
            </a:r>
            <a:r>
              <a:rPr lang="en-US" altLang="zh-CN" dirty="0">
                <a:sym typeface="Arial" panose="020B0604020202020204" pitchFamily="34" charset="0"/>
              </a:rPr>
              <a:t>BIS 2025</a:t>
            </a:r>
            <a:r>
              <a:rPr lang="zh-CN" altLang="en-US" dirty="0">
                <a:sym typeface="Arial" panose="020B0604020202020204" pitchFamily="34" charset="0"/>
              </a:rPr>
              <a:t>年</a:t>
            </a:r>
            <a:r>
              <a:rPr lang="en-US" altLang="zh-CN" dirty="0">
                <a:sym typeface="Arial" panose="020B0604020202020204" pitchFamily="34" charset="0"/>
              </a:rPr>
              <a:t>12</a:t>
            </a:r>
            <a:r>
              <a:rPr lang="zh-CN" altLang="en-US" dirty="0">
                <a:sym typeface="Arial" panose="020B0604020202020204" pitchFamily="34" charset="0"/>
              </a:rPr>
              <a:t>月报告显示，</a:t>
            </a: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融资估值波动大、发行窗口窄、所有者拒绝股权稀释，使得人工智能企业依赖私募信贷和内部循环贷。截至</a:t>
            </a:r>
            <a:r>
              <a:rPr lang="en-US" altLang="zh-CN" dirty="0">
                <a:sym typeface="Arial" panose="020B0604020202020204" pitchFamily="34" charset="0"/>
              </a:rPr>
              <a:t>2025</a:t>
            </a:r>
            <a:r>
              <a:rPr lang="zh-CN" altLang="en-US" dirty="0">
                <a:sym typeface="Arial" panose="020B0604020202020204" pitchFamily="34" charset="0"/>
              </a:rPr>
              <a:t>年</a:t>
            </a:r>
            <a:r>
              <a:rPr lang="en-US" altLang="zh-CN" dirty="0">
                <a:sym typeface="Arial" panose="020B0604020202020204" pitchFamily="34" charset="0"/>
              </a:rPr>
              <a:t>11</a:t>
            </a:r>
            <a:r>
              <a:rPr lang="zh-CN" altLang="en-US" dirty="0">
                <a:sym typeface="Arial" panose="020B0604020202020204" pitchFamily="34" charset="0"/>
              </a:rPr>
              <a:t>月，</a:t>
            </a:r>
            <a:r>
              <a:rPr lang="en-US" altLang="zh-CN" dirty="0">
                <a:sym typeface="Arial" panose="020B0604020202020204" pitchFamily="34" charset="0"/>
              </a:rPr>
              <a:t>AI</a:t>
            </a:r>
            <a:r>
              <a:rPr lang="zh-CN" altLang="en-US" dirty="0">
                <a:sym typeface="Arial" panose="020B0604020202020204" pitchFamily="34" charset="0"/>
              </a:rPr>
              <a:t>私募信贷推动下美国整体商业银行非银贷款规模达到约</a:t>
            </a:r>
            <a:r>
              <a:rPr lang="en-US" altLang="zh-CN" dirty="0">
                <a:sym typeface="Arial" panose="020B0604020202020204" pitchFamily="34" charset="0"/>
              </a:rPr>
              <a:t>1.7</a:t>
            </a:r>
            <a:r>
              <a:rPr lang="zh-CN" altLang="en-US" dirty="0">
                <a:sym typeface="Arial" panose="020B0604020202020204" pitchFamily="34" charset="0"/>
              </a:rPr>
              <a:t>万亿美元。私募信贷处于流动性分层末端，</a:t>
            </a:r>
            <a:r>
              <a:rPr lang="en-US" altLang="zh-CN" dirty="0">
                <a:sym typeface="Arial" panose="020B0604020202020204" pitchFamily="34" charset="0"/>
              </a:rPr>
              <a:t>2025</a:t>
            </a:r>
            <a:r>
              <a:rPr lang="zh-CN" altLang="en-US" dirty="0">
                <a:sym typeface="Arial" panose="020B0604020202020204" pitchFamily="34" charset="0"/>
              </a:rPr>
              <a:t>年</a:t>
            </a:r>
            <a:r>
              <a:rPr lang="en-US" altLang="zh-CN" dirty="0">
                <a:sym typeface="Arial" panose="020B0604020202020204" pitchFamily="34" charset="0"/>
              </a:rPr>
              <a:t>Q4</a:t>
            </a:r>
            <a:r>
              <a:rPr lang="zh-CN" altLang="en-US" dirty="0">
                <a:sym typeface="Arial" panose="020B0604020202020204" pitchFamily="34" charset="0"/>
              </a:rPr>
              <a:t>流动性紧张背景下金融时报显示爆发私募信贷赎回潮，估算约</a:t>
            </a:r>
            <a:r>
              <a:rPr lang="en-US" altLang="zh-CN" dirty="0">
                <a:sym typeface="Arial" panose="020B0604020202020204" pitchFamily="34" charset="0"/>
              </a:rPr>
              <a:t>5%</a:t>
            </a:r>
            <a:r>
              <a:rPr lang="zh-CN" altLang="en-US" dirty="0">
                <a:sym typeface="Arial" panose="020B0604020202020204" pitchFamily="34" charset="0"/>
              </a:rPr>
              <a:t>的基金净额被申请赎回。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39664" y="2897659"/>
            <a:ext cx="5718071" cy="307778"/>
            <a:chOff x="269648" y="2370798"/>
            <a:chExt cx="5501080" cy="346239"/>
          </a:xfrm>
        </p:grpSpPr>
        <p:sp>
          <p:nvSpPr>
            <p:cNvPr id="14" name="直接连接符 15"/>
            <p:cNvSpPr/>
            <p:nvPr/>
          </p:nvSpPr>
          <p:spPr>
            <a:xfrm flipH="1">
              <a:off x="269648" y="2695765"/>
              <a:ext cx="5388731" cy="21272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矩形 14"/>
            <p:cNvSpPr txBox="1"/>
            <p:nvPr/>
          </p:nvSpPr>
          <p:spPr>
            <a:xfrm>
              <a:off x="328617" y="2370798"/>
              <a:ext cx="5442111" cy="3450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投资对利率并不敏感</a:t>
              </a:r>
              <a:r>
                <a:rPr lang="zh-CN" altLang="zh-CN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 </a:t>
              </a:r>
              <a:endPara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" y="3420745"/>
            <a:ext cx="5101590" cy="27381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790" y="3470275"/>
            <a:ext cx="5393055" cy="273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21"/>
          <p:cNvSpPr txBox="1"/>
          <p:nvPr/>
        </p:nvSpPr>
        <p:spPr>
          <a:xfrm>
            <a:off x="201040" y="6469015"/>
            <a:ext cx="11676613" cy="260491"/>
          </a:xfrm>
          <a:prstGeom prst="rect">
            <a:avLst/>
          </a:prstGeom>
        </p:spPr>
        <p:txBody>
          <a:bodyPr/>
          <a:lstStyle>
            <a:lvl1pPr marL="0" indent="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rgbClr val="25406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1pPr>
            <a:lvl2pPr marL="685800" indent="-263525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2pPr>
            <a:lvl3pPr marL="105410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6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3pPr>
            <a:lvl4pPr marL="1475740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4pPr>
            <a:lvl5pPr marL="1898015" indent="-209550" algn="l" defTabSz="842645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85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defRPr>
            </a:lvl5pPr>
            <a:lvl6pPr marL="232156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83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475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750" indent="-210820" algn="l" defTabSz="84391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资料来源：白宫，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Wind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，浙商证券研究所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11555" y="249873"/>
            <a:ext cx="9070975" cy="423545"/>
          </a:xfrm>
        </p:spPr>
        <p:txBody>
          <a:bodyPr wrap="square"/>
          <a:lstStyle/>
          <a:p>
            <a:r>
              <a:rPr lang="zh-CN" altLang="en-US" dirty="0">
                <a:latin typeface="+mj-ea"/>
                <a:ea typeface="+mj-ea"/>
                <a:sym typeface="Arial" panose="020B0604020202020204" pitchFamily="34" charset="0"/>
              </a:rPr>
              <a:t>外部流动性压力制约缩表</a:t>
            </a:r>
            <a:endParaRPr lang="zh-CN" altLang="en-US" dirty="0"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33914" y="65628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A0002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5"/>
          <p:cNvSpPr txBox="1"/>
          <p:nvPr/>
        </p:nvSpPr>
        <p:spPr>
          <a:xfrm>
            <a:off x="370840" y="922020"/>
            <a:ext cx="11377930" cy="179514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日本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宽财政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可能导致日元、日债长期贬值，对美债形成流动性压力传导。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日元汇率下行可能招致日央行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抛美元，买日元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干预，导致美债被抛售。截至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2025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年日本政府持有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1.2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万亿美元美债，是美债最大外国投资者。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日债收益率上行可能引发套息交易逆转。截至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2024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年日本约有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万亿美元海外资产，高存量得益于日元和美元长期保持负利差，截至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2026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月日本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年期国债收益率已经高于日元汇率套期保值后美债收益率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0.6%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，若日元低息资金大规模回流将加剧美债流动性压力。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n"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2025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月至今市场日元净空头交易不断加强，截至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26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月净空头持仓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3.4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万张，若空头预期快速逆转可能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再次出现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24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月套息交易逆转风险。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292207" y="2900524"/>
            <a:ext cx="5665271" cy="306705"/>
            <a:chOff x="269648" y="2418412"/>
            <a:chExt cx="5805184" cy="306705"/>
          </a:xfrm>
        </p:grpSpPr>
        <p:sp>
          <p:nvSpPr>
            <p:cNvPr id="6" name="直接连接符 11"/>
            <p:cNvSpPr/>
            <p:nvPr/>
          </p:nvSpPr>
          <p:spPr>
            <a:xfrm flipH="1" flipV="1">
              <a:off x="269648" y="2717037"/>
              <a:ext cx="5433521" cy="0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矩形 14"/>
            <p:cNvSpPr txBox="1"/>
            <p:nvPr/>
          </p:nvSpPr>
          <p:spPr>
            <a:xfrm>
              <a:off x="331493" y="2418412"/>
              <a:ext cx="5743339" cy="306705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日元非商业净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空头</a:t>
              </a:r>
              <a:endPara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Kaiti SC Regular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9679" y="2919430"/>
            <a:ext cx="5718071" cy="307780"/>
            <a:chOff x="269648" y="2370796"/>
            <a:chExt cx="5501080" cy="346241"/>
          </a:xfrm>
        </p:grpSpPr>
        <p:sp>
          <p:nvSpPr>
            <p:cNvPr id="10" name="直接连接符 15"/>
            <p:cNvSpPr/>
            <p:nvPr/>
          </p:nvSpPr>
          <p:spPr>
            <a:xfrm flipH="1">
              <a:off x="269648" y="2695765"/>
              <a:ext cx="5388731" cy="21272"/>
            </a:xfrm>
            <a:prstGeom prst="line">
              <a:avLst/>
            </a:prstGeom>
            <a:ln>
              <a:solidFill>
                <a:srgbClr val="626262"/>
              </a:solidFill>
              <a:miter lim="400000"/>
              <a:headEnd type="oval"/>
              <a:tailEnd type="oval"/>
            </a:ln>
          </p:spPr>
          <p:txBody>
            <a:bodyPr lIns="45719" rIns="45719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AA000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矩形 14"/>
            <p:cNvSpPr txBox="1"/>
            <p:nvPr/>
          </p:nvSpPr>
          <p:spPr>
            <a:xfrm>
              <a:off x="328617" y="2370796"/>
              <a:ext cx="5442111" cy="345032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/>
            <a:p>
              <a:pPr>
                <a:defRPr sz="1600"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日债利率上行</a:t>
              </a:r>
              <a:r>
                <a:rPr lang="zh-CN" altLang="en-US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高于掉期后美债收益率</a:t>
              </a:r>
              <a:r>
                <a:rPr lang="zh-CN" altLang="zh-CN" sz="14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Kaiti SC Regular"/>
                </a:rPr>
                <a:t> </a:t>
              </a:r>
              <a:endParaRPr lang="zh-CN" altLang="en-US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aphicFrame>
        <p:nvGraphicFramePr>
          <p:cNvPr id="8" name="图表 7"/>
          <p:cNvGraphicFramePr/>
          <p:nvPr/>
        </p:nvGraphicFramePr>
        <p:xfrm>
          <a:off x="602615" y="3429000"/>
          <a:ext cx="4749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" name="图表 12"/>
          <p:cNvGraphicFramePr/>
          <p:nvPr/>
        </p:nvGraphicFramePr>
        <p:xfrm>
          <a:off x="6812915" y="3429000"/>
          <a:ext cx="4529455" cy="2885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1539" y="303721"/>
            <a:ext cx="5635171" cy="424732"/>
          </a:xfr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联系方式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9007-E08B-4331-8EB6-9B3F1424941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709683" y="1792570"/>
            <a:ext cx="9591659" cy="3079680"/>
          </a:xfrm>
        </p:spPr>
        <p:txBody>
          <a:bodyPr/>
          <a:lstStyle/>
          <a:p>
            <a:r>
              <a:rPr lang="zh-CN" altLang="zh-CN" b="1" dirty="0"/>
              <a:t>浙商证券研究所 </a:t>
            </a:r>
            <a:endParaRPr lang="zh-CN" altLang="zh-CN" dirty="0"/>
          </a:p>
          <a:p>
            <a:r>
              <a:rPr lang="zh-CN" altLang="zh-CN" dirty="0"/>
              <a:t>上海总部地址：杨高南路</a:t>
            </a:r>
            <a:r>
              <a:rPr lang="en-US" altLang="zh-CN" dirty="0"/>
              <a:t>729</a:t>
            </a:r>
            <a:r>
              <a:rPr lang="zh-CN" altLang="zh-CN" dirty="0"/>
              <a:t>号陆家嘴世纪金融广场</a:t>
            </a:r>
            <a:r>
              <a:rPr lang="en-US" altLang="zh-CN" dirty="0"/>
              <a:t>1</a:t>
            </a:r>
            <a:r>
              <a:rPr lang="zh-CN" altLang="zh-CN" dirty="0"/>
              <a:t>号楼</a:t>
            </a:r>
            <a:r>
              <a:rPr lang="en-US" altLang="zh-CN" dirty="0"/>
              <a:t>25</a:t>
            </a:r>
            <a:r>
              <a:rPr lang="zh-CN" altLang="zh-CN" dirty="0"/>
              <a:t>层</a:t>
            </a:r>
            <a:endParaRPr lang="zh-CN" altLang="zh-CN" dirty="0"/>
          </a:p>
          <a:p>
            <a:r>
              <a:rPr lang="zh-CN" altLang="zh-CN" dirty="0"/>
              <a:t>北京地址：北京市东城区朝阳门北大街</a:t>
            </a:r>
            <a:r>
              <a:rPr lang="en-US" altLang="zh-CN" dirty="0"/>
              <a:t>8</a:t>
            </a:r>
            <a:r>
              <a:rPr lang="zh-CN" altLang="zh-CN" dirty="0"/>
              <a:t>号富华大厦</a:t>
            </a:r>
            <a:r>
              <a:rPr lang="en-US" altLang="zh-CN" dirty="0"/>
              <a:t>E</a:t>
            </a:r>
            <a:r>
              <a:rPr lang="zh-CN" altLang="zh-CN" dirty="0"/>
              <a:t>座</a:t>
            </a:r>
            <a:r>
              <a:rPr lang="en-US" altLang="zh-CN" dirty="0"/>
              <a:t>4</a:t>
            </a:r>
            <a:r>
              <a:rPr lang="zh-CN" altLang="zh-CN" dirty="0"/>
              <a:t>层</a:t>
            </a:r>
            <a:endParaRPr lang="zh-CN" altLang="zh-CN" dirty="0"/>
          </a:p>
          <a:p>
            <a:r>
              <a:rPr lang="zh-CN" altLang="zh-CN" dirty="0"/>
              <a:t>深圳地址：广东省深圳市福田区广电金融中心</a:t>
            </a:r>
            <a:r>
              <a:rPr lang="en-US" altLang="zh-CN" dirty="0"/>
              <a:t>33</a:t>
            </a:r>
            <a:r>
              <a:rPr lang="zh-CN" altLang="zh-CN" dirty="0"/>
              <a:t>层</a:t>
            </a:r>
            <a:endParaRPr lang="zh-CN" altLang="zh-CN" dirty="0"/>
          </a:p>
          <a:p>
            <a:r>
              <a:rPr lang="zh-CN" altLang="zh-CN" dirty="0"/>
              <a:t>邮政编码：</a:t>
            </a:r>
            <a:r>
              <a:rPr lang="en-US" altLang="zh-CN" dirty="0"/>
              <a:t>200127 </a:t>
            </a:r>
            <a:endParaRPr lang="zh-CN" altLang="zh-CN" dirty="0"/>
          </a:p>
          <a:p>
            <a:r>
              <a:rPr lang="zh-CN" altLang="zh-CN" dirty="0"/>
              <a:t>电话：</a:t>
            </a:r>
            <a:r>
              <a:rPr lang="en-US" altLang="zh-CN" dirty="0"/>
              <a:t>(8621)80108518 </a:t>
            </a:r>
            <a:endParaRPr lang="zh-CN" altLang="zh-CN" dirty="0"/>
          </a:p>
          <a:p>
            <a:r>
              <a:rPr lang="zh-CN" altLang="zh-CN" dirty="0"/>
              <a:t>传真：</a:t>
            </a:r>
            <a:r>
              <a:rPr lang="en-US" altLang="zh-CN" dirty="0"/>
              <a:t>(8621)80106010 </a:t>
            </a:r>
            <a:endParaRPr lang="zh-CN" altLang="zh-CN" dirty="0"/>
          </a:p>
          <a:p>
            <a:r>
              <a:rPr lang="zh-CN" altLang="zh-CN" dirty="0"/>
              <a:t>浙商证券研究所：</a:t>
            </a:r>
            <a:r>
              <a:rPr lang="en-US" altLang="zh-CN" dirty="0"/>
              <a:t>http://research.stocke.com.cn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99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B9007-E08B-4331-8EB6-9B3F1424941D}" type="slidenum">
              <a:rPr lang="zh-CN" altLang="en-US" smtClean="0">
                <a:ea typeface="微软雅黑" panose="020B0503020204020204" pitchFamily="34" charset="-122"/>
                <a:sym typeface="Arial" panose="020B0604020202020204" pitchFamily="34" charset="0"/>
              </a:rPr>
            </a:fld>
            <a:endParaRPr lang="zh-CN" altLang="en-US"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3420545" y="5410319"/>
            <a:ext cx="5749976" cy="40011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000" b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或搜索微信公众号“李超宏观研究与资产配置”</a:t>
            </a:r>
            <a:endParaRPr lang="zh-CN" altLang="en-US" sz="2000" b="1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575723" y="4900811"/>
            <a:ext cx="5594801" cy="52322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800" b="1">
                <a:solidFill>
                  <a:srgbClr val="B6000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欢迎扫码关注浙商宏观李超团队！</a:t>
            </a:r>
            <a:endParaRPr lang="zh-CN" altLang="en-US" sz="2800" b="1">
              <a:solidFill>
                <a:srgbClr val="B6000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057" y="2454169"/>
            <a:ext cx="2191891" cy="219189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09728" y="1497152"/>
            <a:ext cx="27574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4000" b="1">
                <a:solidFill>
                  <a:srgbClr val="B6000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感谢聆听！</a:t>
            </a:r>
            <a:endParaRPr lang="zh-CN" altLang="en-US" sz="4000" b="1">
              <a:solidFill>
                <a:srgbClr val="B6000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PP_MARK_KEY" val="2258eaee-3ed5-46dd-824a-ee7c31ae6545"/>
  <p:tag name="ISLIDE.GUIDESSETTING" val="{&quot;Id&quot;:&quot;00d566e7-22a0-4cf4-a17f-1ab33a55da2b&quot;,&quot;Name&quot;:&quot;自定义&quot;,&quot;Kind&quot;:&quot;Custom&quot;,&quot;OldGuidesSetting&quot;:{&quot;HeaderHeight&quot;:0.0,&quot;FooterHeight&quot;:0.0,&quot;SideMargin&quot;:0.0,&quot;TopMargin&quot;:0.0,&quot;BottomMargin&quot;:0.0,&quot;IntervalMargin&quot;:0.0}}"/>
  <p:tag name="COMMONDATA" val="eyJoZGlkIjoiNzY3OWVlMDdiM2FiMTQzYmI2YzdlOWE3Yjc1NThiYWIifQ=="/>
  <p:tag name="RESOURCE_RECORD_KEY" val="{&quot;10&quot;:[4522406],&quot;70&quot;:[3330803]}"/>
</p:tagLst>
</file>

<file path=ppt/theme/theme1.xml><?xml version="1.0" encoding="utf-8"?>
<a:theme xmlns:a="http://schemas.openxmlformats.org/drawingml/2006/main" name="第一PPT，www.1ppt.com">
  <a:themeElements>
    <a:clrScheme name="自定义 327">
      <a:dk1>
        <a:srgbClr val="AA0002"/>
      </a:dk1>
      <a:lt1>
        <a:sysClr val="window" lastClr="FFFFFF"/>
      </a:lt1>
      <a:dk2>
        <a:srgbClr val="8A8A8A"/>
      </a:dk2>
      <a:lt2>
        <a:srgbClr val="E7E6E6"/>
      </a:lt2>
      <a:accent1>
        <a:srgbClr val="AA0002"/>
      </a:accent1>
      <a:accent2>
        <a:srgbClr val="AA0002"/>
      </a:accent2>
      <a:accent3>
        <a:srgbClr val="AA0002"/>
      </a:accent3>
      <a:accent4>
        <a:srgbClr val="AA0002"/>
      </a:accent4>
      <a:accent5>
        <a:srgbClr val="AA0002"/>
      </a:accent5>
      <a:accent6>
        <a:srgbClr val="AA0002"/>
      </a:accent6>
      <a:hlink>
        <a:srgbClr val="FFFFFF"/>
      </a:hlink>
      <a:folHlink>
        <a:srgbClr val="FFFFFF"/>
      </a:folHlink>
    </a:clrScheme>
    <a:fontScheme name="yct2d4kw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50000"/>
          </a:lnSpc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WPS 演示</Application>
  <PresentationFormat>宽屏</PresentationFormat>
  <Paragraphs>94</Paragraphs>
  <Slides>7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印品黑体</vt:lpstr>
      <vt:lpstr>黑体</vt:lpstr>
      <vt:lpstr>微软雅黑</vt:lpstr>
      <vt:lpstr>Calibri</vt:lpstr>
      <vt:lpstr>楷体</vt:lpstr>
      <vt:lpstr>Times New Roman</vt:lpstr>
      <vt:lpstr>Helvetica</vt:lpstr>
      <vt:lpstr>Times New Roman</vt:lpstr>
      <vt:lpstr>等线</vt:lpstr>
      <vt:lpstr>Kaiti SC Regular</vt:lpstr>
      <vt:lpstr>Segoe Print</vt:lpstr>
      <vt:lpstr>Arial</vt:lpstr>
      <vt:lpstr>楷体_GB2312</vt:lpstr>
      <vt:lpstr>KaiTi_GB2312</vt:lpstr>
      <vt:lpstr>Arial Unicode MS</vt:lpstr>
      <vt:lpstr>第一PPT，www.1ppt.com</vt:lpstr>
      <vt:lpstr>PowerPoint 演示文稿</vt:lpstr>
      <vt:lpstr>主讲人简介</vt:lpstr>
      <vt:lpstr>GDP：美国进入投资驱动经济“新常态”，预计GDP增长 2.2%</vt:lpstr>
      <vt:lpstr>消费：总量尚可，结构脆弱</vt:lpstr>
      <vt:lpstr>投资：是2026年美国经济增长的关键变量，预计进一步加速</vt:lpstr>
      <vt:lpstr>联系方式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汤子玉</cp:lastModifiedBy>
  <cp:revision>506</cp:revision>
  <dcterms:created xsi:type="dcterms:W3CDTF">2019-06-19T02:08:00Z</dcterms:created>
  <dcterms:modified xsi:type="dcterms:W3CDTF">2026-02-03T09:50:37Z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02048BEE592A4DC8A664D0A3756FB335_12</vt:lpwstr>
  </property>
</Properties>
</file>